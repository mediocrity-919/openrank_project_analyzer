
<file path=[Content_Types].xml><?xml version="1.0" encoding="utf-8"?>
<Types xmlns="http://schemas.openxmlformats.org/package/2006/content-types">
  <Default ContentType="image/jpeg" Extension="jpeg"/>
  <Default ContentType="image/jpeg" Extension="jp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slide+xml" PartName="/ppt/slides/slide58.xml"/>
  <Override ContentType="application/vnd.openxmlformats-officedocument.presentationml.slide+xml" PartName="/ppt/slides/slide59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presentationml.tags+xml" PartName="/ppt/tags/tag14.xml"/>
  <Override ContentType="application/vnd.openxmlformats-officedocument.presentationml.tags+xml" PartName="/ppt/tags/tag19.xml"/>
  <Override ContentType="application/vnd.openxmlformats-officedocument.presentationml.tags+xml" PartName="/ppt/tags/tag116.xml"/>
  <Override ContentType="application/vnd.openxmlformats-officedocument.presentationml.tags+xml" PartName="/ppt/tags/tag627.xml"/>
  <Override ContentType="application/vnd.openxmlformats-officedocument.presentationml.tags+xml" PartName="/ppt/tags/tag1423.xml"/>
  <Override ContentType="application/vnd.openxmlformats-officedocument.presentationml.tags+xml" PartName="/ppt/tags/tag2210.xml"/>
  <Override ContentType="application/vnd.openxmlformats-officedocument.presentationml.tags+xml" PartName="/ppt/tags/tag3322.xml"/>
  <Override ContentType="application/vnd.openxmlformats-officedocument.presentationml.tags+xml" PartName="/ppt/tags/tag3728.xml"/>
  <Override ContentType="application/vnd.openxmlformats-officedocument.presentationml.tags+xml" PartName="/ppt/tags/tag6725.xml"/>
  <Override ContentType="application/vnd.openxmlformats-officedocument.presentationml.tags+xml" PartName="/ppt/tags/tag11214.xml"/>
  <Override ContentType="application/vnd.openxmlformats-officedocument.presentationml.tags+xml" PartName="/ppt/tags/tag12426.xml"/>
  <Override ContentType="application/vnd.openxmlformats-officedocument.presentationml.tags+xml" PartName="/ppt/tags/tag17215.xml"/>
  <Override ContentType="application/vnd.openxmlformats-officedocument.presentationml.tags+xml" PartName="/ppt/tags/tag23212.xml"/>
  <Override ContentType="application/vnd.openxmlformats-officedocument.presentationml.tags+xml" PartName="/ppt/tags/tag28217.xml"/>
  <Override ContentType="application/vnd.openxmlformats-officedocument.presentationml.tags+xml" PartName="/ppt/tags/tag37211.xml"/>
  <Override ContentType="application/vnd.openxmlformats-officedocument.presentationml.tags+xml" PartName="/ppt/tags/tag124213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arget="docProps/app.xml" Type="http://schemas.openxmlformats.org/officeDocument/2006/relationships/extended-properties"/><Relationship Id="rId4" Target="docProps/thumbnail.jpeg" Type="http://schemas.openxmlformats.org/package/2006/relationships/metadata/thumbnail"/><Relationship Id="rId5" Target="docProps/custom.xml" Type="http://schemas.openxmlformats.org/officeDocument/2006/relationships/custom-properties"/></Relationships>
</file>

<file path=ppt/presentation.xml><?xml version="1.0" encoding="utf-8"?>
<p:presentation xmlns:p15="http://schemas.microsoft.com/office/powerpoint/2012/main"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6369ef1e09934ed5"/>
    <p:sldId id="257" r:id="R67f41176dde04f6e"/>
    <p:sldId id="258" r:id="Ra8ccf2c79e0a4280"/>
    <p:sldId id="259" r:id="Re5850a04d09346b6"/>
    <p:sldId id="260" r:id="Rb146defc120b413f"/>
    <p:sldId id="261" r:id="Rd448088eac33418e"/>
    <p:sldId id="262" r:id="R3b48a4f9bb004407"/>
    <p:sldId id="263" r:id="R2356c85f74124b18"/>
    <p:sldId id="264" r:id="Rcb3ca6703c3249d6"/>
    <p:sldId id="265" r:id="Ra2fc3539160a4345"/>
    <p:sldId id="266" r:id="R79531654570e4c51"/>
    <p:sldId id="267" r:id="Rad65e7a731974f02"/>
    <p:sldId id="268" r:id="R7b8ed2950959465b"/>
    <p:sldId id="269" r:id="Re78f6f0eacb346c8"/>
    <p:sldId id="270" r:id="R9f80c979dfea4707"/>
    <p:sldId id="271" r:id="R935152a185fd4b93"/>
    <p:sldId id="272" r:id="Rc1e9fdd3492b4004"/>
    <p:sldId id="273" r:id="Rd799df3324624927"/>
    <p:sldId id="274" r:id="R7691c274f32f4a38"/>
    <p:sldId id="275" r:id="R386b95aefeda47a6"/>
    <p:sldId id="276" r:id="R26980e86aa7d4711"/>
    <p:sldId id="277" r:id="R317b9b2b666445a4"/>
    <p:sldId id="278" r:id="R58f3e0ba9c6a4787"/>
    <p:sldId id="279" r:id="Ra06a2705511f4f01"/>
    <p:sldId id="280" r:id="R34654ca3a97248b3"/>
    <p:sldId id="281" r:id="Rf042de20761a4def"/>
    <p:sldId id="282" r:id="Rf409834553254338"/>
    <p:sldId id="283" r:id="R812f66b436044317"/>
    <p:sldId id="284" r:id="R1f8bbd54773040b1"/>
    <p:sldId id="285" r:id="R43830f2ef6124213"/>
    <p:sldId id="286" r:id="R40763f0a2df74676"/>
    <p:sldId id="287" r:id="Raef82acfb7b441a1"/>
    <p:sldId id="288" r:id="Rd1ce1c47a1af42f7"/>
    <p:sldId id="289" r:id="Rdd9c023165774a91"/>
    <p:sldId id="290" r:id="Rd24079e9653b4c2d"/>
    <p:sldId id="291" r:id="R0d9522219645455e"/>
    <p:sldId id="292" r:id="Rb06be13ff73642f4"/>
    <p:sldId id="293" r:id="R592a798284d5445e"/>
    <p:sldId id="294" r:id="R49ae081fc02d40e0"/>
    <p:sldId id="295" r:id="R097a8eeb2a0c46d4"/>
    <p:sldId id="296" r:id="Ra7a412a9a2df4c05"/>
    <p:sldId id="297" r:id="Re7550699e34e4e62"/>
    <p:sldId id="298" r:id="Rf0fbaaee98204181"/>
    <p:sldId id="299" r:id="Raecb179b16d5443d"/>
    <p:sldId id="300" r:id="R2c4c85edebc54a5a"/>
    <p:sldId id="301" r:id="Rc2553b544e7c4ec0"/>
    <p:sldId id="302" r:id="R10f6566e8c4d41a2"/>
    <p:sldId id="303" r:id="R377a9fc235e141e1"/>
    <p:sldId id="304" r:id="Rcb361fb2734446cc"/>
    <p:sldId id="305" r:id="Re6cae775e7c34137"/>
    <p:sldId id="306" r:id="R32c33f416ab34ed0"/>
    <p:sldId id="307" r:id="Rd2bac2240a494c90"/>
    <p:sldId id="308" r:id="Ra61437a97d5b4a9f"/>
    <p:sldId id="309" r:id="Re94c1294d6434f8c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 showGuides="1">
      <p:cViewPr varScale="1">
        <p:scale>
          <a:sx n="60" d="100"/>
          <a:sy n="60" d="100"/>
        </p:scale>
        <p:origin x="132" y="366"/>
      </p:cViewPr>
      <p:guideLst>
        <p:guide pos="416"/>
        <p:guide pos="7256"/>
        <p:guide orient="horz" pos="648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</p:cSldViewPr>
  </p:notesViewPr>
  <p:gridSpacing cx="76200" cy="76200"/>
</p:viewPr>
</file>

<file path=ppt/_rels/presentation.xml.rels><?xml version="1.0" encoding="UTF-8" standalone="yes"?><Relationships xmlns="http://schemas.openxmlformats.org/package/2006/relationships"><Relationship Id="R097a8eeb2a0c46d4" Target="slides/slide45.xml" Type="http://schemas.openxmlformats.org/officeDocument/2006/relationships/slide"/><Relationship Id="R0d9522219645455e" Target="slides/slide41.xml" Type="http://schemas.openxmlformats.org/officeDocument/2006/relationships/slide"/><Relationship Id="R10f6566e8c4d41a2" Target="slides/slide52.xml" Type="http://schemas.openxmlformats.org/officeDocument/2006/relationships/slide"/><Relationship Id="R1f8bbd54773040b1" Target="slides/slide34.xml" Type="http://schemas.openxmlformats.org/officeDocument/2006/relationships/slide"/><Relationship Id="R2356c85f74124b18" Target="slides/slide13.xml" Type="http://schemas.openxmlformats.org/officeDocument/2006/relationships/slide"/><Relationship Id="R26980e86aa7d4711" Target="slides/slide26.xml" Type="http://schemas.openxmlformats.org/officeDocument/2006/relationships/slide"/><Relationship Id="R2c4c85edebc54a5a" Target="slides/slide50.xml" Type="http://schemas.openxmlformats.org/officeDocument/2006/relationships/slide"/><Relationship Id="R317b9b2b666445a4" Target="slides/slide27.xml" Type="http://schemas.openxmlformats.org/officeDocument/2006/relationships/slide"/><Relationship Id="R32c33f416ab34ed0" Target="slides/slide56.xml" Type="http://schemas.openxmlformats.org/officeDocument/2006/relationships/slide"/><Relationship Id="R34654ca3a97248b3" Target="slides/slide30.xml" Type="http://schemas.openxmlformats.org/officeDocument/2006/relationships/slide"/><Relationship Id="R377a9fc235e141e1" Target="slides/slide53.xml" Type="http://schemas.openxmlformats.org/officeDocument/2006/relationships/slide"/><Relationship Id="R386b95aefeda47a6" Target="slides/slide25.xml" Type="http://schemas.openxmlformats.org/officeDocument/2006/relationships/slide"/><Relationship Id="R3b48a4f9bb004407" Target="slides/slide12.xml" Type="http://schemas.openxmlformats.org/officeDocument/2006/relationships/slide"/><Relationship Id="R40763f0a2df74676" Target="slides/slide36.xml" Type="http://schemas.openxmlformats.org/officeDocument/2006/relationships/slide"/><Relationship Id="R43830f2ef6124213" Target="slides/slide35.xml" Type="http://schemas.openxmlformats.org/officeDocument/2006/relationships/slide"/><Relationship Id="R49ae081fc02d40e0" Target="slides/slide44.xml" Type="http://schemas.openxmlformats.org/officeDocument/2006/relationships/slide"/><Relationship Id="R58f3e0ba9c6a4787" Target="slides/slide28.xml" Type="http://schemas.openxmlformats.org/officeDocument/2006/relationships/slide"/><Relationship Id="R592a798284d5445e" Target="slides/slide43.xml" Type="http://schemas.openxmlformats.org/officeDocument/2006/relationships/slide"/><Relationship Id="R6369ef1e09934ed5" Target="slides/slide6.xml" Type="http://schemas.openxmlformats.org/officeDocument/2006/relationships/slide"/><Relationship Id="R67f41176dde04f6e" Target="slides/slide7.xml" Type="http://schemas.openxmlformats.org/officeDocument/2006/relationships/slide"/><Relationship Id="R7691c274f32f4a38" Target="slides/slide24.xml" Type="http://schemas.openxmlformats.org/officeDocument/2006/relationships/slide"/><Relationship Id="R79531654570e4c51" Target="slides/slide16.xml" Type="http://schemas.openxmlformats.org/officeDocument/2006/relationships/slide"/><Relationship Id="R7b8ed2950959465b" Target="slides/slide18.xml" Type="http://schemas.openxmlformats.org/officeDocument/2006/relationships/slide"/><Relationship Id="R812f66b436044317" Target="slides/slide33.xml" Type="http://schemas.openxmlformats.org/officeDocument/2006/relationships/slide"/><Relationship Id="R935152a185fd4b93" Target="slides/slide21.xml" Type="http://schemas.openxmlformats.org/officeDocument/2006/relationships/slide"/><Relationship Id="R9f80c979dfea4707" Target="slides/slide20.xml" Type="http://schemas.openxmlformats.org/officeDocument/2006/relationships/slide"/><Relationship Id="Ra06a2705511f4f01" Target="slides/slide29.xml" Type="http://schemas.openxmlformats.org/officeDocument/2006/relationships/slide"/><Relationship Id="Ra2fc3539160a4345" Target="slides/slide15.xml" Type="http://schemas.openxmlformats.org/officeDocument/2006/relationships/slide"/><Relationship Id="Ra61437a97d5b4a9f" Target="slides/slide58.xml" Type="http://schemas.openxmlformats.org/officeDocument/2006/relationships/slide"/><Relationship Id="Ra7a412a9a2df4c05" Target="slides/slide46.xml" Type="http://schemas.openxmlformats.org/officeDocument/2006/relationships/slide"/><Relationship Id="Ra8ccf2c79e0a4280" Target="slides/slide8.xml" Type="http://schemas.openxmlformats.org/officeDocument/2006/relationships/slide"/><Relationship Id="Rad65e7a731974f02" Target="slides/slide17.xml" Type="http://schemas.openxmlformats.org/officeDocument/2006/relationships/slide"/><Relationship Id="Raecb179b16d5443d" Target="slides/slide49.xml" Type="http://schemas.openxmlformats.org/officeDocument/2006/relationships/slide"/><Relationship Id="Raef82acfb7b441a1" Target="slides/slide37.xml" Type="http://schemas.openxmlformats.org/officeDocument/2006/relationships/slide"/><Relationship Id="Rb06be13ff73642f4" Target="slides/slide42.xml" Type="http://schemas.openxmlformats.org/officeDocument/2006/relationships/slide"/><Relationship Id="Rb146defc120b413f" Target="slides/slide10.xml" Type="http://schemas.openxmlformats.org/officeDocument/2006/relationships/slide"/><Relationship Id="Rc1e9fdd3492b4004" Target="slides/slide22.xml" Type="http://schemas.openxmlformats.org/officeDocument/2006/relationships/slide"/><Relationship Id="Rc2553b544e7c4ec0" Target="slides/slide51.xml" Type="http://schemas.openxmlformats.org/officeDocument/2006/relationships/slide"/><Relationship Id="Rcb361fb2734446cc" Target="slides/slide54.xml" Type="http://schemas.openxmlformats.org/officeDocument/2006/relationships/slide"/><Relationship Id="Rcb3ca6703c3249d6" Target="slides/slide14.xml" Type="http://schemas.openxmlformats.org/officeDocument/2006/relationships/slide"/><Relationship Id="Rd1ce1c47a1af42f7" Target="slides/slide38.xml" Type="http://schemas.openxmlformats.org/officeDocument/2006/relationships/slide"/><Relationship Id="Rd24079e9653b4c2d" Target="slides/slide40.xml" Type="http://schemas.openxmlformats.org/officeDocument/2006/relationships/slide"/><Relationship Id="Rd2bac2240a494c90" Target="slides/slide57.xml" Type="http://schemas.openxmlformats.org/officeDocument/2006/relationships/slide"/><Relationship Id="Rd448088eac33418e" Target="slides/slide11.xml" Type="http://schemas.openxmlformats.org/officeDocument/2006/relationships/slide"/><Relationship Id="Rd799df3324624927" Target="slides/slide23.xml" Type="http://schemas.openxmlformats.org/officeDocument/2006/relationships/slide"/><Relationship Id="Rdd9c023165774a91" Target="slides/slide39.xml" Type="http://schemas.openxmlformats.org/officeDocument/2006/relationships/slide"/><Relationship Id="Re5850a04d09346b6" Target="slides/slide9.xml" Type="http://schemas.openxmlformats.org/officeDocument/2006/relationships/slide"/><Relationship Id="Re6cae775e7c34137" Target="slides/slide55.xml" Type="http://schemas.openxmlformats.org/officeDocument/2006/relationships/slide"/><Relationship Id="Re7550699e34e4e62" Target="slides/slide47.xml" Type="http://schemas.openxmlformats.org/officeDocument/2006/relationships/slide"/><Relationship Id="Re78f6f0eacb346c8" Target="slides/slide19.xml" Type="http://schemas.openxmlformats.org/officeDocument/2006/relationships/slide"/><Relationship Id="Re94c1294d6434f8c" Target="slides/slide59.xml" Type="http://schemas.openxmlformats.org/officeDocument/2006/relationships/slide"/><Relationship Id="Rf042de20761a4def" Target="slides/slide31.xml" Type="http://schemas.openxmlformats.org/officeDocument/2006/relationships/slide"/><Relationship Id="Rf0fbaaee98204181" Target="slides/slide48.xml" Type="http://schemas.openxmlformats.org/officeDocument/2006/relationships/slide"/><Relationship Id="Rf409834553254338" Target="slides/slide32.xml" Type="http://schemas.openxmlformats.org/officeDocument/2006/relationships/slide"/><Relationship Id="rId1" Target="slideMasters/slideMaster1.xml" Type="http://schemas.openxmlformats.org/officeDocument/2006/relationships/slideMaster"/><Relationship Id="rId15" Target="tags/tag1.xml" Type="http://schemas.openxmlformats.org/officeDocument/2006/relationships/tags"/><Relationship Id="rId16" Target="presProps.xml" Type="http://schemas.openxmlformats.org/officeDocument/2006/relationships/presProps"/><Relationship Id="rId17" Target="viewProps.xml" Type="http://schemas.openxmlformats.org/officeDocument/2006/relationships/viewProps"/><Relationship Id="rId18" Target="theme/theme1.xml" Type="http://schemas.openxmlformats.org/officeDocument/2006/relationships/theme"/><Relationship Id="rId19" Target="tableStyles.xml" Type="http://schemas.openxmlformats.org/officeDocument/2006/relationships/tableStyles"/><Relationship Id="rId2" Target="notesMasters/notesMaster1.xml" Type="http://schemas.openxmlformats.org/officeDocument/2006/relationships/notesMaster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9DE499-D05D-43A8-B960-8381451B2240}" type="datetimeFigureOut">
              <a:rPr lang="zh-CN" altLang="en-US" smtClean="0"/>
              <a:t>2023/12/15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894D5F-C358-41E8-9412-EE30C61B81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val="3321565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arget="../media/image1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media/image1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media/image1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6" name="组合 5" descr="203378c8-fec1-476d-8aea-9bfec9a59974"/>
          <p:cNvGrpSpPr/>
          <p:nvPr/>
        </p:nvGrpSpPr>
        <p:grpSpPr>
          <a:xfrm>
            <a:off x="0" y="0"/>
            <a:ext cx="12192000" cy="6858000"/>
            <a:chOff x="0" y="267483"/>
            <a:chExt cx="12192000" cy="6858000"/>
          </a:xfrm>
        </p:grpSpPr>
        <p:pic>
          <p:nvPicPr>
            <p:cNvPr id="7" name="图片 6" descr="571e1c44-d86e-4c74-bc9f-618519dec6cc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/>
                </a:ext>
              </a:extLst>
            </a:blip>
            <a:stretch>
              <a:fillRect/>
            </a:stretch>
          </p:blipFill>
          <p:spPr>
            <a:xfrm>
              <a:off x="0" y="273070"/>
              <a:ext cx="12192000" cy="6846827"/>
            </a:xfrm>
            <a:prstGeom prst="rect">
              <a:avLst/>
            </a:prstGeom>
          </p:spPr>
        </p:pic>
        <p:sp>
          <p:nvSpPr>
            <p:cNvPr id="8" name="矩形 7" descr="3e294a3a-8bd0-4119-b954-1b9a54d6f233"/>
            <p:cNvSpPr/>
            <p:nvPr/>
          </p:nvSpPr>
          <p:spPr>
            <a:xfrm>
              <a:off x="0" y="267483"/>
              <a:ext cx="12192000" cy="6858000"/>
            </a:xfrm>
            <a:prstGeom prst="rect">
              <a:avLst/>
            </a:prstGeom>
            <a:gradFill flip="none" rotWithShape="1">
              <a:gsLst>
                <a:gs pos="4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 descr="b82535f8-39aa-4276-b7b6-e31e1618085c"/>
          <p:cNvSpPr>
            <a:spLocks noGrp="1"/>
          </p:cNvSpPr>
          <p:nvPr>
            <p:ph type="ctrTitle" hasCustomPrompt="1"/>
          </p:nvPr>
        </p:nvSpPr>
        <p:spPr>
          <a:xfrm flipV="false" flipH="false">
            <a:off x="660400" y="1130300"/>
            <a:ext cx="5537200" cy="2217118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副标题 2" descr="e52c3559-a19c-410d-934c-0d5ae1d6a468"/>
          <p:cNvSpPr>
            <a:spLocks noGrp="1"/>
          </p:cNvSpPr>
          <p:nvPr>
            <p:ph type="subTitle" idx="1" hasCustomPrompt="1"/>
          </p:nvPr>
        </p:nvSpPr>
        <p:spPr>
          <a:xfrm flipV="false" flipH="false">
            <a:off x="660400" y="3730149"/>
            <a:ext cx="4699000" cy="741982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2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文本占位符 3" descr="1ec29999-6a7f-4452-84a0-93a0227aac9e"/>
          <p:cNvSpPr>
            <a:spLocks noGrp="1"/>
          </p:cNvSpPr>
          <p:nvPr>
            <p:ph type="body" sz="quarter" idx="13" hasCustomPrompt="1"/>
          </p:nvPr>
        </p:nvSpPr>
        <p:spPr>
          <a:xfrm flipV="false" flipH="false">
            <a:off x="660400" y="5585460"/>
            <a:ext cx="3657600" cy="274320"/>
          </a:xfrm>
        </p:spPr>
        <p:txBody>
          <a:bodyPr anchor="ctr"/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5" name="文本占位符 4" descr="c9481a85-e307-430f-8323-4c0fb5c70cb7"/>
          <p:cNvSpPr>
            <a:spLocks noGrp="1"/>
          </p:cNvSpPr>
          <p:nvPr>
            <p:ph type="body" sz="quarter" idx="14" hasCustomPrompt="1"/>
          </p:nvPr>
        </p:nvSpPr>
        <p:spPr>
          <a:xfrm flipV="false" flipH="false">
            <a:off x="660400" y="5859780"/>
            <a:ext cx="3657600" cy="27432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 descr="034dbbd1-9014-4b29-9e82-e80c8441d87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内容占位符 2" descr="01ff9c57-9976-4cf6-8a81-6c1bca4ebd07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 descr="6df349f1-6c86-445e-9529-441ef160927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d6029b3d-79da-4e24-aa0a-6e297504950c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 descr="6a3ea4f3-75a2-4ecd-a79a-c242e76efe2f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Agenda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 descr="ae440c62-f9bf-4ac1-baf7-d6f4086167d8"/>
          <p:cNvSpPr>
            <a:spLocks noGrp="1"/>
          </p:cNvSpPr>
          <p:nvPr>
            <p:ph type="title" hasCustomPrompt="1"/>
          </p:nvPr>
        </p:nvSpPr>
        <p:spPr>
          <a:xfrm flipV="false" flipH="false">
            <a:off x="660400" y="1500187"/>
            <a:ext cx="2836562" cy="915667"/>
          </a:xfrm>
        </p:spPr>
        <p:txBody>
          <a:bodyPr anchor="t">
            <a:normAutofit/>
          </a:bodyPr>
          <a:lstStyle>
            <a:lvl1pPr algn="r">
              <a:defRPr sz="2800"/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3" name="内容占位符 2" descr="c9d4fe01-182a-4fa0-802d-3891b660f951"/>
          <p:cNvSpPr>
            <a:spLocks noGrp="1"/>
          </p:cNvSpPr>
          <p:nvPr>
            <p:ph sz="quarter" idx="1" hasCustomPrompt="1"/>
          </p:nvPr>
        </p:nvSpPr>
        <p:spPr>
          <a:xfrm flipV="false" flipH="false">
            <a:off x="3745078" y="1500188"/>
            <a:ext cx="7773821" cy="4633912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 descr="9eb975bb-a799-475b-957a-2741803ce68f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38db932d-86b4-4505-8867-cf99f431c15b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 descr="4dee9b63-47a0-45f4-beb1-37965dd3b19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直接连接符 6" descr="8958019a-ec17-4033-b16d-cd674c8ee93d"/>
          <p:cNvCxnSpPr/>
          <p:nvPr/>
        </p:nvCxnSpPr>
        <p:spPr>
          <a:xfrm flipH="1"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任意多边形: 形状 7" descr="fb365268-0344-455a-8e3a-655b0778fde0"/>
          <p:cNvSpPr>
            <a:spLocks noChangeAspect="1"/>
          </p:cNvSpPr>
          <p:nvPr/>
        </p:nvSpPr>
        <p:spPr bwMode="auto">
          <a:xfrm>
            <a:off x="2626456" y="5219207"/>
            <a:ext cx="870506" cy="915667"/>
          </a:xfrm>
          <a:custGeom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7" name="组合 6" descr="b48cb942-5db0-4464-908e-5141354d6b51"/>
          <p:cNvGrpSpPr/>
          <p:nvPr/>
        </p:nvGrpSpPr>
        <p:grpSpPr>
          <a:xfrm flipH="1">
            <a:off x="0" y="0"/>
            <a:ext cx="12192000" cy="6858000"/>
            <a:chOff x="0" y="267483"/>
            <a:chExt cx="12192000" cy="6858000"/>
          </a:xfrm>
        </p:grpSpPr>
        <p:pic>
          <p:nvPicPr>
            <p:cNvPr id="8" name="图片 7" descr="a498c7e4-ed8c-4919-9b73-37cce865d271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/>
                </a:ext>
              </a:extLst>
            </a:blip>
            <a:stretch>
              <a:fillRect/>
            </a:stretch>
          </p:blipFill>
          <p:spPr>
            <a:xfrm>
              <a:off x="0" y="273070"/>
              <a:ext cx="12192000" cy="6846827"/>
            </a:xfrm>
            <a:prstGeom prst="rect">
              <a:avLst/>
            </a:prstGeom>
          </p:spPr>
        </p:pic>
        <p:sp>
          <p:nvSpPr>
            <p:cNvPr id="9" name="矩形 8" descr="1635c7a8-7911-41b1-b459-ed2d61d665c1"/>
            <p:cNvSpPr/>
            <p:nvPr/>
          </p:nvSpPr>
          <p:spPr>
            <a:xfrm>
              <a:off x="0" y="267483"/>
              <a:ext cx="12192000" cy="6858000"/>
            </a:xfrm>
            <a:prstGeom prst="rect">
              <a:avLst/>
            </a:prstGeom>
            <a:gradFill flip="none" rotWithShape="1">
              <a:gsLst>
                <a:gs pos="4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 descr="9287d1e1-dca8-4e1f-bfc3-d2107bbdbd68"/>
          <p:cNvSpPr>
            <a:spLocks noGrp="1"/>
          </p:cNvSpPr>
          <p:nvPr>
            <p:ph type="title" hasCustomPrompt="1"/>
          </p:nvPr>
        </p:nvSpPr>
        <p:spPr>
          <a:xfrm flipV="false" flipH="false">
            <a:off x="6083300" y="1366095"/>
            <a:ext cx="5435600" cy="13716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文本占位符 2" descr="8fa4c7ce-a26a-4c3a-abd4-ab3a82024325"/>
          <p:cNvSpPr>
            <a:spLocks noGrp="1"/>
          </p:cNvSpPr>
          <p:nvPr>
            <p:ph type="body" idx="1" hasCustomPrompt="1"/>
          </p:nvPr>
        </p:nvSpPr>
        <p:spPr>
          <a:xfrm flipV="false" flipH="false">
            <a:off x="6083300" y="2743200"/>
            <a:ext cx="5435600" cy="27432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日期占位符 3" descr="8846f12b-1c1f-4829-8d5a-293d88e4fe7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03a1d64f-5bf0-4be7-ba58-598883e9c42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 descr="206968db-178d-487f-a871-744ba55b9f8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 descr="697f60e6-d590-4202-9a4a-bde26f963db9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日期占位符 2" descr="db26f01e-da97-4ea9-ae06-5b784155470f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 descr="e6e2f330-1454-45d2-891e-9e59b11fd19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 descr="e65648b5-ae38-459e-bd67-072c09f245c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日期占位符 1" descr="778e2132-4e21-4dd8-a9c1-49f6370c644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 descr="68d7dde5-900a-4836-b6af-32abd7927ec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 descr="46ede5f9-743d-453d-9143-ba082e1e8eed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Closing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3" name="组合 2" descr="25206680-3f80-4de5-939e-fba561c7ff1e"/>
          <p:cNvGrpSpPr/>
          <p:nvPr/>
        </p:nvGrpSpPr>
        <p:grpSpPr>
          <a:xfrm>
            <a:off x="0" y="0"/>
            <a:ext cx="12192000" cy="6858000"/>
            <a:chOff x="0" y="267483"/>
            <a:chExt cx="12192000" cy="6858000"/>
          </a:xfrm>
        </p:grpSpPr>
        <p:pic>
          <p:nvPicPr>
            <p:cNvPr id="6" name="图片 5" descr="03f1071b-2b60-4d19-8e6c-7cd388dc70db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/>
                </a:ext>
              </a:extLst>
            </a:blip>
            <a:stretch>
              <a:fillRect/>
            </a:stretch>
          </p:blipFill>
          <p:spPr>
            <a:xfrm>
              <a:off x="0" y="273070"/>
              <a:ext cx="12192000" cy="6846827"/>
            </a:xfrm>
            <a:prstGeom prst="rect">
              <a:avLst/>
            </a:prstGeom>
          </p:spPr>
        </p:pic>
        <p:sp>
          <p:nvSpPr>
            <p:cNvPr id="7" name="矩形 6" descr="b66e53d9-9d03-455e-9c28-1a921107aaa9"/>
            <p:cNvSpPr/>
            <p:nvPr/>
          </p:nvSpPr>
          <p:spPr>
            <a:xfrm>
              <a:off x="0" y="267483"/>
              <a:ext cx="12192000" cy="6858000"/>
            </a:xfrm>
            <a:prstGeom prst="rect">
              <a:avLst/>
            </a:prstGeom>
            <a:gradFill flip="none" rotWithShape="1">
              <a:gsLst>
                <a:gs pos="4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 descr="2db684a0-3761-46ca-886e-682017f6c84b"/>
          <p:cNvSpPr>
            <a:spLocks noGrp="1"/>
          </p:cNvSpPr>
          <p:nvPr>
            <p:ph type="title" hasCustomPrompt="1"/>
          </p:nvPr>
        </p:nvSpPr>
        <p:spPr>
          <a:xfrm flipV="false" flipH="false">
            <a:off x="660400" y="1130300"/>
            <a:ext cx="5181600" cy="3187700"/>
          </a:xfrm>
        </p:spPr>
        <p:txBody>
          <a:bodyPr anchor="ctr">
            <a:noAutofit/>
          </a:bodyPr>
          <a:lstStyle>
            <a:lvl1pPr>
              <a:defRPr sz="48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文本占位符 3" descr="4c650cd3-ec1c-4684-b664-3a69ed3794c0"/>
          <p:cNvSpPr>
            <a:spLocks noGrp="1"/>
          </p:cNvSpPr>
          <p:nvPr>
            <p:ph type="body" sz="quarter" idx="13" hasCustomPrompt="1"/>
          </p:nvPr>
        </p:nvSpPr>
        <p:spPr>
          <a:xfrm flipV="false" flipH="false">
            <a:off x="660400" y="5585460"/>
            <a:ext cx="3657600" cy="274320"/>
          </a:xfrm>
        </p:spPr>
        <p:txBody>
          <a:bodyPr anchor="ctr"/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5" name="文本占位符 4" descr="81bd86e2-8e27-465c-aa8a-dcdae838aa17"/>
          <p:cNvSpPr>
            <a:spLocks noGrp="1"/>
          </p:cNvSpPr>
          <p:nvPr>
            <p:ph type="body" sz="quarter" idx="14" hasCustomPrompt="1"/>
          </p:nvPr>
        </p:nvSpPr>
        <p:spPr>
          <a:xfrm flipV="false" flipH="false">
            <a:off x="660400" y="5859780"/>
            <a:ext cx="3657600" cy="27432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 flipV="false" flipH="false"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4" r:id="rId5"/>
    <p:sldLayoutId id="2147483655" r:id="rId6"/>
    <p:sldLayoutId id="2147483657" r:id="rId7"/>
  </p:sldLayoutIdLst>
  <p:transition/>
  <p:timing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6.xml.rels><?xml version="1.0" encoding="UTF-8" standalone="yes"?><Relationships xmlns="http://schemas.openxmlformats.org/package/2006/relationships"><Relationship Id="Rb26f525f700a49cf" Target="../slideLayouts/slideLayout1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2062bd0c4d71451c" Target="../slideLayouts/slideLayout3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29e88b3977f44114" Target="../slideLayouts/slideLayout4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11e705b3135f42e0" Target="../slideLayouts/slideLayout5.xml" Type="http://schemas.openxmlformats.org/officeDocument/2006/relationships/slideLayout"/><Relationship Id="rId1" Target="../tags/tag3322.xml" Type="http://schemas.openxmlformats.org/officeDocument/2006/relationships/tags"/></Relationships>
</file>

<file path=ppt/slides/_rels/slide10.xml.rels><?xml version="1.0" encoding="UTF-8" standalone="yes"?><Relationships xmlns="http://schemas.openxmlformats.org/package/2006/relationships"><Relationship Id="R4729a4652a3546ee" Target="../slideLayouts/slideLayout5.xml" Type="http://schemas.openxmlformats.org/officeDocument/2006/relationships/slideLayout"/><Relationship Id="rId2" Target="../tags/tag1423.xml" Type="http://schemas.openxmlformats.org/officeDocument/2006/relationships/tags"/></Relationships>
</file>

<file path=ppt/slides/_rels/slide11.xml.rels><?xml version="1.0" encoding="UTF-8" standalone="yes"?><Relationships xmlns="http://schemas.openxmlformats.org/package/2006/relationships"><Relationship Id="Rb65dbce9d9ee4d49" Target="../slideLayouts/slideLayout4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c1600aff97b74000" Target="../slideLayouts/slideLayout5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fbef17981dde4beb" Target="../slideLayouts/slideLayout5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735419ff701643cf" Target="../slideLayouts/slideLayout5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802dcc65a7d14226" Target="../slideLayouts/slideLayout5.xml" Type="http://schemas.openxmlformats.org/officeDocument/2006/relationships/slideLayout"/><Relationship Id="rId1" Target="../tags/tag14.xml" Type="http://schemas.openxmlformats.org/officeDocument/2006/relationships/tags"/></Relationships>
</file>

<file path=ppt/slides/_rels/slide16.xml.rels><?xml version="1.0" encoding="UTF-8" standalone="yes"?><Relationships xmlns="http://schemas.openxmlformats.org/package/2006/relationships"><Relationship Id="R38d4c571572e4466" Target="../slideLayouts/slideLayout5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dc7369bdc1f64578" Target="../slideLayouts/slideLayout4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f0cbc359f99f4634" Target="../slideLayouts/slideLayout5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7e61add4c6654ea3" Target="../slideLayouts/slideLayout5.xml" Type="http://schemas.openxmlformats.org/officeDocument/2006/relationships/slideLayout"/><Relationship Id="rId1" Target="../tags/tag6725.xml" Type="http://schemas.openxmlformats.org/officeDocument/2006/relationships/tags"/></Relationships>
</file>

<file path=ppt/slides/_rels/slide20.xml.rels><?xml version="1.0" encoding="UTF-8" standalone="yes"?><Relationships xmlns="http://schemas.openxmlformats.org/package/2006/relationships"><Relationship Id="R0ff5c8c710cd4d47" Target="../slideLayouts/slideLayout5.xml" Type="http://schemas.openxmlformats.org/officeDocument/2006/relationships/slideLayout"/><Relationship Id="rId1" Target="../tags/tag12426.xml" Type="http://schemas.openxmlformats.org/officeDocument/2006/relationships/tags"/></Relationships>
</file>

<file path=ppt/slides/_rels/slide21.xml.rels><?xml version="1.0" encoding="UTF-8" standalone="yes"?><Relationships xmlns="http://schemas.openxmlformats.org/package/2006/relationships"><Relationship Id="R5b13e6aab16a47c2" Target="../slideLayouts/slideLayout5.xml" Type="http://schemas.openxmlformats.org/officeDocument/2006/relationships/slideLayout"/><Relationship Id="rId1" Target="../tags/tag627.xml" Type="http://schemas.openxmlformats.org/officeDocument/2006/relationships/tags"/><Relationship Id="rId4" Target="../media/image122.jpg" Type="http://schemas.openxmlformats.org/officeDocument/2006/relationships/image"/><Relationship Id="rId5" Target="../media/pic-3b5f5704140847cea4cee528cc194832.jp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343fdbb38bd24692" Target="../slideLayouts/slideLayout5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c923dcb4bd464d2e" Target="../slideLayouts/slideLayout5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44886e7bb40a43c0" Target="../slideLayouts/slideLayout5.xml" Type="http://schemas.openxmlformats.org/officeDocument/2006/relationships/slideLayout"/><Relationship Id="rId1" Target="../tags/tag3728.xml" Type="http://schemas.openxmlformats.org/officeDocument/2006/relationships/tags"/></Relationships>
</file>

<file path=ppt/slides/_rels/slide25.xml.rels><?xml version="1.0" encoding="UTF-8" standalone="yes"?><Relationships xmlns="http://schemas.openxmlformats.org/package/2006/relationships"><Relationship Id="R591af2da65db46e2" Target="../slideLayouts/slideLayout5.xml" Type="http://schemas.openxmlformats.org/officeDocument/2006/relationships/slideLayout"/><Relationship Id="rId1" Target="../tags/tag19.xml" Type="http://schemas.openxmlformats.org/officeDocument/2006/relationships/tags"/></Relationships>
</file>

<file path=ppt/slides/_rels/slide26.xml.rels><?xml version="1.0" encoding="UTF-8" standalone="yes"?><Relationships xmlns="http://schemas.openxmlformats.org/package/2006/relationships"><Relationship Id="R2d57a48579a54c42" Target="../slideLayouts/slideLayout5.xml" Type="http://schemas.openxmlformats.org/officeDocument/2006/relationships/slideLayout"/><Relationship Id="rId1" Target="../tags/tag2210.xml" Type="http://schemas.openxmlformats.org/officeDocument/2006/relationships/tags"/></Relationships>
</file>

<file path=ppt/slides/_rels/slide27.xml.rels><?xml version="1.0" encoding="UTF-8" standalone="yes"?><Relationships xmlns="http://schemas.openxmlformats.org/package/2006/relationships"><Relationship Id="Rd1574549fda74d32" Target="../slideLayouts/slideLayout5.xml" Type="http://schemas.openxmlformats.org/officeDocument/2006/relationships/slideLayout"/><Relationship Id="rId1" Target="../tags/tag37211.xml" Type="http://schemas.openxmlformats.org/officeDocument/2006/relationships/tags"/></Relationships>
</file>

<file path=ppt/slides/_rels/slide28.xml.rels><?xml version="1.0" encoding="UTF-8" standalone="yes"?><Relationships xmlns="http://schemas.openxmlformats.org/package/2006/relationships"><Relationship Id="R5200b7aed2ef4151" Target="../slideLayouts/slideLayout4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2a826a56391b4d2b" Target="../slideLayouts/slideLayout5.xml" Type="http://schemas.openxmlformats.org/officeDocument/2006/relationships/slideLayout"/><Relationship Id="rId1" Target="../tags/tag23212.xml" Type="http://schemas.openxmlformats.org/officeDocument/2006/relationships/tags"/></Relationships>
</file>

<file path=ppt/slides/_rels/slide30.xml.rels><?xml version="1.0" encoding="UTF-8" standalone="yes"?><Relationships xmlns="http://schemas.openxmlformats.org/package/2006/relationships"><Relationship Id="R16ca7cd49d84494f" Target="../slideLayouts/slideLayout5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63ea778e26974b3a" Target="../slideLayouts/slideLayout5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820aec8207394079" Target="../slideLayouts/slideLayout4.xml" Type="http://schemas.openxmlformats.org/officeDocument/2006/relationships/slideLayout"/></Relationships>
</file>

<file path=ppt/slides/_rels/slide33.xml.rels><?xml version="1.0" encoding="UTF-8" standalone="yes"?><Relationships xmlns="http://schemas.openxmlformats.org/package/2006/relationships"><Relationship Id="R5c8de85d7d994b9e" Target="../slideLayouts/slideLayout5.xml" Type="http://schemas.openxmlformats.org/officeDocument/2006/relationships/slideLayout"/></Relationships>
</file>

<file path=ppt/slides/_rels/slide34.xml.rels><?xml version="1.0" encoding="UTF-8" standalone="yes"?><Relationships xmlns="http://schemas.openxmlformats.org/package/2006/relationships"><Relationship Id="R2718c827f6ef415c" Target="../slideLayouts/slideLayout5.xml" Type="http://schemas.openxmlformats.org/officeDocument/2006/relationships/slideLayout"/><Relationship Id="rId1" Target="../tags/tag124213.xml" Type="http://schemas.openxmlformats.org/officeDocument/2006/relationships/tags"/></Relationships>
</file>

<file path=ppt/slides/_rels/slide35.xml.rels><?xml version="1.0" encoding="UTF-8" standalone="yes"?><Relationships xmlns="http://schemas.openxmlformats.org/package/2006/relationships"><Relationship Id="R931c9f8354ef4272" Target="../slideLayouts/slideLayout5.xml" Type="http://schemas.openxmlformats.org/officeDocument/2006/relationships/slideLayout"/></Relationships>
</file>

<file path=ppt/slides/_rels/slide36.xml.rels><?xml version="1.0" encoding="UTF-8" standalone="yes"?><Relationships xmlns="http://schemas.openxmlformats.org/package/2006/relationships"><Relationship Id="R5a79e28e641f4057" Target="../slideLayouts/slideLayout4.xml" Type="http://schemas.openxmlformats.org/officeDocument/2006/relationships/slideLayout"/></Relationships>
</file>

<file path=ppt/slides/_rels/slide37.xml.rels><?xml version="1.0" encoding="UTF-8" standalone="yes"?><Relationships xmlns="http://schemas.openxmlformats.org/package/2006/relationships"><Relationship Id="Rc019db00e9414a0d" Target="../slideLayouts/slideLayout5.xml" Type="http://schemas.openxmlformats.org/officeDocument/2006/relationships/slideLayout"/></Relationships>
</file>

<file path=ppt/slides/_rels/slide38.xml.rels><?xml version="1.0" encoding="UTF-8" standalone="yes"?><Relationships xmlns="http://schemas.openxmlformats.org/package/2006/relationships"><Relationship Id="Rc66b737921cb4385" Target="../slideLayouts/slideLayout5.xml" Type="http://schemas.openxmlformats.org/officeDocument/2006/relationships/slideLayout"/></Relationships>
</file>

<file path=ppt/slides/_rels/slide39.xml.rels><?xml version="1.0" encoding="UTF-8" standalone="yes"?><Relationships xmlns="http://schemas.openxmlformats.org/package/2006/relationships"><Relationship Id="R5730ceeb250c411c" Target="../slideLayouts/slideLayout4.xml" Type="http://schemas.openxmlformats.org/officeDocument/2006/relationships/slideLayout"/></Relationships>
</file>

<file path=ppt/slides/_rels/slide40.xml.rels><?xml version="1.0" encoding="UTF-8" standalone="yes"?><Relationships xmlns="http://schemas.openxmlformats.org/package/2006/relationships"><Relationship Id="Rc5b9c607667c4075" Target="../slideLayouts/slideLayout5.xml" Type="http://schemas.openxmlformats.org/officeDocument/2006/relationships/slideLayout"/></Relationships>
</file>

<file path=ppt/slides/_rels/slide41.xml.rels><?xml version="1.0" encoding="UTF-8" standalone="yes"?><Relationships xmlns="http://schemas.openxmlformats.org/package/2006/relationships"><Relationship Id="R9432ce168ef84f9f" Target="../slideLayouts/slideLayout5.xml" Type="http://schemas.openxmlformats.org/officeDocument/2006/relationships/slideLayout"/></Relationships>
</file>

<file path=ppt/slides/_rels/slide42.xml.rels><?xml version="1.0" encoding="UTF-8" standalone="yes"?><Relationships xmlns="http://schemas.openxmlformats.org/package/2006/relationships"><Relationship Id="Re21fdd80343246cd" Target="../slideLayouts/slideLayout5.xml" Type="http://schemas.openxmlformats.org/officeDocument/2006/relationships/slideLayout"/><Relationship Id="rId1" Target="../tags/tag11214.xml" Type="http://schemas.openxmlformats.org/officeDocument/2006/relationships/tags"/></Relationships>
</file>

<file path=ppt/slides/_rels/slide43.xml.rels><?xml version="1.0" encoding="UTF-8" standalone="yes"?><Relationships xmlns="http://schemas.openxmlformats.org/package/2006/relationships"><Relationship Id="Rbce96649b9774ce0" Target="../slideLayouts/slideLayout5.xml" Type="http://schemas.openxmlformats.org/officeDocument/2006/relationships/slideLayout"/><Relationship Id="rId1" Target="../tags/tag17215.xml" Type="http://schemas.openxmlformats.org/officeDocument/2006/relationships/tags"/></Relationships>
</file>

<file path=ppt/slides/_rels/slide44.xml.rels><?xml version="1.0" encoding="UTF-8" standalone="yes"?><Relationships xmlns="http://schemas.openxmlformats.org/package/2006/relationships"><Relationship Id="Rca8eb43a967e4d4c" Target="../slideLayouts/slideLayout4.xml" Type="http://schemas.openxmlformats.org/officeDocument/2006/relationships/slideLayout"/></Relationships>
</file>

<file path=ppt/slides/_rels/slide45.xml.rels><?xml version="1.0" encoding="UTF-8" standalone="yes"?><Relationships xmlns="http://schemas.openxmlformats.org/package/2006/relationships"><Relationship Id="R32930f4745e64a70" Target="../slideLayouts/slideLayout5.xml" Type="http://schemas.openxmlformats.org/officeDocument/2006/relationships/slideLayout"/><Relationship Id="rId2" Target="../tags/tag116.xml" Type="http://schemas.openxmlformats.org/officeDocument/2006/relationships/tags"/></Relationships>
</file>

<file path=ppt/slides/_rels/slide46.xml.rels><?xml version="1.0" encoding="UTF-8" standalone="yes"?><Relationships xmlns="http://schemas.openxmlformats.org/package/2006/relationships"><Relationship Id="R020b636313994bbf" Target="../slideLayouts/slideLayout5.xml" Type="http://schemas.openxmlformats.org/officeDocument/2006/relationships/slideLayout"/></Relationships>
</file>

<file path=ppt/slides/_rels/slide47.xml.rels><?xml version="1.0" encoding="UTF-8" standalone="yes"?><Relationships xmlns="http://schemas.openxmlformats.org/package/2006/relationships"><Relationship Id="R467fe90324064604" Target="../slideLayouts/slideLayout5.xml" Type="http://schemas.openxmlformats.org/officeDocument/2006/relationships/slideLayout"/></Relationships>
</file>

<file path=ppt/slides/_rels/slide48.xml.rels><?xml version="1.0" encoding="UTF-8" standalone="yes"?><Relationships xmlns="http://schemas.openxmlformats.org/package/2006/relationships"><Relationship Id="Rc543baa0843146b5" Target="../slideLayouts/slideLayout5.xml" Type="http://schemas.openxmlformats.org/officeDocument/2006/relationships/slideLayout"/></Relationships>
</file>

<file path=ppt/slides/_rels/slide49.xml.rels><?xml version="1.0" encoding="UTF-8" standalone="yes"?><Relationships xmlns="http://schemas.openxmlformats.org/package/2006/relationships"><Relationship Id="R91c0c1d0cb274025" Target="../slideLayouts/slideLayout5.xml" Type="http://schemas.openxmlformats.org/officeDocument/2006/relationships/slideLayout"/></Relationships>
</file>

<file path=ppt/slides/_rels/slide50.xml.rels><?xml version="1.0" encoding="UTF-8" standalone="yes"?><Relationships xmlns="http://schemas.openxmlformats.org/package/2006/relationships"><Relationship Id="R6c77769d36e44d6e" Target="../slideLayouts/slideLayout4.xml" Type="http://schemas.openxmlformats.org/officeDocument/2006/relationships/slideLayout"/></Relationships>
</file>

<file path=ppt/slides/_rels/slide51.xml.rels><?xml version="1.0" encoding="UTF-8" standalone="yes"?><Relationships xmlns="http://schemas.openxmlformats.org/package/2006/relationships"><Relationship Id="Rd71aa8dbad1d4d10" Target="../slideLayouts/slideLayout5.xml" Type="http://schemas.openxmlformats.org/officeDocument/2006/relationships/slideLayout"/></Relationships>
</file>

<file path=ppt/slides/_rels/slide52.xml.rels><?xml version="1.0" encoding="UTF-8" standalone="yes"?><Relationships xmlns="http://schemas.openxmlformats.org/package/2006/relationships"><Relationship Id="R32cc0e23394f41ed" Target="../slideLayouts/slideLayout5.xml" Type="http://schemas.openxmlformats.org/officeDocument/2006/relationships/slideLayout"/></Relationships>
</file>

<file path=ppt/slides/_rels/slide53.xml.rels><?xml version="1.0" encoding="UTF-8" standalone="yes"?><Relationships xmlns="http://schemas.openxmlformats.org/package/2006/relationships"><Relationship Id="R2a78378b1cf94030" Target="../slideLayouts/slideLayout5.xml" Type="http://schemas.openxmlformats.org/officeDocument/2006/relationships/slideLayout"/></Relationships>
</file>

<file path=ppt/slides/_rels/slide54.xml.rels><?xml version="1.0" encoding="UTF-8" standalone="yes"?><Relationships xmlns="http://schemas.openxmlformats.org/package/2006/relationships"><Relationship Id="Ra735594115744833" Target="../slideLayouts/slideLayout4.xml" Type="http://schemas.openxmlformats.org/officeDocument/2006/relationships/slideLayout"/></Relationships>
</file>

<file path=ppt/slides/_rels/slide55.xml.rels><?xml version="1.0" encoding="UTF-8" standalone="yes"?><Relationships xmlns="http://schemas.openxmlformats.org/package/2006/relationships"><Relationship Id="R65408257dba74932" Target="../slideLayouts/slideLayout5.xml" Type="http://schemas.openxmlformats.org/officeDocument/2006/relationships/slideLayout"/><Relationship Id="rId2" Target="../tags/tag28217.xml" Type="http://schemas.openxmlformats.org/officeDocument/2006/relationships/tags"/></Relationships>
</file>

<file path=ppt/slides/_rels/slide56.xml.rels><?xml version="1.0" encoding="UTF-8" standalone="yes"?><Relationships xmlns="http://schemas.openxmlformats.org/package/2006/relationships"><Relationship Id="R0d69bf0132d24b4c" Target="../slideLayouts/slideLayout4.xml" Type="http://schemas.openxmlformats.org/officeDocument/2006/relationships/slideLayout"/></Relationships>
</file>

<file path=ppt/slides/_rels/slide57.xml.rels><?xml version="1.0" encoding="UTF-8" standalone="yes"?><Relationships xmlns="http://schemas.openxmlformats.org/package/2006/relationships"><Relationship Id="Rc341058255e142a8" Target="../slideLayouts/slideLayout5.xml" Type="http://schemas.openxmlformats.org/officeDocument/2006/relationships/slideLayout"/></Relationships>
</file>

<file path=ppt/slides/_rels/slide58.xml.rels><?xml version="1.0" encoding="UTF-8" standalone="yes"?><Relationships xmlns="http://schemas.openxmlformats.org/package/2006/relationships"><Relationship Id="R5bb50b432ce1444f" Target="../slideLayouts/slideLayout5.xml" Type="http://schemas.openxmlformats.org/officeDocument/2006/relationships/slideLayout"/></Relationships>
</file>

<file path=ppt/slides/_rels/slide59.xml.rels><?xml version="1.0" encoding="UTF-8" standalone="yes"?><Relationships xmlns="http://schemas.openxmlformats.org/package/2006/relationships"><Relationship Id="R6ad80efea032493b" Target="../slideLayouts/slideLayout7.xml" Type="http://schemas.openxmlformats.org/officeDocument/2006/relationships/slideLayout"/></Relationships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b82535f8-39aa-4276-b7b6-e31e1618085c" id="2" name=""/>
          <p:cNvSpPr>
            <a:spLocks noGrp="1"/>
          </p:cNvSpPr>
          <p:nvPr>
            <p:ph hasCustomPrompt="1" type="ctr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4800" u="none">
                <a:solidFill>
                  <a:srgbClr val="FFFF00"/>
                </a:solidFill>
                <a:latin typeface="Arial"/>
              </a:rPr>
              <a:t>GitHub项目深度分析器v4.5项目分析报告</a:t>
            </a:r>
          </a:p>
        </p:txBody>
      </p:sp>
      <p:sp>
        <p:nvSpPr>
          <p:cNvPr descr="e52c3559-a19c-410d-934c-0d5ae1d6a468" id="3" name=""/>
          <p:cNvSpPr>
            <a:spLocks noGrp="1"/>
          </p:cNvSpPr>
          <p:nvPr>
            <p:ph hasCustomPrompt="1" idx="1" type="subTitle"/>
          </p:nvPr>
        </p:nvSpPr>
        <p:spPr/>
        <p:txBody>
          <a:bodyPr anchorCtr="false"/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2400" u="none">
                <a:solidFill>
                  <a:srgbClr val="FFFFFF"/>
                </a:solidFill>
                <a:ea typeface="微软雅黑"/>
              </a:rPr>
              <a:t>全面解析项目评估与预测工具</a:t>
            </a:r>
          </a:p>
        </p:txBody>
      </p:sp>
      <p:sp>
        <p:nvSpPr>
          <p:cNvPr descr="1ec29999-6a7f-4452-84a0-93a0227aac9e" id="4" name=""/>
          <p:cNvSpPr>
            <a:spLocks noGrp="1"/>
          </p:cNvSpPr>
          <p:nvPr>
            <p:ph hasCustomPrompt="1" idx="13" sz="quarter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1110" u="none">
                <a:solidFill>
                  <a:srgbClr val="FFFFFF"/>
                </a:solidFill>
                <a:ea typeface="微软雅黑"/>
              </a:rPr>
              <a:t>报告人名称</a:t>
            </a:r>
          </a:p>
        </p:txBody>
      </p:sp>
      <p:sp>
        <p:nvSpPr>
          <p:cNvPr descr="c9481a85-e307-430f-8323-4c0fb5c70cb7" id="5" name=""/>
          <p:cNvSpPr>
            <a:spLocks noGrp="1"/>
          </p:cNvSpPr>
          <p:nvPr>
            <p:ph hasCustomPrompt="1" idx="14" sz="quarter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>
                <a:latin typeface="微软雅黑"/>
              </a:rPr>
              <a:t>20xx.xx.xx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ae440c62-f9bf-4ac1-baf7-d6f4086167d8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FFFFFF"/>
                </a:solidFill>
                <a:ea typeface="微软雅黑"/>
              </a:rPr>
              <a:t>目录</a:t>
            </a:r>
          </a:p>
        </p:txBody>
      </p:sp>
      <p:sp>
        <p:nvSpPr>
          <p:cNvPr descr="c9d4fe01-182a-4fa0-802d-3891b660f951" id="3" name=""/>
          <p:cNvSpPr>
            <a:spLocks noGrp="1"/>
          </p:cNvSpPr>
          <p:nvPr>
            <p:ph hasCustomPrompt="1" idx="1" sz="quarter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b="false" i="false" lang="en-US" sz="1800" u="none">
                <a:solidFill>
                  <a:srgbClr val="FFFFFF"/>
                </a:solidFill>
                <a:ea typeface="微软雅黑"/>
              </a:rPr>
              <a:t>项目概述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b="false" i="false" lang="en-US" sz="1800" u="none">
                <a:solidFill>
                  <a:srgbClr val="FFFFFF"/>
                </a:solidFill>
                <a:ea typeface="微软雅黑"/>
              </a:rPr>
              <a:t>核心功能模块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b="false" i="false" lang="en-US" sz="1800" u="none">
                <a:solidFill>
                  <a:srgbClr val="FFFFFF"/>
                </a:solidFill>
                <a:ea typeface="微软雅黑"/>
              </a:rPr>
              <a:t>指标获取与算法实现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b="false" i="false" lang="en-US" sz="1800" u="none">
                <a:solidFill>
                  <a:srgbClr val="FFFFFF"/>
                </a:solidFill>
                <a:ea typeface="微软雅黑"/>
              </a:rPr>
              <a:t>评价逻辑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b="false" i="false" lang="en-US" sz="1800" u="none">
                <a:solidFill>
                  <a:srgbClr val="FFFFFF"/>
                </a:solidFill>
                <a:ea typeface="微软雅黑"/>
              </a:rPr>
              <a:t>系统架构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b="false" i="false" lang="en-US" sz="1800" u="none">
                <a:solidFill>
                  <a:srgbClr val="FFFFFF"/>
                </a:solidFill>
                <a:ea typeface="微软雅黑"/>
              </a:rPr>
              <a:t>多项目对比功能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b="false" i="false" lang="en-US" sz="1800" u="none">
                <a:solidFill>
                  <a:srgbClr val="FFFFFF"/>
                </a:solidFill>
                <a:ea typeface="微软雅黑"/>
              </a:rPr>
              <a:t>技术栈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b="false" i="false" lang="en-US" sz="1800" u="none">
                <a:solidFill>
                  <a:srgbClr val="FFFFFF"/>
                </a:solidFill>
                <a:ea typeface="微软雅黑"/>
              </a:rPr>
              <a:t>应用场景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b="false" i="false" lang="en-US" sz="1800" u="none">
                <a:solidFill>
                  <a:srgbClr val="FFFFFF"/>
                </a:solidFill>
                <a:ea typeface="微软雅黑"/>
              </a:rPr>
              <a:t>设计合理性分析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b="false" i="false" lang="en-US" sz="1800" u="none">
                <a:solidFill>
                  <a:srgbClr val="FFFFFF"/>
                </a:solidFill>
                <a:ea typeface="微软雅黑"/>
              </a:rPr>
              <a:t>未来展望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b="false" i="false" lang="en-US" sz="1800" u="none">
                <a:solidFill>
                  <a:srgbClr val="FFFFFF"/>
                </a:solidFill>
                <a:ea typeface="微软雅黑"/>
              </a:rPr>
              <a:t>总结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9287d1e1-dca8-4e1f-bfc3-d2107bbdbd68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3600" u="none">
                <a:solidFill>
                  <a:srgbClr val="FFFFFF"/>
                </a:solidFill>
                <a:ea typeface="微软雅黑"/>
              </a:rPr>
              <a:t>项目概述</a:t>
            </a:r>
          </a:p>
        </p:txBody>
      </p:sp>
      <p:sp>
        <p:nvSpPr>
          <p:cNvPr descr="8fa4c7ce-a26a-4c3a-abd4-ab3a82024325" id="3" name=""/>
          <p:cNvSpPr>
            <a:spLocks noGrp="1"/>
          </p:cNvSpPr>
          <p:nvPr>
            <p:ph hasCustomPrompt="1" idx="1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1600" u="none">
                <a:solidFill>
                  <a:srgbClr val="FFFFFF"/>
                </a:solidFill>
                <a:ea typeface="微软雅黑"/>
              </a:rPr>
              <a:t>了解项目基本信息与核心改进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8dc0a238-2c5b-48f0-8a2d-3841d861d79c" id="22" name="009b53dd-bfec-41eb-9614-6f7b8d4a0096.source.4.zh-Hans.pptx">
            <a:extLst>
              <a:ext uri="{FF2B5EF4-FFF2-40B4-BE49-F238E27FC236}">
                <a16:creationId id="{5048A4A9-E2FD-EA41-E95F-F096590143BA}"/>
              </a:ext>
            </a:extLst>
          </p:cNvPr>
          <p:cNvGrpSpPr/>
          <p:nvPr/>
        </p:nvGrpSpPr>
        <p:grpSpPr>
          <a:xfrm>
            <a:off x="709187" y="1143000"/>
            <a:ext cx="10809713" cy="4991100"/>
            <a:chOff x="709187" y="1143000"/>
            <a:chExt cx="10809713" cy="4991100"/>
          </a:xfrm>
        </p:grpSpPr>
        <p:sp>
          <p:nvSpPr>
            <p:cNvPr descr="d3af96a6-06e6-4d5a-a8ae-5c33455a2b32" id="2" name="Title">
              <a:extLst>
                <a:ext uri="{FF2B5EF4-FFF2-40B4-BE49-F238E27FC236}">
                  <a16:creationId id="{A0A98F72-3F6E-AC92-288C-D4855D67C714}"/>
                </a:ext>
              </a:extLst>
            </p:cNvPr>
            <p:cNvSpPr txBox="1"/>
            <p:nvPr/>
          </p:nvSpPr>
          <p:spPr>
            <a:xfrm flipH="false" flipV="false">
              <a:off x="4616451" y="2159002"/>
              <a:ext cx="2946400" cy="2946398"/>
            </a:xfrm>
            <a:prstGeom prst="ellipse">
              <a:avLst/>
            </a:prstGeom>
            <a:noFill/>
            <a:ln algn="ctr" cap="flat" cmpd="sng" w="12700">
              <a:gradFill flip="none" rotWithShape="1">
                <a:gsLst>
                  <a:gs pos="26000">
                    <a:schemeClr val="accent1">
                      <a:lumMod val="100000"/>
                    </a:schemeClr>
                  </a:gs>
                  <a:gs pos="100000">
                    <a:schemeClr val="accent2"/>
                  </a:gs>
                </a:gsLst>
                <a:lin ang="13500000" scaled="1"/>
                <a:tileRect/>
              </a:gradFill>
              <a:prstDash val="solid"/>
              <a:miter lim="800000"/>
            </a:ln>
            <a:effectLst/>
          </p:spPr>
          <p:txBody>
            <a:bodyPr anchor="ctr" anchorCtr="false" rtlCol="0"/>
            <a:lstStyle>
              <a:defPPr>
                <a:defRPr lang="en-US"/>
              </a:defPPr>
              <a:lvl1pPr algn="ctr">
                <a:defRPr kern="0">
                  <a:solidFill>
                    <a:schemeClr val="bg1"/>
                  </a:solidFill>
                  <a:latin charset="-122" panose="020B0503020204020204" pitchFamily="34" typeface="微软雅黑"/>
                  <a:ea charset="-122" panose="020B0503020204020204" pitchFamily="34" typeface="微软雅黑"/>
                </a:defRPr>
              </a:lvl1pPr>
            </a:lstStyle>
            <a:p>
              <a:pPr algn="ctr"/>
              <a:r>
                <a:rPr b="true" i="false" lang="en-US" sz="2400" u="none">
                  <a:solidFill>
                    <a:srgbClr val="FFFFFF"/>
                  </a:solidFill>
                  <a:ea typeface="微软雅黑"/>
                </a:rPr>
                <a:t>项目核心功能与作用</a:t>
              </a:r>
            </a:p>
          </p:txBody>
        </p:sp>
        <p:sp>
          <p:nvSpPr>
            <p:cNvPr descr="4b98874b-27d1-4b81-ae02-53e705064666" id="24" name="任意多边形: 形状 23">
              <a:extLst>
                <a:ext uri="{FF2B5EF4-FFF2-40B4-BE49-F238E27FC236}">
                  <a16:creationId id="{AFEA46E2-9128-E2B7-75D5-DCA2D5E66B84}"/>
                </a:ext>
              </a:extLst>
            </p:cNvPr>
            <p:cNvSpPr/>
            <p:nvPr/>
          </p:nvSpPr>
          <p:spPr>
            <a:xfrm flipH="false" flipV="false" rot="16200000">
              <a:off x="3301045" y="3350757"/>
              <a:ext cx="218790" cy="562886"/>
            </a:xfrm>
            <a:custGeom>
              <a:avLst/>
              <a:gdLst>
                <a:gd fmla="*/ 431804 w 431804" name="connsiteX0"/>
                <a:gd fmla="*/ 1110911 h 1110911" name="connsiteY0"/>
                <a:gd fmla="*/ 0 w 431804" name="connsiteX1"/>
                <a:gd fmla="*/ 1110911 h 1110911" name="connsiteY1"/>
                <a:gd fmla="*/ 215902 w 431804" name="connsiteX2"/>
                <a:gd fmla="*/ 780895 h 1110911" name="connsiteY2"/>
                <a:gd fmla="*/ 431804 w 431804" name="connsiteX3"/>
                <a:gd fmla="*/ 720464 h 1110911" name="connsiteY3"/>
                <a:gd fmla="*/ 0 w 431804" name="connsiteX4"/>
                <a:gd fmla="*/ 720464 h 1110911" name="connsiteY4"/>
                <a:gd fmla="*/ 215902 w 431804" name="connsiteX5"/>
                <a:gd fmla="*/ 390448 h 1110911" name="connsiteY5"/>
                <a:gd fmla="*/ 431804 w 431804" name="connsiteX6"/>
                <a:gd fmla="*/ 330016 h 1110911" name="connsiteY6"/>
                <a:gd fmla="*/ 0 w 431804" name="connsiteX7"/>
                <a:gd fmla="*/ 330016 h 1110911" name="connsiteY7"/>
                <a:gd fmla="*/ 215902 w 431804" name="connsiteX8"/>
                <a:gd fmla="*/ 0 h 1110911" name="connsiteY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b="b" l="l" r="r" t="t"/>
              <a:pathLst>
                <a:path h="1110911" w="431804">
                  <a:moveTo>
                    <a:pt x="431804" y="1110911"/>
                  </a:moveTo>
                  <a:lnTo>
                    <a:pt x="0" y="1110911"/>
                  </a:lnTo>
                  <a:lnTo>
                    <a:pt x="215902" y="780895"/>
                  </a:lnTo>
                  <a:close/>
                  <a:moveTo>
                    <a:pt x="431804" y="720464"/>
                  </a:moveTo>
                  <a:lnTo>
                    <a:pt x="0" y="720464"/>
                  </a:lnTo>
                  <a:lnTo>
                    <a:pt x="215902" y="390448"/>
                  </a:lnTo>
                  <a:close/>
                  <a:moveTo>
                    <a:pt x="431804" y="330016"/>
                  </a:moveTo>
                  <a:lnTo>
                    <a:pt x="0" y="330016"/>
                  </a:lnTo>
                  <a:lnTo>
                    <a:pt x="215902" y="0"/>
                  </a:lnTo>
                  <a:close/>
                </a:path>
              </a:pathLst>
            </a:custGeom>
            <a:gradFill flip="none" rotWithShape="1">
              <a:gsLst>
                <a:gs pos="22000">
                  <a:schemeClr val="accent2"/>
                </a:gs>
                <a:gs pos="81000">
                  <a:schemeClr val="accent1"/>
                </a:gs>
              </a:gsLst>
              <a:lin ang="10800000" scaled="1"/>
              <a:tileRect/>
            </a:gra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<a:prstTxWarp prst="textNoShape">
                <a:avLst/>
              </a:prstTxWarp>
              <a:noAutofit/>
            </a:bodyPr>
            <a:lstStyle/>
            <a:p>
              <a:pPr algn="ctr"/>
            </a:p>
          </p:txBody>
        </p:sp>
        <p:sp>
          <p:nvSpPr>
            <p:cNvPr descr="73ada4a0-58d1-43fc-873b-caf54e59614c" id="25" name="任意多边形: 形状 24">
              <a:extLst>
                <a:ext uri="{FF2B5EF4-FFF2-40B4-BE49-F238E27FC236}">
                  <a16:creationId id="{5ED04FF2-A28B-B2B9-8D68-D1F4AEF42C91}"/>
                </a:ext>
              </a:extLst>
            </p:cNvPr>
            <p:cNvSpPr/>
            <p:nvPr/>
          </p:nvSpPr>
          <p:spPr>
            <a:xfrm flipH="true" flipV="false" rot="5400000">
              <a:off x="8659465" y="3350757"/>
              <a:ext cx="218790" cy="562886"/>
            </a:xfrm>
            <a:custGeom>
              <a:avLst/>
              <a:gdLst>
                <a:gd fmla="*/ 431804 w 431804" name="connsiteX0"/>
                <a:gd fmla="*/ 1110911 h 1110911" name="connsiteY0"/>
                <a:gd fmla="*/ 0 w 431804" name="connsiteX1"/>
                <a:gd fmla="*/ 1110911 h 1110911" name="connsiteY1"/>
                <a:gd fmla="*/ 215902 w 431804" name="connsiteX2"/>
                <a:gd fmla="*/ 780895 h 1110911" name="connsiteY2"/>
                <a:gd fmla="*/ 431804 w 431804" name="connsiteX3"/>
                <a:gd fmla="*/ 720464 h 1110911" name="connsiteY3"/>
                <a:gd fmla="*/ 0 w 431804" name="connsiteX4"/>
                <a:gd fmla="*/ 720464 h 1110911" name="connsiteY4"/>
                <a:gd fmla="*/ 215902 w 431804" name="connsiteX5"/>
                <a:gd fmla="*/ 390448 h 1110911" name="connsiteY5"/>
                <a:gd fmla="*/ 431804 w 431804" name="connsiteX6"/>
                <a:gd fmla="*/ 330016 h 1110911" name="connsiteY6"/>
                <a:gd fmla="*/ 0 w 431804" name="connsiteX7"/>
                <a:gd fmla="*/ 330016 h 1110911" name="connsiteY7"/>
                <a:gd fmla="*/ 215902 w 431804" name="connsiteX8"/>
                <a:gd fmla="*/ 0 h 1110911" name="connsiteY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b="b" l="l" r="r" t="t"/>
              <a:pathLst>
                <a:path h="1110911" w="431804">
                  <a:moveTo>
                    <a:pt x="431804" y="1110911"/>
                  </a:moveTo>
                  <a:lnTo>
                    <a:pt x="0" y="1110911"/>
                  </a:lnTo>
                  <a:lnTo>
                    <a:pt x="215902" y="780895"/>
                  </a:lnTo>
                  <a:close/>
                  <a:moveTo>
                    <a:pt x="431804" y="720464"/>
                  </a:moveTo>
                  <a:lnTo>
                    <a:pt x="0" y="720464"/>
                  </a:lnTo>
                  <a:lnTo>
                    <a:pt x="215902" y="390448"/>
                  </a:lnTo>
                  <a:close/>
                  <a:moveTo>
                    <a:pt x="431804" y="330016"/>
                  </a:moveTo>
                  <a:lnTo>
                    <a:pt x="0" y="330016"/>
                  </a:lnTo>
                  <a:lnTo>
                    <a:pt x="215902" y="0"/>
                  </a:lnTo>
                  <a:close/>
                </a:path>
              </a:pathLst>
            </a:custGeom>
            <a:gradFill flip="none" rotWithShape="1">
              <a:gsLst>
                <a:gs pos="22000">
                  <a:schemeClr val="accent2"/>
                </a:gs>
                <a:gs pos="81000">
                  <a:schemeClr val="accent1"/>
                </a:gs>
              </a:gsLst>
              <a:lin ang="10800000" scaled="1"/>
              <a:tileRect/>
            </a:gra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<a:prstTxWarp prst="textNoShape">
                <a:avLst/>
              </a:prstTxWarp>
              <a:noAutofit/>
            </a:bodyPr>
            <a:lstStyle/>
            <a:p>
              <a:pPr algn="ctr"/>
            </a:p>
          </p:txBody>
        </p:sp>
        <p:cxnSp>
          <p:nvCxnSpPr>
            <p:cNvPr descr="52e88ca9-8216-4a51-ad77-b9394b10643e" id="43" name="直接连接符 42">
              <a:extLst>
                <a:ext uri="{FF2B5EF4-FFF2-40B4-BE49-F238E27FC236}">
                  <a16:creationId id="{D79BA855-B127-E7F0-D34F-BE0C71DD4BD8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709187" y="1918715"/>
              <a:ext cx="3125669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1"/>
                  </a:gs>
                  <a:gs pos="99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0c932af6-bd68-48d0-b211-74d328319adb" id="59" name="直接连接符 58">
              <a:extLst>
                <a:ext uri="{FF2B5EF4-FFF2-40B4-BE49-F238E27FC236}">
                  <a16:creationId id="{DE8D2C7B-8FB7-F3CA-41B6-AD41C37D3C50}"/>
                </a:ext>
              </a:extLst>
            </p:cNvPr>
            <p:cNvCxnSpPr>
              <a:cxnSpLocks/>
            </p:cNvCxnSpPr>
            <p:nvPr/>
          </p:nvCxnSpPr>
          <p:spPr>
            <a:xfrm flipH="true" flipV="false">
              <a:off x="8393231" y="1918715"/>
              <a:ext cx="3125669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1"/>
                  </a:gs>
                  <a:gs pos="99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c03d6081-6aff-41c2-b4b7-a4b1e5cd932e" id="63" name="直接连接符 62">
              <a:extLst>
                <a:ext uri="{FF2B5EF4-FFF2-40B4-BE49-F238E27FC236}">
                  <a16:creationId id="{772154C9-8E40-B0B1-0C5E-FC7972467636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709187" y="4740474"/>
              <a:ext cx="3125669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1"/>
                  </a:gs>
                  <a:gs pos="99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705bd11f-6854-4d37-a48a-d536741844f8" id="67" name="直接连接符 66">
              <a:extLst>
                <a:ext uri="{FF2B5EF4-FFF2-40B4-BE49-F238E27FC236}">
                  <a16:creationId id="{43DA710E-68E8-A429-4C59-6E559C0206B4}"/>
                </a:ext>
              </a:extLst>
            </p:cNvPr>
            <p:cNvCxnSpPr>
              <a:cxnSpLocks/>
            </p:cNvCxnSpPr>
            <p:nvPr/>
          </p:nvCxnSpPr>
          <p:spPr>
            <a:xfrm flipH="true" flipV="false">
              <a:off x="8393231" y="4740474"/>
              <a:ext cx="3125669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1"/>
                  </a:gs>
                  <a:gs pos="99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descr="f4b35db2-f369-4501-a1f6-b9a37aef41b9" id="6" name="组合 5">
              <a:extLst>
                <a:ext uri="{FF2B5EF4-FFF2-40B4-BE49-F238E27FC236}">
                  <a16:creationId id="{44EE645F-923A-4E1E-CEFF-292ED7BC8E5B}"/>
                </a:ext>
              </a:extLst>
            </p:cNvPr>
            <p:cNvGrpSpPr/>
            <p:nvPr/>
          </p:nvGrpSpPr>
          <p:grpSpPr>
            <a:xfrm>
              <a:off x="709187" y="1143000"/>
              <a:ext cx="7635257" cy="4743993"/>
              <a:chOff x="709187" y="1143000"/>
              <a:chExt cx="7635257" cy="4743993"/>
            </a:xfrm>
          </p:grpSpPr>
          <p:sp>
            <p:nvSpPr>
              <p:cNvPr descr="043b3b9f-b518-45d8-9047-dfb554aa05b3" id="3" name="Shape1">
                <a:extLst>
                  <a:ext uri="{FF2B5EF4-FFF2-40B4-BE49-F238E27FC236}">
                    <a16:creationId id="{9BAB31E5-A7C9-F48D-C839-C3ECFEB63E7A}"/>
                  </a:ext>
                </a:extLst>
              </p:cNvPr>
              <p:cNvSpPr/>
              <p:nvPr/>
            </p:nvSpPr>
            <p:spPr>
              <a:xfrm flipH="false" flipV="false">
                <a:off x="3834857" y="1377408"/>
                <a:ext cx="4509587" cy="4509585"/>
              </a:xfrm>
              <a:prstGeom prst="blockArc">
                <a:avLst>
                  <a:gd fmla="val 11456595" name="adj1"/>
                  <a:gd fmla="val 16080508" name="adj2"/>
                  <a:gd fmla="val 14469" name="adj3"/>
                </a:avLst>
              </a:prstGeom>
              <a:gradFill flip="none" rotWithShape="1">
                <a:gsLst>
                  <a:gs pos="10000">
                    <a:schemeClr val="accent2">
                      <a:alpha val="0"/>
                    </a:schemeClr>
                  </a:gs>
                  <a:gs pos="100000">
                    <a:schemeClr val="accent2">
                      <a:alpha val="40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7ce42edd-bf20-4a12-8aa9-91c222feb70e" id="4" name="Number1">
                <a:extLst>
                  <a:ext uri="{FF2B5EF4-FFF2-40B4-BE49-F238E27FC236}">
                    <a16:creationId id="{09916E70-E077-E839-E2B2-44A459E53619}"/>
                  </a:ext>
                </a:extLst>
              </p:cNvPr>
              <p:cNvSpPr/>
              <p:nvPr/>
            </p:nvSpPr>
            <p:spPr>
              <a:xfrm flipH="false" flipV="false">
                <a:off x="5707435" y="1377407"/>
                <a:ext cx="653008" cy="653008"/>
              </a:xfrm>
              <a:prstGeom prst="ellipse">
                <a:avLst/>
              </a:prstGeom>
              <a:gradFill flip="none" rotWithShape="1">
                <a:gsLst>
                  <a:gs pos="22000">
                    <a:schemeClr val="accent2"/>
                  </a:gs>
                  <a:gs pos="81000">
                    <a:schemeClr val="accent1"/>
                  </a:gs>
                </a:gsLst>
                <a:lin ang="2700000" scaled="1"/>
                <a:tileRect/>
              </a:gradFill>
              <a:ln w="635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none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1</a:t>
                </a:r>
              </a:p>
            </p:txBody>
          </p:sp>
          <p:sp>
            <p:nvSpPr>
              <p:cNvPr descr="3a3ffb1c-84ee-4f8b-b0f4-087de0a15c04" id="26" name="Bullet1">
                <a:extLst>
                  <a:ext uri="{FF2B5EF4-FFF2-40B4-BE49-F238E27FC236}">
                    <a16:creationId id="{73BC7BC3-226C-3019-F646-3761DB2D7D2C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709187" y="1143000"/>
                <a:ext cx="3125668" cy="7215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b" anchorCtr="false" bIns="45720" lIns="91440" rIns="91440" tIns="45720" wrap="square">
                <a:normAutofit/>
              </a:bodyPr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trike="noStrike" sz="1600" u="none">
                    <a:solidFill>
                      <a:srgbClr val="FFFFFF"/>
                    </a:solidFill>
                    <a:ea typeface="微软雅黑"/>
                  </a:rPr>
                  <a:t>综合评估工具</a:t>
                </a:r>
              </a:p>
            </p:txBody>
          </p:sp>
          <p:sp>
            <p:nvSpPr>
              <p:cNvPr descr="fe8eda2a-c72d-4524-b22a-f290719dae77" id="27" name="Text1">
                <a:extLst>
                  <a:ext uri="{FF2B5EF4-FFF2-40B4-BE49-F238E27FC236}">
                    <a16:creationId id="{2597F5E3-FA49-C746-40F8-E943FFDA513D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709187" y="1972890"/>
                <a:ext cx="3125669" cy="13394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000" u="none">
                    <a:solidFill>
                      <a:srgbClr val="FFFFFF"/>
                    </a:solidFill>
                    <a:ea typeface="微软雅黑"/>
                  </a:rPr>
                  <a:t>结合多种算法与技术，对GitHub项目进行综合评估和预测。</a:t>
                </a:r>
              </a:p>
            </p:txBody>
          </p:sp>
        </p:grpSp>
        <p:grpSp>
          <p:nvGrpSpPr>
            <p:cNvPr descr="ffa04ce2-2fb0-43f9-a602-25c9cbee7768" id="20" name="组合 19">
              <a:extLst>
                <a:ext uri="{FF2B5EF4-FFF2-40B4-BE49-F238E27FC236}">
                  <a16:creationId id="{594ACA3F-AEDD-E2C4-F62E-ED6AD657A54D}"/>
                </a:ext>
              </a:extLst>
            </p:cNvPr>
            <p:cNvGrpSpPr/>
            <p:nvPr/>
          </p:nvGrpSpPr>
          <p:grpSpPr>
            <a:xfrm>
              <a:off x="3834858" y="1143000"/>
              <a:ext cx="7684042" cy="4743994"/>
              <a:chOff x="3834858" y="1143000"/>
              <a:chExt cx="7684042" cy="4743994"/>
            </a:xfrm>
          </p:grpSpPr>
          <p:sp>
            <p:nvSpPr>
              <p:cNvPr descr="29e992f9-d8cd-43ed-877e-ac7519c13287" id="13" name="Shape2">
                <a:extLst>
                  <a:ext uri="{FF2B5EF4-FFF2-40B4-BE49-F238E27FC236}">
                    <a16:creationId id="{F545D04E-2F46-5011-89DF-6FF57A8E74D3}"/>
                  </a:ext>
                </a:extLst>
              </p:cNvPr>
              <p:cNvSpPr/>
              <p:nvPr/>
            </p:nvSpPr>
            <p:spPr>
              <a:xfrm flipH="false" flipV="false" rot="5400000">
                <a:off x="3834857" y="1377408"/>
                <a:ext cx="4509587" cy="4509585"/>
              </a:xfrm>
              <a:prstGeom prst="blockArc">
                <a:avLst>
                  <a:gd fmla="val 11456595" name="adj1"/>
                  <a:gd fmla="val 16080508" name="adj2"/>
                  <a:gd fmla="val 14469" name="adj3"/>
                </a:avLst>
              </a:prstGeom>
              <a:gradFill flip="none" rotWithShape="1">
                <a:gsLst>
                  <a:gs pos="10000">
                    <a:schemeClr val="accent2">
                      <a:alpha val="0"/>
                    </a:schemeClr>
                  </a:gs>
                  <a:gs pos="100000">
                    <a:schemeClr val="accent2">
                      <a:alpha val="40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a70f7a1b-4ae4-46f2-a8d5-a3bf1a56450f" id="14" name="Number2">
                <a:extLst>
                  <a:ext uri="{FF2B5EF4-FFF2-40B4-BE49-F238E27FC236}">
                    <a16:creationId id="{1CCD9926-6AB0-F425-CB1B-59C654DA3684}"/>
                  </a:ext>
                </a:extLst>
              </p:cNvPr>
              <p:cNvSpPr/>
              <p:nvPr/>
            </p:nvSpPr>
            <p:spPr>
              <a:xfrm flipH="false" flipV="false">
                <a:off x="7691436" y="3249986"/>
                <a:ext cx="653008" cy="653008"/>
              </a:xfrm>
              <a:prstGeom prst="ellipse">
                <a:avLst/>
              </a:prstGeom>
              <a:gradFill flip="none" rotWithShape="1">
                <a:gsLst>
                  <a:gs pos="22000">
                    <a:schemeClr val="accent2"/>
                  </a:gs>
                  <a:gs pos="81000">
                    <a:schemeClr val="accent1"/>
                  </a:gs>
                </a:gsLst>
                <a:lin ang="2700000" scaled="1"/>
                <a:tileRect/>
              </a:gradFill>
              <a:ln w="635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none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2</a:t>
                </a:r>
              </a:p>
            </p:txBody>
          </p:sp>
          <p:sp>
            <p:nvSpPr>
              <p:cNvPr descr="5fb574dd-8116-4460-9ad1-df200642b706" id="57" name="Bullet2">
                <a:extLst>
                  <a:ext uri="{FF2B5EF4-FFF2-40B4-BE49-F238E27FC236}">
                    <a16:creationId id="{DA42CFB5-39ED-457E-1AC1-A2C02C6804A3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8393231" y="1143000"/>
                <a:ext cx="3125668" cy="7215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b" anchorCtr="false" bIns="45720" lIns="91440" rIns="91440" tIns="45720" wrap="square">
                <a:normAutofit/>
              </a:bodyPr>
              <a:lstStyle/>
              <a:p>
                <a:pPr algn="r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trike="noStrike" sz="1600" u="none">
                    <a:solidFill>
                      <a:srgbClr val="FFFFFF"/>
                    </a:solidFill>
                    <a:ea typeface="微软雅黑"/>
                  </a:rPr>
                  <a:t>项目层级分类</a:t>
                </a:r>
              </a:p>
            </p:txBody>
          </p:sp>
          <p:sp>
            <p:nvSpPr>
              <p:cNvPr descr="4569c93d-ac75-46da-8631-7a6124904e9b" id="58" name="Text2">
                <a:extLst>
                  <a:ext uri="{FF2B5EF4-FFF2-40B4-BE49-F238E27FC236}">
                    <a16:creationId id="{1B712F17-547B-11EF-1938-E3A0CBAD3C11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8393231" y="1972890"/>
                <a:ext cx="3125669" cy="13394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r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000" u="none">
                    <a:solidFill>
                      <a:srgbClr val="FFFFFF"/>
                    </a:solidFill>
                    <a:ea typeface="微软雅黑"/>
                  </a:rPr>
                  <a:t>提供项目的层级分类，帮助用户了解项目所处阶段。</a:t>
                </a:r>
              </a:p>
            </p:txBody>
          </p:sp>
        </p:grpSp>
        <p:grpSp>
          <p:nvGrpSpPr>
            <p:cNvPr descr="3f3a8f9f-95ad-4dbe-930a-2efdbc94aa03" id="12" name="组合 11">
              <a:extLst>
                <a:ext uri="{FF2B5EF4-FFF2-40B4-BE49-F238E27FC236}">
                  <a16:creationId id="{29DE13B3-364A-379D-89EE-1DDD8B9FA2BA}"/>
                </a:ext>
              </a:extLst>
            </p:cNvPr>
            <p:cNvGrpSpPr/>
            <p:nvPr/>
          </p:nvGrpSpPr>
          <p:grpSpPr>
            <a:xfrm>
              <a:off x="3834857" y="1377407"/>
              <a:ext cx="7684043" cy="4756693"/>
              <a:chOff x="3834857" y="1377407"/>
              <a:chExt cx="7684043" cy="4756693"/>
            </a:xfrm>
          </p:grpSpPr>
          <p:sp>
            <p:nvSpPr>
              <p:cNvPr descr="beacb03e-0f3d-408e-b16a-3b2979bc3b14" id="10" name="Shape3">
                <a:extLst>
                  <a:ext uri="{FF2B5EF4-FFF2-40B4-BE49-F238E27FC236}">
                    <a16:creationId id="{B2540E79-D074-DADB-C6AD-FD3B4542E352}"/>
                  </a:ext>
                </a:extLst>
              </p:cNvPr>
              <p:cNvSpPr/>
              <p:nvPr/>
            </p:nvSpPr>
            <p:spPr>
              <a:xfrm flipH="false" flipV="false" rot="10800000">
                <a:off x="3834857" y="1377407"/>
                <a:ext cx="4509587" cy="4509585"/>
              </a:xfrm>
              <a:prstGeom prst="blockArc">
                <a:avLst>
                  <a:gd fmla="val 11456595" name="adj1"/>
                  <a:gd fmla="val 16080508" name="adj2"/>
                  <a:gd fmla="val 14469" name="adj3"/>
                </a:avLst>
              </a:prstGeom>
              <a:gradFill flip="none" rotWithShape="1">
                <a:gsLst>
                  <a:gs pos="10000">
                    <a:schemeClr val="accent2">
                      <a:alpha val="0"/>
                    </a:schemeClr>
                  </a:gs>
                  <a:gs pos="100000">
                    <a:schemeClr val="accent2">
                      <a:alpha val="40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4c0964ea-511b-4bcc-abe0-2a218408adaf" id="11" name="Number3">
                <a:extLst>
                  <a:ext uri="{FF2B5EF4-FFF2-40B4-BE49-F238E27FC236}">
                    <a16:creationId id="{960A1471-1EBB-A935-2639-9D83924EC86C}"/>
                  </a:ext>
                </a:extLst>
              </p:cNvPr>
              <p:cNvSpPr/>
              <p:nvPr/>
            </p:nvSpPr>
            <p:spPr>
              <a:xfrm flipH="true" flipV="true" rot="10800000">
                <a:off x="5818858" y="5233985"/>
                <a:ext cx="653008" cy="653008"/>
              </a:xfrm>
              <a:prstGeom prst="ellipse">
                <a:avLst/>
              </a:prstGeom>
              <a:gradFill flip="none" rotWithShape="1">
                <a:gsLst>
                  <a:gs pos="22000">
                    <a:schemeClr val="accent2"/>
                  </a:gs>
                  <a:gs pos="81000">
                    <a:schemeClr val="accent1"/>
                  </a:gs>
                </a:gsLst>
                <a:lin ang="2700000" scaled="1"/>
                <a:tileRect/>
              </a:gradFill>
              <a:ln w="635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none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3</a:t>
                </a:r>
              </a:p>
            </p:txBody>
          </p:sp>
          <p:sp>
            <p:nvSpPr>
              <p:cNvPr descr="69ea094f-6dc0-4a58-85e6-a1d30729de3d" id="65" name="Bullet3">
                <a:extLst>
                  <a:ext uri="{FF2B5EF4-FFF2-40B4-BE49-F238E27FC236}">
                    <a16:creationId id="{8AC10576-0851-AA9E-CFDB-E62DAC647534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8393231" y="3964759"/>
                <a:ext cx="3125668" cy="7215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b" anchorCtr="false" bIns="45720" lIns="91440" rIns="91440" tIns="45720" wrap="square">
                <a:normAutofit/>
              </a:bodyPr>
              <a:lstStyle/>
              <a:p>
                <a:pPr algn="r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trike="noStrike" sz="1600" u="none">
                    <a:solidFill>
                      <a:srgbClr val="FFFFFF"/>
                    </a:solidFill>
                    <a:ea typeface="微软雅黑"/>
                  </a:rPr>
                  <a:t>趋势预测功能</a:t>
                </a:r>
              </a:p>
            </p:txBody>
          </p:sp>
          <p:sp>
            <p:nvSpPr>
              <p:cNvPr descr="b8b6aeed-9748-44ef-a863-9d29b66bdb83" id="66" name="Text3">
                <a:extLst>
                  <a:ext uri="{FF2B5EF4-FFF2-40B4-BE49-F238E27FC236}">
                    <a16:creationId id="{6EC0EB6A-1D88-FBC3-AAB0-C232CF5E14CA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8393231" y="4794649"/>
                <a:ext cx="3125669" cy="13394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r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000" u="none">
                    <a:solidFill>
                      <a:srgbClr val="FFFFFF"/>
                    </a:solidFill>
                    <a:ea typeface="微软雅黑"/>
                  </a:rPr>
                  <a:t>可预测项目的趋势，为决策提供有力支持。</a:t>
                </a:r>
              </a:p>
            </p:txBody>
          </p:sp>
        </p:grpSp>
        <p:grpSp>
          <p:nvGrpSpPr>
            <p:cNvPr descr="20c41eb5-8de7-4c72-80de-c08efb5b9aa9" id="9" name="组合 8">
              <a:extLst>
                <a:ext uri="{FF2B5EF4-FFF2-40B4-BE49-F238E27FC236}">
                  <a16:creationId id="{AEC5298C-2D15-C47F-98D6-3A5AC387161A}"/>
                </a:ext>
              </a:extLst>
            </p:cNvPr>
            <p:cNvGrpSpPr/>
            <p:nvPr/>
          </p:nvGrpSpPr>
          <p:grpSpPr>
            <a:xfrm>
              <a:off x="709187" y="1377407"/>
              <a:ext cx="7635257" cy="4756693"/>
              <a:chOff x="709187" y="1377407"/>
              <a:chExt cx="7635257" cy="4756693"/>
            </a:xfrm>
          </p:grpSpPr>
          <p:sp>
            <p:nvSpPr>
              <p:cNvPr descr="7b4ced4a-c26d-4670-a221-aef7614ccae8" id="7" name="Shape4">
                <a:extLst>
                  <a:ext uri="{FF2B5EF4-FFF2-40B4-BE49-F238E27FC236}">
                    <a16:creationId id="{74B1B41D-207A-74AD-1261-05B1C2882F11}"/>
                  </a:ext>
                </a:extLst>
              </p:cNvPr>
              <p:cNvSpPr/>
              <p:nvPr/>
            </p:nvSpPr>
            <p:spPr>
              <a:xfrm flipH="false" flipV="false" rot="16200000">
                <a:off x="3834858" y="1377408"/>
                <a:ext cx="4509587" cy="4509585"/>
              </a:xfrm>
              <a:prstGeom prst="blockArc">
                <a:avLst>
                  <a:gd fmla="val 11456595" name="adj1"/>
                  <a:gd fmla="val 16080508" name="adj2"/>
                  <a:gd fmla="val 14469" name="adj3"/>
                </a:avLst>
              </a:prstGeom>
              <a:gradFill flip="none" rotWithShape="1">
                <a:gsLst>
                  <a:gs pos="10000">
                    <a:schemeClr val="accent2">
                      <a:alpha val="0"/>
                    </a:schemeClr>
                  </a:gs>
                  <a:gs pos="100000">
                    <a:schemeClr val="accent2">
                      <a:alpha val="40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ea0cd69d-5f76-4043-b9cf-e2f2285c5175" id="8" name="Number4">
                <a:extLst>
                  <a:ext uri="{FF2B5EF4-FFF2-40B4-BE49-F238E27FC236}">
                    <a16:creationId id="{BFC13B45-7E09-39B7-9EB2-010A3F135F20}"/>
                  </a:ext>
                </a:extLst>
              </p:cNvPr>
              <p:cNvSpPr/>
              <p:nvPr/>
            </p:nvSpPr>
            <p:spPr>
              <a:xfrm flipH="false" flipV="false">
                <a:off x="3834859" y="3361408"/>
                <a:ext cx="653008" cy="653008"/>
              </a:xfrm>
              <a:prstGeom prst="ellipse">
                <a:avLst/>
              </a:prstGeom>
              <a:gradFill flip="none" rotWithShape="1">
                <a:gsLst>
                  <a:gs pos="22000">
                    <a:schemeClr val="accent2"/>
                  </a:gs>
                  <a:gs pos="81000">
                    <a:schemeClr val="accent1"/>
                  </a:gs>
                </a:gsLst>
                <a:lin ang="2700000" scaled="1"/>
                <a:tileRect/>
              </a:gradFill>
              <a:ln w="635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none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4</a:t>
                </a:r>
              </a:p>
            </p:txBody>
          </p:sp>
          <p:sp>
            <p:nvSpPr>
              <p:cNvPr descr="fc8611a3-5b16-4499-ba7d-e851b7f4d2b4" id="61" name="Bullet4">
                <a:extLst>
                  <a:ext uri="{FF2B5EF4-FFF2-40B4-BE49-F238E27FC236}">
                    <a16:creationId id="{91E4ED96-D8AE-7A72-6B38-4D690ED80F47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709187" y="3964759"/>
                <a:ext cx="3125668" cy="7215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b" anchorCtr="false" bIns="45720" lIns="91440" rIns="91440" tIns="45720" wrap="square">
                <a:normAutofit/>
              </a:bodyPr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trike="noStrike" sz="1600" u="none">
                    <a:solidFill>
                      <a:srgbClr val="FFFFFF"/>
                    </a:solidFill>
                    <a:ea typeface="微软雅黑"/>
                  </a:rPr>
                  <a:t>健康评估服务</a:t>
                </a:r>
              </a:p>
            </p:txBody>
          </p:sp>
          <p:sp>
            <p:nvSpPr>
              <p:cNvPr descr="95c1bd58-e2e5-44cc-b728-c7dd26f93c6a" id="62" name="Text4">
                <a:extLst>
                  <a:ext uri="{FF2B5EF4-FFF2-40B4-BE49-F238E27FC236}">
                    <a16:creationId id="{D6FE1896-9609-0674-472F-F9D5AE784261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709187" y="4794649"/>
                <a:ext cx="3125669" cy="13394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000" u="none">
                    <a:solidFill>
                      <a:srgbClr val="FFFFFF"/>
                    </a:solidFill>
                    <a:ea typeface="微软雅黑"/>
                  </a:rPr>
                  <a:t>对项目健康情况进行评估，发现潜在问题。</a:t>
                </a:r>
              </a:p>
            </p:txBody>
          </p:sp>
        </p:grpSp>
      </p:grpSp>
      <p:sp>
        <p:nvSpPr>
          <p:cNvPr descr="697f60e6-d590-4202-9a4a-bde26f963db9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FFFFFF"/>
                </a:solidFill>
                <a:ea typeface="微软雅黑"/>
              </a:rPr>
              <a:t>项目简介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cb60a47b-dd65-4b4c-8faa-5783f85bddc2" id="59" name="24ebb528-3919-43e3-8209-8d8e234fc1ea.source.4.zh-Hans.pptx">
            <a:extLst>
              <a:ext uri="{FF2B5EF4-FFF2-40B4-BE49-F238E27FC236}">
                <a16:creationId id="{2ED26358-9EC0-13A0-C871-DA5B382653D9}"/>
              </a:ext>
            </a:extLst>
          </p:cNvPr>
          <p:cNvGrpSpPr/>
          <p:nvPr/>
        </p:nvGrpSpPr>
        <p:grpSpPr>
          <a:xfrm>
            <a:off x="105800" y="1130300"/>
            <a:ext cx="11967700" cy="5727701"/>
            <a:chOff x="105800" y="1130300"/>
            <a:chExt cx="11967700" cy="5727701"/>
          </a:xfrm>
        </p:grpSpPr>
        <p:sp>
          <p:nvSpPr>
            <p:cNvPr descr="6b281cb9-431d-4d3f-a533-379710d8a897" id="53" name="任意多边形: 形状 52">
              <a:extLst>
                <a:ext uri="{FF2B5EF4-FFF2-40B4-BE49-F238E27FC236}">
                  <a16:creationId id="{5B48FC04-2293-58E7-C39E-DE787B062E91}"/>
                </a:ext>
              </a:extLst>
            </p:cNvPr>
            <p:cNvSpPr/>
            <p:nvPr/>
          </p:nvSpPr>
          <p:spPr>
            <a:xfrm flipH="false" flipV="false">
              <a:off x="105800" y="6076950"/>
              <a:ext cx="11967700" cy="781051"/>
            </a:xfrm>
            <a:custGeom>
              <a:avLst/>
              <a:gdLst>
                <a:gd fmla="*/ 5983850 w 11967700" name="connsiteX0"/>
                <a:gd fmla="*/ 0 h 781051" name="connsiteY0"/>
                <a:gd fmla="*/ 11956001 w 11967700" name="connsiteX1"/>
                <a:gd fmla="*/ 770679 h 781051" name="connsiteY1"/>
                <a:gd fmla="*/ 11967700 w 11967700" name="connsiteX2"/>
                <a:gd fmla="*/ 781051 h 781051" name="connsiteY2"/>
                <a:gd fmla="*/ 0 w 11967700" name="connsiteX3"/>
                <a:gd fmla="*/ 781051 h 781051" name="connsiteY3"/>
                <a:gd fmla="*/ 11699 w 11967700" name="connsiteX4"/>
                <a:gd fmla="*/ 770679 h 781051" name="connsiteY4"/>
                <a:gd fmla="*/ 5983850 w 11967700" name="connsiteX5"/>
                <a:gd fmla="*/ 0 h 781051" name="connsiteY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b="b" l="l" r="r" t="t"/>
              <a:pathLst>
                <a:path h="781051" w="11967700">
                  <a:moveTo>
                    <a:pt x="5983850" y="0"/>
                  </a:moveTo>
                  <a:cubicBezTo>
                    <a:pt x="8929737" y="0"/>
                    <a:pt x="11387572" y="330854"/>
                    <a:pt x="11956001" y="770679"/>
                  </a:cubicBezTo>
                  <a:lnTo>
                    <a:pt x="11967700" y="781051"/>
                  </a:lnTo>
                  <a:lnTo>
                    <a:pt x="0" y="781051"/>
                  </a:lnTo>
                  <a:lnTo>
                    <a:pt x="11699" y="770679"/>
                  </a:lnTo>
                  <a:cubicBezTo>
                    <a:pt x="580128" y="330854"/>
                    <a:pt x="3037963" y="0"/>
                    <a:pt x="5983850" y="0"/>
                  </a:cubicBezTo>
                  <a:close/>
                </a:path>
              </a:pathLst>
            </a:custGeom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>
                    <a:alpha val="15000"/>
                  </a:schemeClr>
                </a:gs>
              </a:gsLst>
              <a:path path="circle">
                <a:fillToRect b="50000" l="50000" r="50000" t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 wrap="square">
              <a:noAutofit/>
            </a:bodyPr>
            <a:lstStyle/>
            <a:p>
              <a:pPr algn="ctr"/>
            </a:p>
          </p:txBody>
        </p:sp>
        <p:sp>
          <p:nvSpPr>
            <p:cNvPr descr="4bd6c0ae-b569-48d5-a09f-e750fb9288a9" id="50" name="任意多边形: 形状 49">
              <a:extLst>
                <a:ext uri="{FF2B5EF4-FFF2-40B4-BE49-F238E27FC236}">
                  <a16:creationId id="{1F683F27-7814-1927-DA3F-ACBD92F14A2E}"/>
                </a:ext>
              </a:extLst>
            </p:cNvPr>
            <p:cNvSpPr/>
            <p:nvPr/>
          </p:nvSpPr>
          <p:spPr>
            <a:xfrm flipH="false" flipV="false">
              <a:off x="1259391" y="6235700"/>
              <a:ext cx="9660518" cy="622300"/>
            </a:xfrm>
            <a:custGeom>
              <a:avLst/>
              <a:gdLst>
                <a:gd fmla="*/ 4830259 w 9660518" name="connsiteX0"/>
                <a:gd fmla="*/ 0 h 622300" name="connsiteY0"/>
                <a:gd fmla="*/ 9627292 w 9660518" name="connsiteX1"/>
                <a:gd fmla="*/ 602330 h 622300" name="connsiteY1"/>
                <a:gd fmla="*/ 9660518 w 9660518" name="connsiteX2"/>
                <a:gd fmla="*/ 622300 h 622300" name="connsiteY2"/>
                <a:gd fmla="*/ 0 w 9660518" name="connsiteX3"/>
                <a:gd fmla="*/ 622300 h 622300" name="connsiteY3"/>
                <a:gd fmla="*/ 33227 w 9660518" name="connsiteX4"/>
                <a:gd fmla="*/ 602330 h 622300" name="connsiteY4"/>
                <a:gd fmla="*/ 4830259 w 9660518" name="connsiteX5"/>
                <a:gd fmla="*/ 0 h 622300" name="connsiteY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b="b" l="l" r="r" t="t"/>
              <a:pathLst>
                <a:path h="622300" w="9660518">
                  <a:moveTo>
                    <a:pt x="4830259" y="0"/>
                  </a:moveTo>
                  <a:cubicBezTo>
                    <a:pt x="7084169" y="0"/>
                    <a:pt x="8991341" y="253371"/>
                    <a:pt x="9627292" y="602330"/>
                  </a:cubicBezTo>
                  <a:lnTo>
                    <a:pt x="9660518" y="622300"/>
                  </a:lnTo>
                  <a:lnTo>
                    <a:pt x="0" y="622300"/>
                  </a:lnTo>
                  <a:lnTo>
                    <a:pt x="33227" y="602330"/>
                  </a:lnTo>
                  <a:cubicBezTo>
                    <a:pt x="669177" y="253371"/>
                    <a:pt x="2576349" y="0"/>
                    <a:pt x="4830259" y="0"/>
                  </a:cubicBezTo>
                  <a:close/>
                </a:path>
              </a:pathLst>
            </a:custGeom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>
                    <a:alpha val="15000"/>
                  </a:schemeClr>
                </a:gs>
              </a:gsLst>
              <a:path path="circle">
                <a:fillToRect b="50000" l="50000" r="50000" t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 wrap="square">
              <a:noAutofit/>
            </a:bodyPr>
            <a:lstStyle/>
            <a:p>
              <a:pPr algn="ctr"/>
            </a:p>
          </p:txBody>
        </p:sp>
        <p:sp>
          <p:nvSpPr>
            <p:cNvPr descr="44d315dd-8b98-48b4-adef-7dcb6fc763fa" id="47" name="任意多边形: 形状 46">
              <a:extLst>
                <a:ext uri="{FF2B5EF4-FFF2-40B4-BE49-F238E27FC236}">
                  <a16:creationId id="{01519730-9993-D2EF-D6FB-821AE0B368EA}"/>
                </a:ext>
              </a:extLst>
            </p:cNvPr>
            <p:cNvSpPr/>
            <p:nvPr/>
          </p:nvSpPr>
          <p:spPr>
            <a:xfrm flipH="false" flipV="false">
              <a:off x="4159250" y="6502400"/>
              <a:ext cx="3860800" cy="355600"/>
            </a:xfrm>
            <a:custGeom>
              <a:avLst/>
              <a:gdLst>
                <a:gd fmla="*/ 1930400 w 3860800" name="connsiteX0"/>
                <a:gd fmla="*/ 0 h 355600" name="connsiteY0"/>
                <a:gd fmla="*/ 3860800 w 3860800" name="connsiteX1"/>
                <a:gd fmla="*/ 266700 h 355600" name="connsiteY1"/>
                <a:gd fmla="*/ 3774013 w 3860800" name="connsiteX2"/>
                <a:gd fmla="*/ 346009 h 355600" name="connsiteY2"/>
                <a:gd fmla="*/ 3748603 w 3860800" name="connsiteX3"/>
                <a:gd fmla="*/ 355600 h 355600" name="connsiteY3"/>
                <a:gd fmla="*/ 112197 w 3860800" name="connsiteX4"/>
                <a:gd fmla="*/ 355600 h 355600" name="connsiteY4"/>
                <a:gd fmla="*/ 86787 w 3860800" name="connsiteX5"/>
                <a:gd fmla="*/ 346009 h 355600" name="connsiteY5"/>
                <a:gd fmla="*/ 0 w 3860800" name="connsiteX6"/>
                <a:gd fmla="*/ 266700 h 355600" name="connsiteY6"/>
                <a:gd fmla="*/ 1930400 w 3860800" name="connsiteX7"/>
                <a:gd fmla="*/ 0 h 355600" name="connsiteY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b="b" l="l" r="r" t="t"/>
              <a:pathLst>
                <a:path h="355600" w="3860800">
                  <a:moveTo>
                    <a:pt x="1930400" y="0"/>
                  </a:moveTo>
                  <a:cubicBezTo>
                    <a:pt x="2996530" y="0"/>
                    <a:pt x="3860800" y="119406"/>
                    <a:pt x="3860800" y="266700"/>
                  </a:cubicBezTo>
                  <a:cubicBezTo>
                    <a:pt x="3860800" y="294318"/>
                    <a:pt x="3830416" y="320955"/>
                    <a:pt x="3774013" y="346009"/>
                  </a:cubicBezTo>
                  <a:lnTo>
                    <a:pt x="3748603" y="355600"/>
                  </a:lnTo>
                  <a:lnTo>
                    <a:pt x="112197" y="355600"/>
                  </a:lnTo>
                  <a:lnTo>
                    <a:pt x="86787" y="346009"/>
                  </a:lnTo>
                  <a:cubicBezTo>
                    <a:pt x="30385" y="320955"/>
                    <a:pt x="0" y="294318"/>
                    <a:pt x="0" y="266700"/>
                  </a:cubicBezTo>
                  <a:cubicBezTo>
                    <a:pt x="0" y="119406"/>
                    <a:pt x="864270" y="0"/>
                    <a:pt x="1930400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accent1">
                    <a:alpha val="0"/>
                  </a:schemeClr>
                </a:gs>
                <a:gs pos="0">
                  <a:schemeClr val="accent1">
                    <a:alpha val="50000"/>
                  </a:schemeClr>
                </a:gs>
              </a:gsLst>
              <a:path path="circle">
                <a:fillToRect b="50000" l="50000" r="50000" t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 wrap="square">
              <a:noAutofit/>
            </a:bodyPr>
            <a:lstStyle/>
            <a:p>
              <a:pPr algn="ctr"/>
            </a:p>
          </p:txBody>
        </p:sp>
        <p:sp>
          <p:nvSpPr>
            <p:cNvPr descr="abbdd164-6c06-42c2-9960-b59567375323" id="3" name="Title">
              <a:extLst>
                <a:ext uri="{FF2B5EF4-FFF2-40B4-BE49-F238E27FC236}">
                  <a16:creationId id="{85BF2160-ACEA-9DCA-C10D-05CF2C19D53F}"/>
                </a:ext>
              </a:extLst>
            </p:cNvPr>
            <p:cNvSpPr txBox="1"/>
            <p:nvPr/>
          </p:nvSpPr>
          <p:spPr>
            <a:xfrm flipH="false" flipV="false"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anchor="ctr" anchorCtr="false" rtlCol="0" vert="horz" wrap="square">
              <a:normAutofit/>
            </a:bodyPr>
            <a:lstStyle/>
            <a:p>
              <a:pPr algn="ctr"/>
              <a:r>
                <a:rPr b="true" i="false" lang="en-US" sz="2400" u="none">
                  <a:solidFill>
                    <a:srgbClr val="FFFFFF"/>
                  </a:solidFill>
                  <a:ea typeface="微软雅黑"/>
                </a:rPr>
                <a:t>项目新版本的重要优化</a:t>
              </a:r>
            </a:p>
          </p:txBody>
        </p:sp>
        <p:cxnSp>
          <p:nvCxnSpPr>
            <p:cNvPr descr="cbfd898b-726f-4bd3-bce9-3a84cb6cce18" id="31" name="连接符: 肘形 30">
              <a:extLst>
                <a:ext uri="{FF2B5EF4-FFF2-40B4-BE49-F238E27FC236}">
                  <a16:creationId id="{54998938-599F-0496-57A2-A76FBEC48B5E}"/>
                </a:ext>
              </a:extLst>
            </p:cNvPr>
            <p:cNvCxnSpPr>
              <a:stCxn id="22" idx="4"/>
            </p:cNvCxnSpPr>
            <p:nvPr/>
          </p:nvCxnSpPr>
          <p:spPr>
            <a:xfrm flipH="true" flipV="false" rot="16200000">
              <a:off x="3571875" y="3984625"/>
              <a:ext cx="850900" cy="4184650"/>
            </a:xfrm>
            <a:prstGeom prst="bentConnector3">
              <a:avLst/>
            </a:prstGeom>
            <a:ln w="63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fbe2f21e-91a3-44c0-af9f-0d4c3e8bebbd" id="33" name="连接符: 肘形 32">
              <a:extLst>
                <a:ext uri="{FF2B5EF4-FFF2-40B4-BE49-F238E27FC236}">
                  <a16:creationId id="{824AF592-37CC-8C57-B2F4-F43F78321FD4}"/>
                </a:ext>
              </a:extLst>
            </p:cNvPr>
            <p:cNvCxnSpPr>
              <a:stCxn id="23" idx="4"/>
            </p:cNvCxnSpPr>
            <p:nvPr/>
          </p:nvCxnSpPr>
          <p:spPr>
            <a:xfrm flipH="true" flipV="false" rot="16200000">
              <a:off x="4966758" y="5379508"/>
              <a:ext cx="850900" cy="1394883"/>
            </a:xfrm>
            <a:prstGeom prst="bentConnector3">
              <a:avLst/>
            </a:prstGeom>
            <a:ln w="63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f442c4c0-8a24-40a8-bddc-07ed284d2c26" id="35" name="连接符: 肘形 34">
              <a:extLst>
                <a:ext uri="{FF2B5EF4-FFF2-40B4-BE49-F238E27FC236}">
                  <a16:creationId id="{EFC5CFA9-3A84-89A0-C904-6DDCDE5F7467}"/>
                </a:ext>
              </a:extLst>
            </p:cNvPr>
            <p:cNvCxnSpPr>
              <a:stCxn id="24" idx="4"/>
            </p:cNvCxnSpPr>
            <p:nvPr/>
          </p:nvCxnSpPr>
          <p:spPr>
            <a:xfrm flipH="false" flipV="false" rot="5400000">
              <a:off x="6361642" y="5379508"/>
              <a:ext cx="850900" cy="1394884"/>
            </a:xfrm>
            <a:prstGeom prst="bentConnector3">
              <a:avLst/>
            </a:prstGeom>
            <a:ln w="63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c39393be-7e27-49e9-8ba8-2611a3a345a2" id="37" name="连接符: 肘形 36">
              <a:extLst>
                <a:ext uri="{FF2B5EF4-FFF2-40B4-BE49-F238E27FC236}">
                  <a16:creationId id="{6A367896-6532-3472-88F2-93B4771E5F6C}"/>
                </a:ext>
              </a:extLst>
            </p:cNvPr>
            <p:cNvCxnSpPr>
              <a:stCxn id="25" idx="4"/>
            </p:cNvCxnSpPr>
            <p:nvPr/>
          </p:nvCxnSpPr>
          <p:spPr>
            <a:xfrm flipH="false" flipV="false" rot="5400000">
              <a:off x="7756526" y="3984625"/>
              <a:ext cx="850900" cy="4184651"/>
            </a:xfrm>
            <a:prstGeom prst="bentConnector3">
              <a:avLst/>
            </a:prstGeom>
            <a:ln w="63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descr="9bba026f-7c89-40ef-b742-92e76e7ba5e6" id="55" name="组合 54">
              <a:extLst>
                <a:ext uri="{FF2B5EF4-FFF2-40B4-BE49-F238E27FC236}">
                  <a16:creationId id="{15F535F7-DB2E-6926-FA35-6B8C32043111}"/>
                </a:ext>
              </a:extLst>
            </p:cNvPr>
            <p:cNvGrpSpPr/>
            <p:nvPr/>
          </p:nvGrpSpPr>
          <p:grpSpPr>
            <a:xfrm>
              <a:off x="660400" y="1955800"/>
              <a:ext cx="2489200" cy="3695700"/>
              <a:chOff x="660400" y="1955800"/>
              <a:chExt cx="2489200" cy="3695700"/>
            </a:xfrm>
          </p:grpSpPr>
          <p:sp>
            <p:nvSpPr>
              <p:cNvPr descr="71252937-3fed-455a-a9a8-5a08293ca747" id="6" name="ComponentBackground1">
                <a:extLst>
                  <a:ext uri="{FF2B5EF4-FFF2-40B4-BE49-F238E27FC236}">
                    <a16:creationId id="{23BCA240-A60D-E2D0-764D-ACB3FF8B0024}"/>
                  </a:ext>
                </a:extLst>
              </p:cNvPr>
              <p:cNvSpPr/>
              <p:nvPr/>
            </p:nvSpPr>
            <p:spPr>
              <a:xfrm flipH="false" flipV="false">
                <a:off x="660400" y="1955800"/>
                <a:ext cx="2489200" cy="340360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fed7e349-ebf0-4be5-b543-b8a002fe1466" id="10" name="Bullet1">
                <a:extLst>
                  <a:ext uri="{FF2B5EF4-FFF2-40B4-BE49-F238E27FC236}">
                    <a16:creationId id="{5CC5A6A8-EF32-00E5-ED08-B347CF390A4C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762000" y="2597150"/>
                <a:ext cx="2286000" cy="9017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GMM概率化分层</a:t>
                </a:r>
              </a:p>
            </p:txBody>
          </p:sp>
          <p:sp>
            <p:nvSpPr>
              <p:cNvPr descr="7eea5617-051b-4d75-819f-e2a6ab7af24a" id="11" name="Text1">
                <a:extLst>
                  <a:ext uri="{FF2B5EF4-FFF2-40B4-BE49-F238E27FC236}">
                    <a16:creationId id="{B20827C6-E513-7E99-3A7B-9270ADD44FB0}"/>
                  </a:ext>
                </a:extLst>
              </p:cNvPr>
              <p:cNvSpPr/>
              <p:nvPr/>
            </p:nvSpPr>
            <p:spPr>
              <a:xfrm flipH="false" flipV="false">
                <a:off x="762002" y="3498850"/>
                <a:ext cx="2285996" cy="1219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使用高斯混合模型，对项目进行概率化分层，提供更准确项目画像。</a:t>
                </a:r>
              </a:p>
            </p:txBody>
          </p:sp>
          <p:sp>
            <p:nvSpPr>
              <p:cNvPr descr="8754bf4e-e5cd-44eb-9861-c6a3a6e65267" id="22" name="IconBackground1">
                <a:extLst>
                  <a:ext uri="{FF2B5EF4-FFF2-40B4-BE49-F238E27FC236}">
                    <a16:creationId id="{51935D4E-DF3B-CD66-C09C-CF2256F23A70}"/>
                  </a:ext>
                </a:extLst>
              </p:cNvPr>
              <p:cNvSpPr/>
              <p:nvPr/>
            </p:nvSpPr>
            <p:spPr>
              <a:xfrm flipH="false" flipV="false">
                <a:off x="1612900" y="5067300"/>
                <a:ext cx="584200" cy="584200"/>
              </a:xfrm>
              <a:prstGeom prst="ellipse">
                <a:avLst/>
              </a:prstGeom>
              <a:gradFill flip="none" rotWithShape="1">
                <a:gsLst>
                  <a:gs pos="50000">
                    <a:schemeClr val="accent1"/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135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00688f88-19e4-4e48-9f9b-76f4f2a56c13" id="26" name="Icon1">
                <a:extLst>
                  <a:ext uri="{FF2B5EF4-FFF2-40B4-BE49-F238E27FC236}">
                    <a16:creationId id="{C09976EF-2EFF-142E-D08C-BB350FB48D21}"/>
                  </a:ext>
                </a:extLst>
              </p:cNvPr>
              <p:cNvSpPr/>
              <p:nvPr/>
            </p:nvSpPr>
            <p:spPr>
              <a:xfrm flipH="false" flipV="false">
                <a:off x="1755890" y="5239230"/>
                <a:ext cx="298220" cy="240340"/>
              </a:xfrm>
              <a:custGeom>
                <a:avLst/>
                <a:gdLst>
                  <a:gd fmla="*/ 205376 w 586505" name="connsiteX0"/>
                  <a:gd fmla="*/ 414381 h 472676" name="connsiteY0"/>
                  <a:gd fmla="*/ 381205 w 586505" name="connsiteX1"/>
                  <a:gd fmla="*/ 414381 h 472676" name="connsiteY1"/>
                  <a:gd fmla="*/ 440224 w 586505" name="connsiteX2"/>
                  <a:gd fmla="*/ 472676 h 472676" name="connsiteY2"/>
                  <a:gd fmla="*/ 146971 w 586505" name="connsiteX3"/>
                  <a:gd fmla="*/ 472676 h 472676" name="connsiteY3"/>
                  <a:gd fmla="*/ 360870 w 586505" name="connsiteX4"/>
                  <a:gd fmla="*/ 179226 h 472676" name="connsiteY4"/>
                  <a:gd fmla="*/ 397120 w 586505" name="connsiteX5"/>
                  <a:gd fmla="*/ 215427 h 472676" name="connsiteY5"/>
                  <a:gd fmla="*/ 360870 w 586505" name="connsiteX6"/>
                  <a:gd fmla="*/ 251628 h 472676" name="connsiteY6"/>
                  <a:gd fmla="*/ 324620 w 586505" name="connsiteX7"/>
                  <a:gd fmla="*/ 215427 h 472676" name="connsiteY7"/>
                  <a:gd fmla="*/ 360870 w 586505" name="connsiteX8"/>
                  <a:gd fmla="*/ 179226 h 472676" name="connsiteY8"/>
                  <a:gd fmla="*/ 344895 w 586505" name="connsiteX9"/>
                  <a:gd fmla="*/ 111709 h 472676" name="connsiteY9"/>
                  <a:gd fmla="*/ 338132 w 586505" name="connsiteX10"/>
                  <a:gd fmla="*/ 147309 h 472676" name="connsiteY10"/>
                  <a:gd fmla="*/ 328295 w 586505" name="connsiteX11"/>
                  <a:gd fmla="*/ 150992 h 472676" name="connsiteY11"/>
                  <a:gd fmla="*/ 298171 w 586505" name="connsiteX12"/>
                  <a:gd fmla="*/ 131350 h 472676" name="connsiteY12"/>
                  <a:gd fmla="*/ 276654 w 586505" name="connsiteX13"/>
                  <a:gd fmla="*/ 152833 h 472676" name="connsiteY13"/>
                  <a:gd fmla="*/ 296327 w 586505" name="connsiteX14"/>
                  <a:gd fmla="*/ 182909 h 472676" name="connsiteY14"/>
                  <a:gd fmla="*/ 292023 w 586505" name="connsiteX15"/>
                  <a:gd fmla="*/ 192729 h 472676" name="connsiteY15"/>
                  <a:gd fmla="*/ 256980 w 586505" name="connsiteX16"/>
                  <a:gd fmla="*/ 200095 h 472676" name="connsiteY16"/>
                  <a:gd fmla="*/ 256980 w 586505" name="connsiteX17"/>
                  <a:gd fmla="*/ 230784 h 472676" name="connsiteY17"/>
                  <a:gd fmla="*/ 292023 w 586505" name="connsiteX18"/>
                  <a:gd fmla="*/ 238149 h 472676" name="connsiteY18"/>
                  <a:gd fmla="*/ 296327 w 586505" name="connsiteX19"/>
                  <a:gd fmla="*/ 247970 h 472676" name="connsiteY19"/>
                  <a:gd fmla="*/ 276654 w 586505" name="connsiteX20"/>
                  <a:gd fmla="*/ 277432 h 472676" name="connsiteY20"/>
                  <a:gd fmla="*/ 298171 w 586505" name="connsiteX21"/>
                  <a:gd fmla="*/ 299528 h 472676" name="connsiteY21"/>
                  <a:gd fmla="*/ 328295 w 586505" name="connsiteX22"/>
                  <a:gd fmla="*/ 279887 h 472676" name="connsiteY22"/>
                  <a:gd fmla="*/ 338132 w 586505" name="connsiteX23"/>
                  <a:gd fmla="*/ 283570 h 472676" name="connsiteY23"/>
                  <a:gd fmla="*/ 344895 w 586505" name="connsiteX24"/>
                  <a:gd fmla="*/ 318556 h 472676" name="connsiteY24"/>
                  <a:gd fmla="*/ 376249 w 586505" name="connsiteX25"/>
                  <a:gd fmla="*/ 318556 h 472676" name="connsiteY25"/>
                  <a:gd fmla="*/ 383011 w 586505" name="connsiteX26"/>
                  <a:gd fmla="*/ 283570 h 472676" name="connsiteY26"/>
                  <a:gd fmla="*/ 393463 w 586505" name="connsiteX27"/>
                  <a:gd fmla="*/ 279887 h 472676" name="connsiteY27"/>
                  <a:gd fmla="*/ 422972 w 586505" name="connsiteX28"/>
                  <a:gd fmla="*/ 299528 h 472676" name="connsiteY28"/>
                  <a:gd fmla="*/ 445105 w 586505" name="connsiteX29"/>
                  <a:gd fmla="*/ 277432 h 472676" name="connsiteY29"/>
                  <a:gd fmla="*/ 425432 w 586505" name="connsiteX30"/>
                  <a:gd fmla="*/ 247970 h 472676" name="connsiteY30"/>
                  <a:gd fmla="*/ 429120 w 586505" name="connsiteX31"/>
                  <a:gd fmla="*/ 237536 h 472676" name="connsiteY31"/>
                  <a:gd fmla="*/ 464163 w 586505" name="connsiteX32"/>
                  <a:gd fmla="*/ 230784 h 472676" name="connsiteY32"/>
                  <a:gd fmla="*/ 464163 w 586505" name="connsiteX33"/>
                  <a:gd fmla="*/ 199481 h 472676" name="connsiteY33"/>
                  <a:gd fmla="*/ 429120 w 586505" name="connsiteX34"/>
                  <a:gd fmla="*/ 192729 h 472676" name="connsiteY34"/>
                  <a:gd fmla="*/ 425432 w 586505" name="connsiteX35"/>
                  <a:gd fmla="*/ 182909 h 472676" name="connsiteY35"/>
                  <a:gd fmla="*/ 445105 w 586505" name="connsiteX36"/>
                  <a:gd fmla="*/ 152833 h 472676" name="connsiteY36"/>
                  <a:gd fmla="*/ 422972 w 586505" name="connsiteX37"/>
                  <a:gd fmla="*/ 131350 h 472676" name="connsiteY37"/>
                  <a:gd fmla="*/ 393463 w 586505" name="connsiteX38"/>
                  <a:gd fmla="*/ 150992 h 472676" name="connsiteY38"/>
                  <a:gd fmla="*/ 383626 w 586505" name="connsiteX39"/>
                  <a:gd fmla="*/ 147309 h 472676" name="connsiteY39"/>
                  <a:gd fmla="*/ 376249 w 586505" name="connsiteX40"/>
                  <a:gd fmla="*/ 111709 h 472676" name="connsiteY40"/>
                  <a:gd fmla="*/ 195847 w 586505" name="connsiteX41"/>
                  <a:gd fmla="*/ 109193 h 472676" name="connsiteY41"/>
                  <a:gd fmla="*/ 221345 w 586505" name="connsiteX42"/>
                  <a:gd fmla="*/ 134691 h 472676" name="connsiteY42"/>
                  <a:gd fmla="*/ 195847 w 586505" name="connsiteX43"/>
                  <a:gd fmla="*/ 160189 h 472676" name="connsiteY43"/>
                  <a:gd fmla="*/ 170349 w 586505" name="connsiteX44"/>
                  <a:gd fmla="*/ 134691 h 472676" name="connsiteY44"/>
                  <a:gd fmla="*/ 195847 w 586505" name="connsiteX45"/>
                  <a:gd fmla="*/ 109193 h 472676" name="connsiteY45"/>
                  <a:gd fmla="*/ 187510 w 586505" name="connsiteX46"/>
                  <a:gd fmla="*/ 61993 h 472676" name="connsiteY46"/>
                  <a:gd fmla="*/ 165992 w 586505" name="connsiteX47"/>
                  <a:gd fmla="*/ 67517 h 472676" name="connsiteY47"/>
                  <a:gd fmla="*/ 167837 w 586505" name="connsiteX48"/>
                  <a:gd fmla="*/ 92682 h 472676" name="connsiteY48"/>
                  <a:gd fmla="*/ 161689 w 586505" name="connsiteX49"/>
                  <a:gd fmla="*/ 96978 h 472676" name="connsiteY49"/>
                  <a:gd fmla="*/ 137712 w 586505" name="connsiteX50"/>
                  <a:gd fmla="*/ 88999 h 472676" name="connsiteY50"/>
                  <a:gd fmla="*/ 127261 w 586505" name="connsiteX51"/>
                  <a:gd fmla="*/ 108027 h 472676" name="connsiteY51"/>
                  <a:gd fmla="*/ 145704 w 586505" name="connsiteX52"/>
                  <a:gd fmla="*/ 124599 h 472676" name="connsiteY52"/>
                  <a:gd fmla="*/ 145090 w 586505" name="connsiteX53"/>
                  <a:gd fmla="*/ 131964 h 472676" name="connsiteY53"/>
                  <a:gd fmla="*/ 122342 w 586505" name="connsiteX54"/>
                  <a:gd fmla="*/ 143012 h 472676" name="connsiteY54"/>
                  <a:gd fmla="*/ 127876 w 586505" name="connsiteX55"/>
                  <a:gd fmla="*/ 164495 h 472676" name="connsiteY55"/>
                  <a:gd fmla="*/ 153082 w 586505" name="connsiteX56"/>
                  <a:gd fmla="*/ 162654 h 472676" name="connsiteY56"/>
                  <a:gd fmla="*/ 158000 w 586505" name="connsiteX57"/>
                  <a:gd fmla="*/ 168791 h 472676" name="connsiteY57"/>
                  <a:gd fmla="*/ 150008 w 586505" name="connsiteX58"/>
                  <a:gd fmla="*/ 192729 h 472676" name="connsiteY58"/>
                  <a:gd fmla="*/ 168451 w 586505" name="connsiteX59"/>
                  <a:gd fmla="*/ 203164 h 472676" name="connsiteY59"/>
                  <a:gd fmla="*/ 185051 w 586505" name="connsiteX60"/>
                  <a:gd fmla="*/ 184750 h 472676" name="connsiteY60"/>
                  <a:gd fmla="*/ 192428 w 586505" name="connsiteX61"/>
                  <a:gd fmla="*/ 185364 h 472676" name="connsiteY61"/>
                  <a:gd fmla="*/ 204109 w 586505" name="connsiteX62"/>
                  <a:gd fmla="*/ 208074 h 472676" name="connsiteY62"/>
                  <a:gd fmla="*/ 225012 w 586505" name="connsiteX63"/>
                  <a:gd fmla="*/ 202550 h 472676" name="connsiteY63"/>
                  <a:gd fmla="*/ 223167 w 586505" name="connsiteX64"/>
                  <a:gd fmla="*/ 177385 h 472676" name="connsiteY64"/>
                  <a:gd fmla="*/ 229315 w 586505" name="connsiteX65"/>
                  <a:gd fmla="*/ 172474 h 472676" name="connsiteY65"/>
                  <a:gd fmla="*/ 253292 w 586505" name="connsiteX66"/>
                  <a:gd fmla="*/ 181067 h 472676" name="connsiteY66"/>
                  <a:gd fmla="*/ 264358 w 586505" name="connsiteX67"/>
                  <a:gd fmla="*/ 162040 h 472676" name="connsiteY67"/>
                  <a:gd fmla="*/ 245300 w 586505" name="connsiteX68"/>
                  <a:gd fmla="*/ 145468 h 472676" name="connsiteY68"/>
                  <a:gd fmla="*/ 246529 w 586505" name="connsiteX69"/>
                  <a:gd fmla="*/ 137488 h 472676" name="connsiteY69"/>
                  <a:gd fmla="*/ 268661 w 586505" name="connsiteX70"/>
                  <a:gd fmla="*/ 126440 h 472676" name="connsiteY70"/>
                  <a:gd fmla="*/ 263128 w 586505" name="connsiteX71"/>
                  <a:gd fmla="*/ 105571 h 472676" name="connsiteY71"/>
                  <a:gd fmla="*/ 237922 w 586505" name="connsiteX72"/>
                  <a:gd fmla="*/ 107413 h 472676" name="connsiteY72"/>
                  <a:gd fmla="*/ 233619 w 586505" name="connsiteX73"/>
                  <a:gd fmla="*/ 101275 h 472676" name="connsiteY73"/>
                  <a:gd fmla="*/ 241611 w 586505" name="connsiteX74"/>
                  <a:gd fmla="*/ 77337 h 472676" name="connsiteY74"/>
                  <a:gd fmla="*/ 222552 w 586505" name="connsiteX75"/>
                  <a:gd fmla="*/ 66289 h 472676" name="connsiteY75"/>
                  <a:gd fmla="*/ 205953 w 586505" name="connsiteX76"/>
                  <a:gd fmla="*/ 85316 h 472676" name="connsiteY76"/>
                  <a:gd fmla="*/ 198576 w 586505" name="connsiteX77"/>
                  <a:gd fmla="*/ 84703 h 472676" name="connsiteY77"/>
                  <a:gd fmla="*/ 0 w 586505" name="connsiteX78"/>
                  <a:gd fmla="*/ 0 h 472676" name="connsiteY78"/>
                  <a:gd fmla="*/ 586505 w 586505" name="connsiteX79"/>
                  <a:gd fmla="*/ 0 h 472676" name="connsiteY79"/>
                  <a:gd fmla="*/ 586505 w 586505" name="connsiteX80"/>
                  <a:gd fmla="*/ 380548 h 472676" name="connsiteY80"/>
                  <a:gd fmla="*/ 0 w 586505" name="connsiteX81"/>
                  <a:gd fmla="*/ 380548 h 472676" name="connsiteY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</a:cxnLst>
                <a:rect b="b" l="l" r="r" t="t"/>
                <a:pathLst>
                  <a:path h="472676" w="586505">
                    <a:moveTo>
                      <a:pt x="205376" y="414381"/>
                    </a:moveTo>
                    <a:lnTo>
                      <a:pt x="381205" y="414381"/>
                    </a:lnTo>
                    <a:lnTo>
                      <a:pt x="440224" y="472676"/>
                    </a:lnTo>
                    <a:lnTo>
                      <a:pt x="146971" y="472676"/>
                    </a:lnTo>
                    <a:close/>
                    <a:moveTo>
                      <a:pt x="360870" y="179226"/>
                    </a:moveTo>
                    <a:cubicBezTo>
                      <a:pt x="380890" y="179226"/>
                      <a:pt x="397120" y="195434"/>
                      <a:pt x="397120" y="215427"/>
                    </a:cubicBezTo>
                    <a:cubicBezTo>
                      <a:pt x="397120" y="235420"/>
                      <a:pt x="380890" y="251628"/>
                      <a:pt x="360870" y="251628"/>
                    </a:cubicBezTo>
                    <a:cubicBezTo>
                      <a:pt x="340850" y="251628"/>
                      <a:pt x="324620" y="235420"/>
                      <a:pt x="324620" y="215427"/>
                    </a:cubicBezTo>
                    <a:cubicBezTo>
                      <a:pt x="324620" y="195434"/>
                      <a:pt x="340850" y="179226"/>
                      <a:pt x="360870" y="179226"/>
                    </a:cubicBezTo>
                    <a:close/>
                    <a:moveTo>
                      <a:pt x="344895" y="111709"/>
                    </a:moveTo>
                    <a:lnTo>
                      <a:pt x="338132" y="147309"/>
                    </a:lnTo>
                    <a:cubicBezTo>
                      <a:pt x="334443" y="148536"/>
                      <a:pt x="331369" y="149150"/>
                      <a:pt x="328295" y="150992"/>
                    </a:cubicBezTo>
                    <a:lnTo>
                      <a:pt x="298171" y="131350"/>
                    </a:lnTo>
                    <a:lnTo>
                      <a:pt x="276654" y="152833"/>
                    </a:lnTo>
                    <a:lnTo>
                      <a:pt x="296327" y="182909"/>
                    </a:lnTo>
                    <a:cubicBezTo>
                      <a:pt x="294482" y="185978"/>
                      <a:pt x="293253" y="189046"/>
                      <a:pt x="292023" y="192729"/>
                    </a:cubicBezTo>
                    <a:lnTo>
                      <a:pt x="256980" y="200095"/>
                    </a:lnTo>
                    <a:lnTo>
                      <a:pt x="256980" y="230784"/>
                    </a:lnTo>
                    <a:lnTo>
                      <a:pt x="292023" y="238149"/>
                    </a:lnTo>
                    <a:cubicBezTo>
                      <a:pt x="293253" y="241218"/>
                      <a:pt x="294482" y="244901"/>
                      <a:pt x="296327" y="247970"/>
                    </a:cubicBezTo>
                    <a:lnTo>
                      <a:pt x="276654" y="277432"/>
                    </a:lnTo>
                    <a:lnTo>
                      <a:pt x="298171" y="299528"/>
                    </a:lnTo>
                    <a:lnTo>
                      <a:pt x="328295" y="279887"/>
                    </a:lnTo>
                    <a:cubicBezTo>
                      <a:pt x="331369" y="281115"/>
                      <a:pt x="334443" y="282342"/>
                      <a:pt x="338132" y="283570"/>
                    </a:cubicBezTo>
                    <a:lnTo>
                      <a:pt x="344895" y="318556"/>
                    </a:lnTo>
                    <a:lnTo>
                      <a:pt x="376249" y="318556"/>
                    </a:lnTo>
                    <a:lnTo>
                      <a:pt x="383011" y="283570"/>
                    </a:lnTo>
                    <a:cubicBezTo>
                      <a:pt x="386700" y="282342"/>
                      <a:pt x="390389" y="281115"/>
                      <a:pt x="393463" y="279887"/>
                    </a:cubicBezTo>
                    <a:lnTo>
                      <a:pt x="422972" y="299528"/>
                    </a:lnTo>
                    <a:lnTo>
                      <a:pt x="445105" y="277432"/>
                    </a:lnTo>
                    <a:lnTo>
                      <a:pt x="425432" y="247970"/>
                    </a:lnTo>
                    <a:cubicBezTo>
                      <a:pt x="426661" y="244901"/>
                      <a:pt x="427891" y="241218"/>
                      <a:pt x="429120" y="237536"/>
                    </a:cubicBezTo>
                    <a:lnTo>
                      <a:pt x="464163" y="230784"/>
                    </a:lnTo>
                    <a:lnTo>
                      <a:pt x="464163" y="199481"/>
                    </a:lnTo>
                    <a:lnTo>
                      <a:pt x="429120" y="192729"/>
                    </a:lnTo>
                    <a:cubicBezTo>
                      <a:pt x="428505" y="189046"/>
                      <a:pt x="426661" y="185978"/>
                      <a:pt x="425432" y="182909"/>
                    </a:cubicBezTo>
                    <a:lnTo>
                      <a:pt x="445105" y="152833"/>
                    </a:lnTo>
                    <a:lnTo>
                      <a:pt x="422972" y="131350"/>
                    </a:lnTo>
                    <a:lnTo>
                      <a:pt x="393463" y="150992"/>
                    </a:lnTo>
                    <a:cubicBezTo>
                      <a:pt x="390389" y="149150"/>
                      <a:pt x="386700" y="148536"/>
                      <a:pt x="383626" y="147309"/>
                    </a:cubicBezTo>
                    <a:lnTo>
                      <a:pt x="376249" y="111709"/>
                    </a:lnTo>
                    <a:close/>
                    <a:moveTo>
                      <a:pt x="195847" y="109193"/>
                    </a:moveTo>
                    <a:cubicBezTo>
                      <a:pt x="209929" y="109193"/>
                      <a:pt x="221345" y="120609"/>
                      <a:pt x="221345" y="134691"/>
                    </a:cubicBezTo>
                    <a:cubicBezTo>
                      <a:pt x="221345" y="148773"/>
                      <a:pt x="209929" y="160189"/>
                      <a:pt x="195847" y="160189"/>
                    </a:cubicBezTo>
                    <a:cubicBezTo>
                      <a:pt x="181765" y="160189"/>
                      <a:pt x="170349" y="148773"/>
                      <a:pt x="170349" y="134691"/>
                    </a:cubicBezTo>
                    <a:cubicBezTo>
                      <a:pt x="170349" y="120609"/>
                      <a:pt x="181765" y="109193"/>
                      <a:pt x="195847" y="109193"/>
                    </a:cubicBezTo>
                    <a:close/>
                    <a:moveTo>
                      <a:pt x="187510" y="61993"/>
                    </a:moveTo>
                    <a:lnTo>
                      <a:pt x="165992" y="67517"/>
                    </a:lnTo>
                    <a:lnTo>
                      <a:pt x="167837" y="92682"/>
                    </a:lnTo>
                    <a:cubicBezTo>
                      <a:pt x="165992" y="93909"/>
                      <a:pt x="163533" y="95751"/>
                      <a:pt x="161689" y="96978"/>
                    </a:cubicBezTo>
                    <a:lnTo>
                      <a:pt x="137712" y="88999"/>
                    </a:lnTo>
                    <a:lnTo>
                      <a:pt x="127261" y="108027"/>
                    </a:lnTo>
                    <a:lnTo>
                      <a:pt x="145704" y="124599"/>
                    </a:lnTo>
                    <a:cubicBezTo>
                      <a:pt x="145090" y="127054"/>
                      <a:pt x="145090" y="129509"/>
                      <a:pt x="145090" y="131964"/>
                    </a:cubicBezTo>
                    <a:lnTo>
                      <a:pt x="122342" y="143012"/>
                    </a:lnTo>
                    <a:lnTo>
                      <a:pt x="127876" y="164495"/>
                    </a:lnTo>
                    <a:lnTo>
                      <a:pt x="153082" y="162654"/>
                    </a:lnTo>
                    <a:cubicBezTo>
                      <a:pt x="154311" y="165109"/>
                      <a:pt x="156156" y="166950"/>
                      <a:pt x="158000" y="168791"/>
                    </a:cubicBezTo>
                    <a:lnTo>
                      <a:pt x="150008" y="192729"/>
                    </a:lnTo>
                    <a:lnTo>
                      <a:pt x="168451" y="203164"/>
                    </a:lnTo>
                    <a:lnTo>
                      <a:pt x="185051" y="184750"/>
                    </a:lnTo>
                    <a:cubicBezTo>
                      <a:pt x="187510" y="185364"/>
                      <a:pt x="189969" y="185364"/>
                      <a:pt x="192428" y="185364"/>
                    </a:cubicBezTo>
                    <a:lnTo>
                      <a:pt x="204109" y="208074"/>
                    </a:lnTo>
                    <a:lnTo>
                      <a:pt x="225012" y="202550"/>
                    </a:lnTo>
                    <a:lnTo>
                      <a:pt x="223167" y="177385"/>
                    </a:lnTo>
                    <a:cubicBezTo>
                      <a:pt x="225626" y="175543"/>
                      <a:pt x="227471" y="174316"/>
                      <a:pt x="229315" y="172474"/>
                    </a:cubicBezTo>
                    <a:lnTo>
                      <a:pt x="253292" y="181067"/>
                    </a:lnTo>
                    <a:lnTo>
                      <a:pt x="264358" y="162040"/>
                    </a:lnTo>
                    <a:lnTo>
                      <a:pt x="245300" y="145468"/>
                    </a:lnTo>
                    <a:cubicBezTo>
                      <a:pt x="245914" y="143012"/>
                      <a:pt x="245914" y="140557"/>
                      <a:pt x="246529" y="137488"/>
                    </a:cubicBezTo>
                    <a:lnTo>
                      <a:pt x="268661" y="126440"/>
                    </a:lnTo>
                    <a:lnTo>
                      <a:pt x="263128" y="105571"/>
                    </a:lnTo>
                    <a:lnTo>
                      <a:pt x="237922" y="107413"/>
                    </a:lnTo>
                    <a:cubicBezTo>
                      <a:pt x="236693" y="104958"/>
                      <a:pt x="235463" y="103116"/>
                      <a:pt x="233619" y="101275"/>
                    </a:cubicBezTo>
                    <a:lnTo>
                      <a:pt x="241611" y="77337"/>
                    </a:lnTo>
                    <a:lnTo>
                      <a:pt x="222552" y="66289"/>
                    </a:lnTo>
                    <a:lnTo>
                      <a:pt x="205953" y="85316"/>
                    </a:lnTo>
                    <a:cubicBezTo>
                      <a:pt x="203494" y="84703"/>
                      <a:pt x="201035" y="84703"/>
                      <a:pt x="198576" y="84703"/>
                    </a:cubicBezTo>
                    <a:close/>
                    <a:moveTo>
                      <a:pt x="0" y="0"/>
                    </a:moveTo>
                    <a:lnTo>
                      <a:pt x="586505" y="0"/>
                    </a:lnTo>
                    <a:lnTo>
                      <a:pt x="586505" y="380548"/>
                    </a:lnTo>
                    <a:lnTo>
                      <a:pt x="0" y="3805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3732660c-f637-4e01-a75f-5de69795b621" id="38" name="Number1">
                <a:extLst>
                  <a:ext uri="{FF2B5EF4-FFF2-40B4-BE49-F238E27FC236}">
                    <a16:creationId id="{27769B48-33FE-9DDF-8FEA-8950971C73D5}"/>
                  </a:ext>
                </a:extLst>
              </p:cNvPr>
              <p:cNvSpPr txBox="1"/>
              <p:nvPr/>
            </p:nvSpPr>
            <p:spPr>
              <a:xfrm flipH="false" flipV="false">
                <a:off x="1684395" y="1955800"/>
                <a:ext cx="441210" cy="707886"/>
              </a:xfrm>
              <a:prstGeom prst="rect">
                <a:avLst/>
              </a:prstGeom>
              <a:noFill/>
            </p:spPr>
            <p:txBody>
              <a:bodyPr anchor="ctr" anchorCtr="false" rtlCol="0" wrap="square">
                <a:spAutoFit/>
              </a:bodyPr>
              <a:lstStyle/>
              <a:p>
                <a:pPr algn="ctr"/>
                <a:r>
                  <a:rPr b="true" i="false" lang="en-US" sz="4000" u="none">
                    <a:solidFill>
                      <a:srgbClr val="1E4DCD"/>
                    </a:solidFill>
                    <a:latin typeface="Arial"/>
                  </a:rPr>
                  <a:t>1</a:t>
                </a:r>
              </a:p>
            </p:txBody>
          </p:sp>
        </p:grpSp>
        <p:grpSp>
          <p:nvGrpSpPr>
            <p:cNvPr descr="48b100b6-fa8f-4358-99ac-a47671d30b0d" id="56" name="组合 55">
              <a:extLst>
                <a:ext uri="{FF2B5EF4-FFF2-40B4-BE49-F238E27FC236}">
                  <a16:creationId id="{CDD00388-3D00-E4AC-8191-AD4BCBC47312}"/>
                </a:ext>
              </a:extLst>
            </p:cNvPr>
            <p:cNvGrpSpPr/>
            <p:nvPr/>
          </p:nvGrpSpPr>
          <p:grpSpPr>
            <a:xfrm>
              <a:off x="3450167" y="1955800"/>
              <a:ext cx="2489200" cy="3695700"/>
              <a:chOff x="3450167" y="1955800"/>
              <a:chExt cx="2489200" cy="3695700"/>
            </a:xfrm>
          </p:grpSpPr>
          <p:sp>
            <p:nvSpPr>
              <p:cNvPr descr="11862fb8-6d53-4721-8fca-0e899a1fc5ca" id="7" name="ComponentBackground2">
                <a:extLst>
                  <a:ext uri="{FF2B5EF4-FFF2-40B4-BE49-F238E27FC236}">
                    <a16:creationId id="{BC8B3418-167E-3920-40B7-8F5ED8A09F43}"/>
                  </a:ext>
                </a:extLst>
              </p:cNvPr>
              <p:cNvSpPr/>
              <p:nvPr/>
            </p:nvSpPr>
            <p:spPr>
              <a:xfrm flipH="false" flipV="false">
                <a:off x="3450167" y="1955800"/>
                <a:ext cx="2489200" cy="3403600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f1835f36-2b6f-442d-a0e5-a2023d8e0863" id="14" name="Bullet2">
                <a:extLst>
                  <a:ext uri="{FF2B5EF4-FFF2-40B4-BE49-F238E27FC236}">
                    <a16:creationId id="{34C31A51-C49F-8FBB-94EF-DE7CE6A67F03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3551767" y="2597150"/>
                <a:ext cx="2286000" cy="9017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Prophet时序预测</a:t>
                </a:r>
              </a:p>
            </p:txBody>
          </p:sp>
          <p:sp>
            <p:nvSpPr>
              <p:cNvPr descr="29dff657-92b9-412b-9155-a59b7120d5c6" id="15" name="Text2">
                <a:extLst>
                  <a:ext uri="{FF2B5EF4-FFF2-40B4-BE49-F238E27FC236}">
                    <a16:creationId id="{2534EFF4-9F9F-A3F8-EDA3-2F4761BA3679}"/>
                  </a:ext>
                </a:extLst>
              </p:cNvPr>
              <p:cNvSpPr/>
              <p:nvPr/>
            </p:nvSpPr>
            <p:spPr>
              <a:xfrm flipH="false" flipV="false">
                <a:off x="3551769" y="3498850"/>
                <a:ext cx="2285996" cy="1219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结合多种预测方法，提供更可靠的项目趋势预测。</a:t>
                </a:r>
              </a:p>
            </p:txBody>
          </p:sp>
          <p:sp>
            <p:nvSpPr>
              <p:cNvPr descr="1b731ac2-2da9-4033-bdbf-942bec14f4ab" id="23" name="IconBackground2">
                <a:extLst>
                  <a:ext uri="{FF2B5EF4-FFF2-40B4-BE49-F238E27FC236}">
                    <a16:creationId id="{CC41CC73-C101-8D4C-17E1-2E67A0FD40F8}"/>
                  </a:ext>
                </a:extLst>
              </p:cNvPr>
              <p:cNvSpPr/>
              <p:nvPr/>
            </p:nvSpPr>
            <p:spPr>
              <a:xfrm flipH="false" flipV="false">
                <a:off x="4402667" y="5067300"/>
                <a:ext cx="584200" cy="584200"/>
              </a:xfrm>
              <a:prstGeom prst="ellipse">
                <a:avLst/>
              </a:prstGeom>
              <a:gradFill flip="none" rotWithShape="1">
                <a:gsLst>
                  <a:gs pos="50000">
                    <a:schemeClr val="accent2"/>
                  </a:gs>
                  <a:gs pos="100000">
                    <a:schemeClr val="accent2">
                      <a:lumMod val="60000"/>
                      <a:lumOff val="40000"/>
                    </a:schemeClr>
                  </a:gs>
                </a:gsLst>
                <a:lin ang="135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e271435a-228d-4977-acb1-772ca75e420c" id="27" name="Icon2">
                <a:extLst>
                  <a:ext uri="{FF2B5EF4-FFF2-40B4-BE49-F238E27FC236}">
                    <a16:creationId id="{DE99BCAC-5C71-001B-6475-9D85737BF084}"/>
                  </a:ext>
                </a:extLst>
              </p:cNvPr>
              <p:cNvSpPr/>
              <p:nvPr/>
            </p:nvSpPr>
            <p:spPr>
              <a:xfrm flipH="false" flipV="false">
                <a:off x="4545657" y="5244335"/>
                <a:ext cx="298220" cy="230130"/>
              </a:xfrm>
              <a:custGeom>
                <a:avLst/>
                <a:gdLst>
                  <a:gd fmla="*/ 0 w 375288" name="connsiteX0"/>
                  <a:gd fmla="*/ 16184 h 289603" name="connsiteY0"/>
                  <a:gd fmla="*/ 189565 w 375288" name="connsiteX1"/>
                  <a:gd fmla="*/ 172448 h 289603" name="connsiteY1"/>
                  <a:gd fmla="*/ 375288 w 375288" name="connsiteX2"/>
                  <a:gd fmla="*/ 17134 h 289603" name="connsiteY2"/>
                  <a:gd fmla="*/ 375288 w 375288" name="connsiteX3"/>
                  <a:gd fmla="*/ 289603 h 289603" name="connsiteY3"/>
                  <a:gd fmla="*/ 0 w 375288" name="connsiteX4"/>
                  <a:gd fmla="*/ 289603 h 289603" name="connsiteY4"/>
                  <a:gd fmla="*/ 20050 w 375288" name="connsiteX5"/>
                  <a:gd fmla="*/ 0 h 289603" name="connsiteY5"/>
                  <a:gd fmla="*/ 355328 w 375288" name="connsiteX6"/>
                  <a:gd fmla="*/ 0 h 289603" name="connsiteY6"/>
                  <a:gd fmla="*/ 189588 w 375288" name="connsiteX7"/>
                  <a:gd fmla="*/ 139092 h 289603" name="connsiteY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b="b" l="l" r="r" t="t"/>
                <a:pathLst>
                  <a:path h="289603" w="375288">
                    <a:moveTo>
                      <a:pt x="0" y="16184"/>
                    </a:moveTo>
                    <a:lnTo>
                      <a:pt x="189565" y="172448"/>
                    </a:lnTo>
                    <a:lnTo>
                      <a:pt x="375288" y="17134"/>
                    </a:lnTo>
                    <a:lnTo>
                      <a:pt x="375288" y="289603"/>
                    </a:lnTo>
                    <a:lnTo>
                      <a:pt x="0" y="289603"/>
                    </a:lnTo>
                    <a:close/>
                    <a:moveTo>
                      <a:pt x="20050" y="0"/>
                    </a:moveTo>
                    <a:lnTo>
                      <a:pt x="355328" y="0"/>
                    </a:lnTo>
                    <a:lnTo>
                      <a:pt x="189588" y="13909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01228408-8025-42b0-b867-ad3b15aeb61f" id="39" name="Number2">
                <a:extLst>
                  <a:ext uri="{FF2B5EF4-FFF2-40B4-BE49-F238E27FC236}">
                    <a16:creationId id="{89179D89-C65A-022A-A2D2-DDC41D6F5607}"/>
                  </a:ext>
                </a:extLst>
              </p:cNvPr>
              <p:cNvSpPr txBox="1"/>
              <p:nvPr/>
            </p:nvSpPr>
            <p:spPr>
              <a:xfrm flipH="false" flipV="false">
                <a:off x="4474161" y="1955800"/>
                <a:ext cx="441210" cy="707886"/>
              </a:xfrm>
              <a:prstGeom prst="rect">
                <a:avLst/>
              </a:prstGeom>
              <a:noFill/>
            </p:spPr>
            <p:txBody>
              <a:bodyPr anchor="ctr" anchorCtr="false" rtlCol="0" wrap="square">
                <a:spAutoFit/>
              </a:bodyPr>
              <a:lstStyle/>
              <a:p>
                <a:pPr algn="ctr"/>
                <a:r>
                  <a:rPr b="true" i="false" lang="en-US" sz="4000" u="none">
                    <a:solidFill>
                      <a:srgbClr val="FFFF00"/>
                    </a:solidFill>
                    <a:latin typeface="Arial"/>
                  </a:rPr>
                  <a:t>2</a:t>
                </a:r>
              </a:p>
            </p:txBody>
          </p:sp>
        </p:grpSp>
        <p:grpSp>
          <p:nvGrpSpPr>
            <p:cNvPr descr="414ed798-60d5-445c-bd49-d90836dcf2d5" id="57" name="组合 56">
              <a:extLst>
                <a:ext uri="{FF2B5EF4-FFF2-40B4-BE49-F238E27FC236}">
                  <a16:creationId id="{38C2758B-3269-EFA2-2CCE-02C6AFE3C9E6}"/>
                </a:ext>
              </a:extLst>
            </p:cNvPr>
            <p:cNvGrpSpPr/>
            <p:nvPr/>
          </p:nvGrpSpPr>
          <p:grpSpPr>
            <a:xfrm>
              <a:off x="6239934" y="1955800"/>
              <a:ext cx="2489200" cy="3695700"/>
              <a:chOff x="6239934" y="1955800"/>
              <a:chExt cx="2489200" cy="3695700"/>
            </a:xfrm>
          </p:grpSpPr>
          <p:sp>
            <p:nvSpPr>
              <p:cNvPr descr="ccb920ff-b5a5-4ffd-aa23-be449352aef1" id="8" name="ComponentBackground3">
                <a:extLst>
                  <a:ext uri="{FF2B5EF4-FFF2-40B4-BE49-F238E27FC236}">
                    <a16:creationId id="{A62AED75-F2E3-2A68-4E07-A7484FF28AB5}"/>
                  </a:ext>
                </a:extLst>
              </p:cNvPr>
              <p:cNvSpPr/>
              <p:nvPr/>
            </p:nvSpPr>
            <p:spPr>
              <a:xfrm flipH="false" flipV="false">
                <a:off x="6239934" y="1955800"/>
                <a:ext cx="2489200" cy="3403600"/>
              </a:xfrm>
              <a:prstGeom prst="rect">
                <a:avLst/>
              </a:prstGeom>
              <a:noFill/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44d53cdf-25ca-4872-9fb2-7d3ddce286c7" id="17" name="Bullet3">
                <a:extLst>
                  <a:ext uri="{FF2B5EF4-FFF2-40B4-BE49-F238E27FC236}">
                    <a16:creationId id="{E19F0134-3357-06EB-5FEC-B94A5DE8926F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6341534" y="2597150"/>
                <a:ext cx="2286000" cy="9017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AHP动态权重</a:t>
                </a:r>
              </a:p>
            </p:txBody>
          </p:sp>
          <p:sp>
            <p:nvSpPr>
              <p:cNvPr descr="1f13e3cd-4b96-493e-9179-d4dd9574574f" id="18" name="Text3">
                <a:extLst>
                  <a:ext uri="{FF2B5EF4-FFF2-40B4-BE49-F238E27FC236}">
                    <a16:creationId id="{50FCCE8A-B86E-073A-B580-C15DD2FA6F23}"/>
                  </a:ext>
                </a:extLst>
              </p:cNvPr>
              <p:cNvSpPr/>
              <p:nvPr/>
            </p:nvSpPr>
            <p:spPr>
              <a:xfrm flipH="false" flipV="false">
                <a:off x="6341536" y="3498850"/>
                <a:ext cx="2285996" cy="1219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根据项目层级动态调整权重，使健康评分更精准。</a:t>
                </a:r>
              </a:p>
            </p:txBody>
          </p:sp>
          <p:sp>
            <p:nvSpPr>
              <p:cNvPr descr="0b7d47fe-e371-4e28-a682-8f8e979627e7" id="24" name="IconBackground3">
                <a:extLst>
                  <a:ext uri="{FF2B5EF4-FFF2-40B4-BE49-F238E27FC236}">
                    <a16:creationId id="{76AB53FD-B568-976A-136E-E745173D7E54}"/>
                  </a:ext>
                </a:extLst>
              </p:cNvPr>
              <p:cNvSpPr/>
              <p:nvPr/>
            </p:nvSpPr>
            <p:spPr>
              <a:xfrm flipH="false" flipV="false">
                <a:off x="7192434" y="5067300"/>
                <a:ext cx="584200" cy="584200"/>
              </a:xfrm>
              <a:prstGeom prst="ellipse">
                <a:avLst/>
              </a:prstGeom>
              <a:gradFill flip="none" rotWithShape="1">
                <a:gsLst>
                  <a:gs pos="50000">
                    <a:schemeClr val="accent3"/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35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5eccc16b-18a3-4688-a16d-bd91b00e140c" id="28" name="Icon3">
                <a:extLst>
                  <a:ext uri="{FF2B5EF4-FFF2-40B4-BE49-F238E27FC236}">
                    <a16:creationId id="{8DEA5556-0CFA-551B-AEE9-9368A9F25157}"/>
                  </a:ext>
                </a:extLst>
              </p:cNvPr>
              <p:cNvSpPr/>
              <p:nvPr/>
            </p:nvSpPr>
            <p:spPr>
              <a:xfrm flipH="false" flipV="false">
                <a:off x="7395694" y="5210290"/>
                <a:ext cx="177680" cy="298220"/>
              </a:xfrm>
              <a:custGeom>
                <a:avLst/>
                <a:gdLst>
                  <a:gd fmla="*/ 819 w 1639" name="T0"/>
                  <a:gd fmla="*/ 0 h 2755" name="T1"/>
                  <a:gd fmla="*/ 819 w 1639" name="T2"/>
                  <a:gd fmla="*/ 0 h 2755" name="T3"/>
                  <a:gd fmla="*/ 0 w 1639" name="T4"/>
                  <a:gd fmla="*/ 819 h 2755" name="T5"/>
                  <a:gd fmla="*/ 0 w 1639" name="T6"/>
                  <a:gd fmla="*/ 1935 h 2755" name="T7"/>
                  <a:gd fmla="*/ 819 w 1639" name="T8"/>
                  <a:gd fmla="*/ 2755 h 2755" name="T9"/>
                  <a:gd fmla="*/ 819 w 1639" name="T10"/>
                  <a:gd fmla="*/ 2755 h 2755" name="T11"/>
                  <a:gd fmla="*/ 1639 w 1639" name="T12"/>
                  <a:gd fmla="*/ 1935 h 2755" name="T13"/>
                  <a:gd fmla="*/ 1639 w 1639" name="T14"/>
                  <a:gd fmla="*/ 819 h 2755" name="T15"/>
                  <a:gd fmla="*/ 819 w 1639" name="T16"/>
                  <a:gd fmla="*/ 0 h 2755" name="T17"/>
                  <a:gd fmla="*/ 927 w 1639" name="T18"/>
                  <a:gd fmla="*/ 867 h 2755" name="T19"/>
                  <a:gd fmla="*/ 819 w 1639" name="T20"/>
                  <a:gd fmla="*/ 975 h 2755" name="T21"/>
                  <a:gd fmla="*/ 819 w 1639" name="T22"/>
                  <a:gd fmla="*/ 975 h 2755" name="T23"/>
                  <a:gd fmla="*/ 712 w 1639" name="T24"/>
                  <a:gd fmla="*/ 867 h 2755" name="T25"/>
                  <a:gd fmla="*/ 712 w 1639" name="T26"/>
                  <a:gd fmla="*/ 495 h 2755" name="T27"/>
                  <a:gd fmla="*/ 819 w 1639" name="T28"/>
                  <a:gd fmla="*/ 388 h 2755" name="T29"/>
                  <a:gd fmla="*/ 819 w 1639" name="T30"/>
                  <a:gd fmla="*/ 388 h 2755" name="T31"/>
                  <a:gd fmla="*/ 927 w 1639" name="T32"/>
                  <a:gd fmla="*/ 495 h 2755" name="T33"/>
                  <a:gd fmla="*/ 927 w 1639" name="T34"/>
                  <a:gd fmla="*/ 867 h 2755" name="T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b="b" l="0" r="r" t="0"/>
                <a:pathLst>
                  <a:path h="2755" w="1639">
                    <a:moveTo>
                      <a:pt x="819" y="0"/>
                    </a:moveTo>
                    <a:lnTo>
                      <a:pt x="819" y="0"/>
                    </a:lnTo>
                    <a:cubicBezTo>
                      <a:pt x="367" y="0"/>
                      <a:pt x="0" y="367"/>
                      <a:pt x="0" y="819"/>
                    </a:cubicBezTo>
                    <a:lnTo>
                      <a:pt x="0" y="1935"/>
                    </a:lnTo>
                    <a:cubicBezTo>
                      <a:pt x="0" y="2388"/>
                      <a:pt x="367" y="2755"/>
                      <a:pt x="819" y="2755"/>
                    </a:cubicBezTo>
                    <a:lnTo>
                      <a:pt x="819" y="2755"/>
                    </a:lnTo>
                    <a:cubicBezTo>
                      <a:pt x="1272" y="2755"/>
                      <a:pt x="1639" y="2388"/>
                      <a:pt x="1639" y="1935"/>
                    </a:cubicBezTo>
                    <a:lnTo>
                      <a:pt x="1639" y="819"/>
                    </a:lnTo>
                    <a:cubicBezTo>
                      <a:pt x="1639" y="367"/>
                      <a:pt x="1272" y="0"/>
                      <a:pt x="819" y="0"/>
                    </a:cubicBezTo>
                    <a:close/>
                    <a:moveTo>
                      <a:pt x="927" y="867"/>
                    </a:moveTo>
                    <a:cubicBezTo>
                      <a:pt x="927" y="927"/>
                      <a:pt x="879" y="975"/>
                      <a:pt x="819" y="975"/>
                    </a:cubicBezTo>
                    <a:lnTo>
                      <a:pt x="819" y="975"/>
                    </a:lnTo>
                    <a:cubicBezTo>
                      <a:pt x="760" y="975"/>
                      <a:pt x="712" y="927"/>
                      <a:pt x="712" y="867"/>
                    </a:cubicBezTo>
                    <a:lnTo>
                      <a:pt x="712" y="495"/>
                    </a:lnTo>
                    <a:cubicBezTo>
                      <a:pt x="712" y="436"/>
                      <a:pt x="760" y="388"/>
                      <a:pt x="819" y="388"/>
                    </a:cubicBezTo>
                    <a:lnTo>
                      <a:pt x="819" y="388"/>
                    </a:lnTo>
                    <a:cubicBezTo>
                      <a:pt x="879" y="388"/>
                      <a:pt x="927" y="436"/>
                      <a:pt x="927" y="495"/>
                    </a:cubicBezTo>
                    <a:lnTo>
                      <a:pt x="927" y="86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5004e32f-c8c3-4302-b76b-2b0fdd964e57" id="40" name="Number3">
                <a:extLst>
                  <a:ext uri="{FF2B5EF4-FFF2-40B4-BE49-F238E27FC236}">
                    <a16:creationId id="{5A0684D9-384C-23A8-A94F-13A13DA930AF}"/>
                  </a:ext>
                </a:extLst>
              </p:cNvPr>
              <p:cNvSpPr txBox="1"/>
              <p:nvPr/>
            </p:nvSpPr>
            <p:spPr>
              <a:xfrm flipH="false" flipV="false">
                <a:off x="7263927" y="1955800"/>
                <a:ext cx="441210" cy="707886"/>
              </a:xfrm>
              <a:prstGeom prst="rect">
                <a:avLst/>
              </a:prstGeom>
              <a:noFill/>
            </p:spPr>
            <p:txBody>
              <a:bodyPr anchor="ctr" anchorCtr="false" rtlCol="0" wrap="square">
                <a:spAutoFit/>
              </a:bodyPr>
              <a:lstStyle/>
              <a:p>
                <a:pPr algn="ctr"/>
                <a:r>
                  <a:rPr b="true" i="false" lang="en-US" sz="4000" u="none">
                    <a:solidFill>
                      <a:srgbClr val="01CDFE"/>
                    </a:solidFill>
                    <a:latin typeface="Arial"/>
                  </a:rPr>
                  <a:t>3</a:t>
                </a:r>
              </a:p>
            </p:txBody>
          </p:sp>
        </p:grpSp>
        <p:grpSp>
          <p:nvGrpSpPr>
            <p:cNvPr descr="9105cda6-ad6a-4935-87cb-a9dd9a017e69" id="58" name="组合 57">
              <a:extLst>
                <a:ext uri="{FF2B5EF4-FFF2-40B4-BE49-F238E27FC236}">
                  <a16:creationId id="{929877EE-BF6C-52EB-2696-F764AF788D55}"/>
                </a:ext>
              </a:extLst>
            </p:cNvPr>
            <p:cNvGrpSpPr/>
            <p:nvPr/>
          </p:nvGrpSpPr>
          <p:grpSpPr>
            <a:xfrm>
              <a:off x="9029700" y="1955800"/>
              <a:ext cx="2489200" cy="3695700"/>
              <a:chOff x="9029700" y="1955800"/>
              <a:chExt cx="2489200" cy="3695700"/>
            </a:xfrm>
          </p:grpSpPr>
          <p:sp>
            <p:nvSpPr>
              <p:cNvPr descr="4213d5d3-9443-403d-9004-ac592f541032" id="9" name="ComponentBackground4">
                <a:extLst>
                  <a:ext uri="{FF2B5EF4-FFF2-40B4-BE49-F238E27FC236}">
                    <a16:creationId id="{957785F9-CA63-0A53-8EDA-8A0DFABD7E69}"/>
                  </a:ext>
                </a:extLst>
              </p:cNvPr>
              <p:cNvSpPr/>
              <p:nvPr/>
            </p:nvSpPr>
            <p:spPr>
              <a:xfrm flipH="false" flipV="false">
                <a:off x="9029700" y="1955800"/>
                <a:ext cx="2489200" cy="3403600"/>
              </a:xfrm>
              <a:prstGeom prst="rect">
                <a:avLst/>
              </a:prstGeom>
              <a:noFill/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c6d01795-b8a7-4cbd-a990-df6a9af79e44" id="20" name="Bullet4">
                <a:extLst>
                  <a:ext uri="{FF2B5EF4-FFF2-40B4-BE49-F238E27FC236}">
                    <a16:creationId id="{D252589C-9394-0668-A10C-B83409AC39CC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9131300" y="2597150"/>
                <a:ext cx="2286000" cy="9017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回测机制验证</a:t>
                </a:r>
              </a:p>
            </p:txBody>
          </p:sp>
          <p:sp>
            <p:nvSpPr>
              <p:cNvPr descr="1f996d4d-ac32-454d-98cd-c7431a9340df" id="21" name="Text4">
                <a:extLst>
                  <a:ext uri="{FF2B5EF4-FFF2-40B4-BE49-F238E27FC236}">
                    <a16:creationId id="{F4B553B4-DF08-74F2-9D1A-FB09239BC3FF}"/>
                  </a:ext>
                </a:extLst>
              </p:cNvPr>
              <p:cNvSpPr/>
              <p:nvPr/>
            </p:nvSpPr>
            <p:spPr>
              <a:xfrm flipH="false" flipV="false">
                <a:off x="9131302" y="3498850"/>
                <a:ext cx="2285996" cy="1219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通过历史数据回测，验证预测模型的准确性。</a:t>
                </a:r>
              </a:p>
            </p:txBody>
          </p:sp>
          <p:sp>
            <p:nvSpPr>
              <p:cNvPr descr="bfdaea2f-647b-4d11-bbc7-53e1a3606323" id="25" name="IconBackground4">
                <a:extLst>
                  <a:ext uri="{FF2B5EF4-FFF2-40B4-BE49-F238E27FC236}">
                    <a16:creationId id="{923FA84E-9523-DB86-633E-2898431D0419}"/>
                  </a:ext>
                </a:extLst>
              </p:cNvPr>
              <p:cNvSpPr/>
              <p:nvPr/>
            </p:nvSpPr>
            <p:spPr>
              <a:xfrm flipH="false" flipV="false">
                <a:off x="9982201" y="5067300"/>
                <a:ext cx="584200" cy="584200"/>
              </a:xfrm>
              <a:prstGeom prst="ellipse">
                <a:avLst/>
              </a:prstGeom>
              <a:gradFill flip="none" rotWithShape="1">
                <a:gsLst>
                  <a:gs pos="50000">
                    <a:schemeClr val="accent4"/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135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21596472-7ad8-43a3-a92b-0e909a658281" id="29" name="Icon4">
                <a:extLst>
                  <a:ext uri="{FF2B5EF4-FFF2-40B4-BE49-F238E27FC236}">
                    <a16:creationId id="{7B380D73-D53C-EDC4-4000-5A8DEDF15433}"/>
                  </a:ext>
                </a:extLst>
              </p:cNvPr>
              <p:cNvSpPr/>
              <p:nvPr/>
            </p:nvSpPr>
            <p:spPr>
              <a:xfrm flipH="false" flipV="false">
                <a:off x="10125191" y="5210498"/>
                <a:ext cx="298220" cy="297804"/>
              </a:xfrm>
              <a:custGeom>
                <a:avLst/>
                <a:gdLst>
                  <a:gd fmla="*/ 171723 w 608697" name="connsiteX0"/>
                  <a:gd fmla="*/ 489435 h 607851" name="connsiteY0"/>
                  <a:gd fmla="*/ 154566 w 608697" name="connsiteX1"/>
                  <a:gd fmla="*/ 495651 h 607851" name="connsiteY1"/>
                  <a:gd fmla="*/ 183414 w 608697" name="connsiteX2"/>
                  <a:gd fmla="*/ 515059 h 607851" name="connsiteY2"/>
                  <a:gd fmla="*/ 171723 w 608697" name="connsiteX3"/>
                  <a:gd fmla="*/ 489435 h 607851" name="connsiteY3"/>
                  <a:gd fmla="*/ 273906 w 608697" name="connsiteX4"/>
                  <a:gd fmla="*/ 468359 h 607851" name="connsiteY4"/>
                  <a:gd fmla="*/ 231089 w 608697" name="connsiteX5"/>
                  <a:gd fmla="*/ 473969 h 607851" name="connsiteY5"/>
                  <a:gd fmla="*/ 273906 w 608697" name="connsiteX6"/>
                  <a:gd fmla="*/ 535679 h 607851" name="connsiteY6"/>
                  <a:gd fmla="*/ 494986 w 608697" name="connsiteX7"/>
                  <a:gd fmla="*/ 467158 h 607851" name="connsiteY7"/>
                  <a:gd fmla="*/ 469328 w 608697" name="connsiteX8"/>
                  <a:gd fmla="*/ 492781 h 607851" name="connsiteY8"/>
                  <a:gd fmla="*/ 479197 w 608697" name="connsiteX9"/>
                  <a:gd fmla="*/ 512794 h 607851" name="connsiteY9"/>
                  <a:gd fmla="*/ 479197 w 608697" name="connsiteX10"/>
                  <a:gd fmla="*/ 539478 h 607851" name="connsiteY10"/>
                  <a:gd fmla="*/ 494986 w 608697" name="connsiteX11"/>
                  <a:gd fmla="*/ 555246 h 607851" name="connsiteY11"/>
                  <a:gd fmla="*/ 510776 w 608697" name="connsiteX12"/>
                  <a:gd fmla="*/ 539478 h 607851" name="connsiteY12"/>
                  <a:gd fmla="*/ 510776 w 608697" name="connsiteX13"/>
                  <a:gd fmla="*/ 512794 h 607851" name="connsiteY13"/>
                  <a:gd fmla="*/ 520493 w 608697" name="connsiteX14"/>
                  <a:gd fmla="*/ 492781 h 607851" name="connsiteY14"/>
                  <a:gd fmla="*/ 494986 w 608697" name="connsiteX15"/>
                  <a:gd fmla="*/ 467158 h 607851" name="connsiteY15"/>
                  <a:gd fmla="*/ 494986 w 608697" name="connsiteX16"/>
                  <a:gd fmla="*/ 361332 h 607851" name="connsiteY16"/>
                  <a:gd fmla="*/ 460674 w 608697" name="connsiteX17"/>
                  <a:gd fmla="*/ 395596 h 607851" name="connsiteY17"/>
                  <a:gd fmla="*/ 460674 w 608697" name="connsiteX18"/>
                  <a:gd fmla="*/ 426374 h 607851" name="connsiteY18"/>
                  <a:gd fmla="*/ 529147 w 608697" name="connsiteX19"/>
                  <a:gd fmla="*/ 426374 h 607851" name="connsiteY19"/>
                  <a:gd fmla="*/ 529147 w 608697" name="connsiteX20"/>
                  <a:gd fmla="*/ 395596 h 607851" name="connsiteY20"/>
                  <a:gd fmla="*/ 494986 w 608697" name="connsiteX21"/>
                  <a:gd fmla="*/ 361332 h 607851" name="connsiteY21"/>
                  <a:gd fmla="*/ 200571 w 608697" name="connsiteX22"/>
                  <a:gd fmla="*/ 334174 h 607851" name="connsiteY22"/>
                  <a:gd fmla="*/ 212110 w 608697" name="connsiteX23"/>
                  <a:gd fmla="*/ 416050 h 607851" name="connsiteY23"/>
                  <a:gd fmla="*/ 273906 w 608697" name="connsiteX24"/>
                  <a:gd fmla="*/ 407862 h 607851" name="connsiteY24"/>
                  <a:gd fmla="*/ 273906 w 608697" name="connsiteX25"/>
                  <a:gd fmla="*/ 334174 h 607851" name="connsiteY25"/>
                  <a:gd fmla="*/ 62555 w 608697" name="connsiteX26"/>
                  <a:gd fmla="*/ 334174 h 607851" name="connsiteY26"/>
                  <a:gd fmla="*/ 109016 w 608697" name="connsiteX27"/>
                  <a:gd fmla="*/ 449103 h 607851" name="connsiteY27"/>
                  <a:gd fmla="*/ 153503 w 608697" name="connsiteX28"/>
                  <a:gd fmla="*/ 431667 h 607851" name="connsiteY28"/>
                  <a:gd fmla="*/ 139838 w 608697" name="connsiteX29"/>
                  <a:gd fmla="*/ 334174 h 607851" name="connsiteY29"/>
                  <a:gd fmla="*/ 494986 w 608697" name="connsiteX30"/>
                  <a:gd fmla="*/ 321002 h 607851" name="connsiteY30"/>
                  <a:gd fmla="*/ 569533 w 608697" name="connsiteX31"/>
                  <a:gd fmla="*/ 395596 h 607851" name="connsiteY31"/>
                  <a:gd fmla="*/ 569533 w 608697" name="connsiteX32"/>
                  <a:gd fmla="*/ 427890 h 607851" name="connsiteY32"/>
                  <a:gd fmla="*/ 578339 w 608697" name="connsiteX33"/>
                  <a:gd fmla="*/ 427890 h 607851" name="connsiteY33"/>
                  <a:gd fmla="*/ 594584 w 608697" name="connsiteX34"/>
                  <a:gd fmla="*/ 444113 h 607851" name="connsiteY34"/>
                  <a:gd fmla="*/ 594584 w 608697" name="connsiteX35"/>
                  <a:gd fmla="*/ 578291 h 607851" name="connsiteY35"/>
                  <a:gd fmla="*/ 578339 w 608697" name="connsiteX36"/>
                  <a:gd fmla="*/ 594514 h 607851" name="connsiteY36"/>
                  <a:gd fmla="*/ 411482 w 608697" name="connsiteX37"/>
                  <a:gd fmla="*/ 594514 h 607851" name="connsiteY37"/>
                  <a:gd fmla="*/ 395237 w 608697" name="connsiteX38"/>
                  <a:gd fmla="*/ 578291 h 607851" name="connsiteY38"/>
                  <a:gd fmla="*/ 395237 w 608697" name="connsiteX39"/>
                  <a:gd fmla="*/ 444113 h 607851" name="connsiteY39"/>
                  <a:gd fmla="*/ 411482 w 608697" name="connsiteX40"/>
                  <a:gd fmla="*/ 427890 h 607851" name="connsiteY40"/>
                  <a:gd fmla="*/ 420440 w 608697" name="connsiteX41"/>
                  <a:gd fmla="*/ 427890 h 607851" name="connsiteY41"/>
                  <a:gd fmla="*/ 420440 w 608697" name="connsiteX42"/>
                  <a:gd fmla="*/ 395596 h 607851" name="connsiteY42"/>
                  <a:gd fmla="*/ 494986 w 608697" name="connsiteX43"/>
                  <a:gd fmla="*/ 321002 h 607851" name="connsiteY43"/>
                  <a:gd fmla="*/ 393854 w 608697" name="connsiteX44"/>
                  <a:gd fmla="*/ 192256 h 607851" name="connsiteY44"/>
                  <a:gd fmla="*/ 334639 w 608697" name="connsiteX45"/>
                  <a:gd fmla="*/ 199989 h 607851" name="connsiteY45"/>
                  <a:gd fmla="*/ 334639 w 608697" name="connsiteX46"/>
                  <a:gd fmla="*/ 273525 h 607851" name="connsiteY46"/>
                  <a:gd fmla="*/ 405393 w 608697" name="connsiteX47"/>
                  <a:gd fmla="*/ 273525 h 607851" name="connsiteY47"/>
                  <a:gd fmla="*/ 393854 w 608697" name="connsiteX48"/>
                  <a:gd fmla="*/ 192256 h 607851" name="connsiteY48"/>
                  <a:gd fmla="*/ 212110 w 608697" name="connsiteX49"/>
                  <a:gd fmla="*/ 191801 h 607851" name="connsiteY49"/>
                  <a:gd fmla="*/ 200571 w 608697" name="connsiteX50"/>
                  <a:gd fmla="*/ 273525 h 607851" name="connsiteY50"/>
                  <a:gd fmla="*/ 273906 w 608697" name="connsiteX51"/>
                  <a:gd fmla="*/ 273525 h 607851" name="connsiteY51"/>
                  <a:gd fmla="*/ 273906 w 608697" name="connsiteX52"/>
                  <a:gd fmla="*/ 199989 h 607851" name="connsiteY52"/>
                  <a:gd fmla="*/ 212110 w 608697" name="connsiteX53"/>
                  <a:gd fmla="*/ 191801 h 607851" name="connsiteY53"/>
                  <a:gd fmla="*/ 499681 w 608697" name="connsiteX54"/>
                  <a:gd fmla="*/ 158748 h 607851" name="connsiteY54"/>
                  <a:gd fmla="*/ 452613 w 608697" name="connsiteX55"/>
                  <a:gd fmla="*/ 177094 h 607851" name="connsiteY55"/>
                  <a:gd fmla="*/ 466126 w 608697" name="connsiteX56"/>
                  <a:gd fmla="*/ 273525 h 607851" name="connsiteY56"/>
                  <a:gd fmla="*/ 545990 w 608697" name="connsiteX57"/>
                  <a:gd fmla="*/ 273525 h 607851" name="connsiteY57"/>
                  <a:gd fmla="*/ 499681 w 608697" name="connsiteX58"/>
                  <a:gd fmla="*/ 158748 h 607851" name="connsiteY58"/>
                  <a:gd fmla="*/ 109016 w 608697" name="connsiteX59"/>
                  <a:gd fmla="*/ 158748 h 607851" name="connsiteY59"/>
                  <a:gd fmla="*/ 62555 w 608697" name="connsiteX60"/>
                  <a:gd fmla="*/ 273525 h 607851" name="connsiteY60"/>
                  <a:gd fmla="*/ 139838 w 608697" name="connsiteX61"/>
                  <a:gd fmla="*/ 273525 h 607851" name="connsiteY61"/>
                  <a:gd fmla="*/ 153503 w 608697" name="connsiteX62"/>
                  <a:gd fmla="*/ 176184 h 607851" name="connsiteY62"/>
                  <a:gd fmla="*/ 109016 w 608697" name="connsiteX63"/>
                  <a:gd fmla="*/ 158748 h 607851" name="connsiteY63"/>
                  <a:gd fmla="*/ 183414 w 608697" name="connsiteX64"/>
                  <a:gd fmla="*/ 92792 h 607851" name="connsiteY64"/>
                  <a:gd fmla="*/ 154566 w 608697" name="connsiteX65"/>
                  <a:gd fmla="*/ 112200 h 607851" name="connsiteY65"/>
                  <a:gd fmla="*/ 171723 w 608697" name="connsiteX66"/>
                  <a:gd fmla="*/ 118416 h 607851" name="connsiteY66"/>
                  <a:gd fmla="*/ 183414 w 608697" name="connsiteX67"/>
                  <a:gd fmla="*/ 92792 h 607851" name="connsiteY67"/>
                  <a:gd fmla="*/ 421487 w 608697" name="connsiteX68"/>
                  <a:gd fmla="*/ 90670 h 607851" name="connsiteY68"/>
                  <a:gd fmla="*/ 434545 w 608697" name="connsiteX69"/>
                  <a:gd fmla="*/ 119326 h 607851" name="connsiteY69"/>
                  <a:gd fmla="*/ 454131 w 608697" name="connsiteX70"/>
                  <a:gd fmla="*/ 112200 h 607851" name="connsiteY70"/>
                  <a:gd fmla="*/ 421487 w 608697" name="connsiteX71"/>
                  <a:gd fmla="*/ 90670 h 607851" name="connsiteY71"/>
                  <a:gd fmla="*/ 334639 w 608697" name="connsiteX72"/>
                  <a:gd fmla="*/ 74294 h 607851" name="connsiteY72"/>
                  <a:gd fmla="*/ 334639 w 608697" name="connsiteX73"/>
                  <a:gd fmla="*/ 139492 h 607851" name="connsiteY73"/>
                  <a:gd fmla="*/ 375027 w 608697" name="connsiteX74"/>
                  <a:gd fmla="*/ 134337 h 607851" name="connsiteY74"/>
                  <a:gd fmla="*/ 334639 w 608697" name="connsiteX75"/>
                  <a:gd fmla="*/ 74294 h 607851" name="connsiteY75"/>
                  <a:gd fmla="*/ 273906 w 608697" name="connsiteX76"/>
                  <a:gd fmla="*/ 72172 h 607851" name="connsiteY76"/>
                  <a:gd fmla="*/ 231089 w 608697" name="connsiteX77"/>
                  <a:gd fmla="*/ 133882 h 607851" name="connsiteY77"/>
                  <a:gd fmla="*/ 273906 w 608697" name="connsiteX78"/>
                  <a:gd fmla="*/ 139492 h 607851" name="connsiteY78"/>
                  <a:gd fmla="*/ 303058 w 608697" name="connsiteX79"/>
                  <a:gd fmla="*/ 0 h 607851" name="connsiteY79"/>
                  <a:gd fmla="*/ 304273 w 608697" name="connsiteX80"/>
                  <a:gd fmla="*/ 0 h 607851" name="connsiteY80"/>
                  <a:gd fmla="*/ 608697 w 608697" name="connsiteX81"/>
                  <a:gd fmla="*/ 303850 h 607851" name="connsiteY81"/>
                  <a:gd fmla="*/ 603838 w 608697" name="connsiteX82"/>
                  <a:gd fmla="*/ 358282 h 607851" name="connsiteY82"/>
                  <a:gd fmla="*/ 567550 w 608697" name="connsiteX83"/>
                  <a:gd fmla="*/ 306427 h 607851" name="connsiteY83"/>
                  <a:gd fmla="*/ 494974 w 608697" name="connsiteX84"/>
                  <a:gd fmla="*/ 280651 h 607851" name="connsiteY84"/>
                  <a:gd fmla="*/ 397650 w 608697" name="connsiteX85"/>
                  <a:gd fmla="*/ 334174 h 607851" name="connsiteY85"/>
                  <a:gd fmla="*/ 334639 w 608697" name="connsiteX86"/>
                  <a:gd fmla="*/ 334174 h 607851" name="connsiteY86"/>
                  <a:gd fmla="*/ 334639 w 608697" name="connsiteX87"/>
                  <a:gd fmla="*/ 407862 h 607851" name="connsiteY87"/>
                  <a:gd fmla="*/ 365613 w 608697" name="connsiteX88"/>
                  <a:gd fmla="*/ 410895 h 607851" name="connsiteY88"/>
                  <a:gd fmla="*/ 354833 w 608697" name="connsiteX89"/>
                  <a:gd fmla="*/ 444100 h 607851" name="connsiteY89"/>
                  <a:gd fmla="*/ 354833 w 608697" name="connsiteX90"/>
                  <a:gd fmla="*/ 470330 h 607851" name="connsiteY90"/>
                  <a:gd fmla="*/ 334639 w 608697" name="connsiteX91"/>
                  <a:gd fmla="*/ 468359 h 607851" name="connsiteY91"/>
                  <a:gd fmla="*/ 334639 w 608697" name="connsiteX92"/>
                  <a:gd fmla="*/ 533557 h 607851" name="connsiteY92"/>
                  <a:gd fmla="*/ 354833 w 608697" name="connsiteX93"/>
                  <a:gd fmla="*/ 510662 h 607851" name="connsiteY93"/>
                  <a:gd fmla="*/ 354833 w 608697" name="connsiteX94"/>
                  <a:gd fmla="*/ 578285 h 607851" name="connsiteY94"/>
                  <a:gd fmla="*/ 356503 w 608697" name="connsiteX95"/>
                  <a:gd fmla="*/ 592386 h 607851" name="connsiteY95"/>
                  <a:gd fmla="*/ 360299 w 608697" name="connsiteX96"/>
                  <a:gd fmla="*/ 602696 h 607851" name="connsiteY96"/>
                  <a:gd fmla="*/ 303058 w 608697" name="connsiteX97"/>
                  <a:gd fmla="*/ 607851 h 607851" name="connsiteY97"/>
                  <a:gd fmla="*/ 0 w 608697" name="connsiteX98"/>
                  <a:gd fmla="*/ 303850 h 607851" name="connsiteY98"/>
                  <a:gd fmla="*/ 303058 w 608697" name="connsiteX99"/>
                  <a:gd fmla="*/ 0 h 607851" name="connsiteY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</a:cxnLst>
                <a:rect b="b" l="l" r="r" t="t"/>
                <a:pathLst>
                  <a:path h="607851" w="608697">
                    <a:moveTo>
                      <a:pt x="171723" y="489435"/>
                    </a:moveTo>
                    <a:cubicBezTo>
                      <a:pt x="165953" y="491406"/>
                      <a:pt x="160335" y="493377"/>
                      <a:pt x="154566" y="495651"/>
                    </a:cubicBezTo>
                    <a:cubicBezTo>
                      <a:pt x="163676" y="502777"/>
                      <a:pt x="173393" y="509297"/>
                      <a:pt x="183414" y="515059"/>
                    </a:cubicBezTo>
                    <a:cubicBezTo>
                      <a:pt x="179466" y="507174"/>
                      <a:pt x="175670" y="499138"/>
                      <a:pt x="171723" y="489435"/>
                    </a:cubicBezTo>
                    <a:close/>
                    <a:moveTo>
                      <a:pt x="273906" y="468359"/>
                    </a:moveTo>
                    <a:cubicBezTo>
                      <a:pt x="259634" y="469421"/>
                      <a:pt x="245362" y="471240"/>
                      <a:pt x="231089" y="473969"/>
                    </a:cubicBezTo>
                    <a:cubicBezTo>
                      <a:pt x="240807" y="495954"/>
                      <a:pt x="255079" y="520972"/>
                      <a:pt x="273906" y="535679"/>
                    </a:cubicBezTo>
                    <a:close/>
                    <a:moveTo>
                      <a:pt x="494986" y="467158"/>
                    </a:moveTo>
                    <a:cubicBezTo>
                      <a:pt x="480867" y="467158"/>
                      <a:pt x="469328" y="478681"/>
                      <a:pt x="469328" y="492781"/>
                    </a:cubicBezTo>
                    <a:cubicBezTo>
                      <a:pt x="469328" y="500968"/>
                      <a:pt x="473275" y="508094"/>
                      <a:pt x="479197" y="512794"/>
                    </a:cubicBezTo>
                    <a:lnTo>
                      <a:pt x="479197" y="539478"/>
                    </a:lnTo>
                    <a:cubicBezTo>
                      <a:pt x="479197" y="548272"/>
                      <a:pt x="486181" y="555246"/>
                      <a:pt x="494986" y="555246"/>
                    </a:cubicBezTo>
                    <a:cubicBezTo>
                      <a:pt x="503640" y="555246"/>
                      <a:pt x="510776" y="548272"/>
                      <a:pt x="510776" y="539478"/>
                    </a:cubicBezTo>
                    <a:lnTo>
                      <a:pt x="510776" y="512794"/>
                    </a:lnTo>
                    <a:cubicBezTo>
                      <a:pt x="516697" y="508094"/>
                      <a:pt x="520493" y="500968"/>
                      <a:pt x="520493" y="492781"/>
                    </a:cubicBezTo>
                    <a:cubicBezTo>
                      <a:pt x="520493" y="478681"/>
                      <a:pt x="509106" y="467158"/>
                      <a:pt x="494986" y="467158"/>
                    </a:cubicBezTo>
                    <a:close/>
                    <a:moveTo>
                      <a:pt x="494986" y="361332"/>
                    </a:moveTo>
                    <a:cubicBezTo>
                      <a:pt x="476160" y="361332"/>
                      <a:pt x="460674" y="376645"/>
                      <a:pt x="460674" y="395596"/>
                    </a:cubicBezTo>
                    <a:lnTo>
                      <a:pt x="460674" y="426374"/>
                    </a:lnTo>
                    <a:lnTo>
                      <a:pt x="529147" y="426374"/>
                    </a:lnTo>
                    <a:lnTo>
                      <a:pt x="529147" y="395596"/>
                    </a:lnTo>
                    <a:cubicBezTo>
                      <a:pt x="529147" y="376645"/>
                      <a:pt x="513813" y="361332"/>
                      <a:pt x="494986" y="361332"/>
                    </a:cubicBezTo>
                    <a:close/>
                    <a:moveTo>
                      <a:pt x="200571" y="334174"/>
                    </a:moveTo>
                    <a:cubicBezTo>
                      <a:pt x="202241" y="362982"/>
                      <a:pt x="206189" y="390577"/>
                      <a:pt x="212110" y="416050"/>
                    </a:cubicBezTo>
                    <a:cubicBezTo>
                      <a:pt x="232608" y="411956"/>
                      <a:pt x="253257" y="409227"/>
                      <a:pt x="273906" y="407862"/>
                    </a:cubicBezTo>
                    <a:lnTo>
                      <a:pt x="273906" y="334174"/>
                    </a:lnTo>
                    <a:close/>
                    <a:moveTo>
                      <a:pt x="62555" y="334174"/>
                    </a:moveTo>
                    <a:cubicBezTo>
                      <a:pt x="68021" y="376931"/>
                      <a:pt x="84419" y="416201"/>
                      <a:pt x="109016" y="449103"/>
                    </a:cubicBezTo>
                    <a:cubicBezTo>
                      <a:pt x="123440" y="442584"/>
                      <a:pt x="138320" y="436670"/>
                      <a:pt x="153503" y="431667"/>
                    </a:cubicBezTo>
                    <a:cubicBezTo>
                      <a:pt x="146215" y="401191"/>
                      <a:pt x="141508" y="368289"/>
                      <a:pt x="139838" y="334174"/>
                    </a:cubicBezTo>
                    <a:close/>
                    <a:moveTo>
                      <a:pt x="494986" y="321002"/>
                    </a:moveTo>
                    <a:cubicBezTo>
                      <a:pt x="536131" y="321002"/>
                      <a:pt x="569533" y="354509"/>
                      <a:pt x="569533" y="395596"/>
                    </a:cubicBezTo>
                    <a:lnTo>
                      <a:pt x="569533" y="427890"/>
                    </a:lnTo>
                    <a:lnTo>
                      <a:pt x="578339" y="427890"/>
                    </a:lnTo>
                    <a:cubicBezTo>
                      <a:pt x="587296" y="427890"/>
                      <a:pt x="594584" y="435168"/>
                      <a:pt x="594584" y="444113"/>
                    </a:cubicBezTo>
                    <a:lnTo>
                      <a:pt x="594584" y="578291"/>
                    </a:lnTo>
                    <a:cubicBezTo>
                      <a:pt x="594584" y="587388"/>
                      <a:pt x="587296" y="594514"/>
                      <a:pt x="578339" y="594514"/>
                    </a:cubicBezTo>
                    <a:lnTo>
                      <a:pt x="411482" y="594514"/>
                    </a:lnTo>
                    <a:cubicBezTo>
                      <a:pt x="402525" y="594514"/>
                      <a:pt x="395237" y="587388"/>
                      <a:pt x="395237" y="578291"/>
                    </a:cubicBezTo>
                    <a:lnTo>
                      <a:pt x="395237" y="444113"/>
                    </a:lnTo>
                    <a:cubicBezTo>
                      <a:pt x="395237" y="435168"/>
                      <a:pt x="402525" y="427890"/>
                      <a:pt x="411482" y="427890"/>
                    </a:cubicBezTo>
                    <a:lnTo>
                      <a:pt x="420440" y="427890"/>
                    </a:lnTo>
                    <a:lnTo>
                      <a:pt x="420440" y="395596"/>
                    </a:lnTo>
                    <a:cubicBezTo>
                      <a:pt x="420440" y="354357"/>
                      <a:pt x="453842" y="321002"/>
                      <a:pt x="494986" y="321002"/>
                    </a:cubicBezTo>
                    <a:close/>
                    <a:moveTo>
                      <a:pt x="393854" y="192256"/>
                    </a:moveTo>
                    <a:cubicBezTo>
                      <a:pt x="374419" y="196047"/>
                      <a:pt x="354529" y="198624"/>
                      <a:pt x="334639" y="199989"/>
                    </a:cubicBezTo>
                    <a:lnTo>
                      <a:pt x="334639" y="273525"/>
                    </a:lnTo>
                    <a:lnTo>
                      <a:pt x="405393" y="273525"/>
                    </a:lnTo>
                    <a:cubicBezTo>
                      <a:pt x="403723" y="245020"/>
                      <a:pt x="399927" y="217577"/>
                      <a:pt x="393854" y="192256"/>
                    </a:cubicBezTo>
                    <a:close/>
                    <a:moveTo>
                      <a:pt x="212110" y="191801"/>
                    </a:moveTo>
                    <a:cubicBezTo>
                      <a:pt x="206189" y="217274"/>
                      <a:pt x="202241" y="244869"/>
                      <a:pt x="200571" y="273525"/>
                    </a:cubicBezTo>
                    <a:lnTo>
                      <a:pt x="273906" y="273525"/>
                    </a:lnTo>
                    <a:lnTo>
                      <a:pt x="273906" y="199989"/>
                    </a:lnTo>
                    <a:cubicBezTo>
                      <a:pt x="253257" y="198624"/>
                      <a:pt x="232608" y="195895"/>
                      <a:pt x="212110" y="191801"/>
                    </a:cubicBezTo>
                    <a:close/>
                    <a:moveTo>
                      <a:pt x="499681" y="158748"/>
                    </a:moveTo>
                    <a:cubicBezTo>
                      <a:pt x="484346" y="165722"/>
                      <a:pt x="468707" y="171787"/>
                      <a:pt x="452613" y="177094"/>
                    </a:cubicBezTo>
                    <a:cubicBezTo>
                      <a:pt x="459901" y="207267"/>
                      <a:pt x="464456" y="239865"/>
                      <a:pt x="466126" y="273525"/>
                    </a:cubicBezTo>
                    <a:lnTo>
                      <a:pt x="545990" y="273525"/>
                    </a:lnTo>
                    <a:cubicBezTo>
                      <a:pt x="540676" y="230920"/>
                      <a:pt x="524278" y="191650"/>
                      <a:pt x="499681" y="158748"/>
                    </a:cubicBezTo>
                    <a:close/>
                    <a:moveTo>
                      <a:pt x="109016" y="158748"/>
                    </a:moveTo>
                    <a:cubicBezTo>
                      <a:pt x="84419" y="191650"/>
                      <a:pt x="68021" y="230920"/>
                      <a:pt x="62555" y="273525"/>
                    </a:cubicBezTo>
                    <a:lnTo>
                      <a:pt x="139838" y="273525"/>
                    </a:lnTo>
                    <a:cubicBezTo>
                      <a:pt x="141508" y="239562"/>
                      <a:pt x="146215" y="206660"/>
                      <a:pt x="153503" y="176184"/>
                    </a:cubicBezTo>
                    <a:cubicBezTo>
                      <a:pt x="138320" y="171181"/>
                      <a:pt x="123440" y="165267"/>
                      <a:pt x="109016" y="158748"/>
                    </a:cubicBezTo>
                    <a:close/>
                    <a:moveTo>
                      <a:pt x="183414" y="92792"/>
                    </a:moveTo>
                    <a:cubicBezTo>
                      <a:pt x="173393" y="98554"/>
                      <a:pt x="163676" y="105074"/>
                      <a:pt x="154566" y="112200"/>
                    </a:cubicBezTo>
                    <a:cubicBezTo>
                      <a:pt x="160335" y="114474"/>
                      <a:pt x="165953" y="116445"/>
                      <a:pt x="171723" y="118416"/>
                    </a:cubicBezTo>
                    <a:cubicBezTo>
                      <a:pt x="175670" y="108561"/>
                      <a:pt x="179466" y="100525"/>
                      <a:pt x="183414" y="92792"/>
                    </a:cubicBezTo>
                    <a:close/>
                    <a:moveTo>
                      <a:pt x="421487" y="90670"/>
                    </a:moveTo>
                    <a:cubicBezTo>
                      <a:pt x="425891" y="99160"/>
                      <a:pt x="430142" y="108409"/>
                      <a:pt x="434545" y="119326"/>
                    </a:cubicBezTo>
                    <a:cubicBezTo>
                      <a:pt x="441074" y="117052"/>
                      <a:pt x="447603" y="114777"/>
                      <a:pt x="454131" y="112200"/>
                    </a:cubicBezTo>
                    <a:cubicBezTo>
                      <a:pt x="443807" y="104164"/>
                      <a:pt x="433027" y="97038"/>
                      <a:pt x="421487" y="90670"/>
                    </a:cubicBezTo>
                    <a:close/>
                    <a:moveTo>
                      <a:pt x="334639" y="74294"/>
                    </a:moveTo>
                    <a:lnTo>
                      <a:pt x="334639" y="139492"/>
                    </a:lnTo>
                    <a:cubicBezTo>
                      <a:pt x="348152" y="138430"/>
                      <a:pt x="361665" y="136763"/>
                      <a:pt x="375027" y="134337"/>
                    </a:cubicBezTo>
                    <a:cubicBezTo>
                      <a:pt x="361210" y="102344"/>
                      <a:pt x="346482" y="84301"/>
                      <a:pt x="334639" y="74294"/>
                    </a:cubicBezTo>
                    <a:close/>
                    <a:moveTo>
                      <a:pt x="273906" y="72172"/>
                    </a:moveTo>
                    <a:cubicBezTo>
                      <a:pt x="255079" y="86727"/>
                      <a:pt x="240807" y="111897"/>
                      <a:pt x="231089" y="133882"/>
                    </a:cubicBezTo>
                    <a:cubicBezTo>
                      <a:pt x="245362" y="136459"/>
                      <a:pt x="259634" y="138430"/>
                      <a:pt x="273906" y="139492"/>
                    </a:cubicBezTo>
                    <a:close/>
                    <a:moveTo>
                      <a:pt x="303058" y="0"/>
                    </a:moveTo>
                    <a:lnTo>
                      <a:pt x="304273" y="0"/>
                    </a:lnTo>
                    <a:cubicBezTo>
                      <a:pt x="472199" y="0"/>
                      <a:pt x="608697" y="136308"/>
                      <a:pt x="608697" y="303850"/>
                    </a:cubicBezTo>
                    <a:cubicBezTo>
                      <a:pt x="608697" y="322499"/>
                      <a:pt x="607027" y="340694"/>
                      <a:pt x="603838" y="358282"/>
                    </a:cubicBezTo>
                    <a:cubicBezTo>
                      <a:pt x="596702" y="337813"/>
                      <a:pt x="584100" y="319921"/>
                      <a:pt x="567550" y="306427"/>
                    </a:cubicBezTo>
                    <a:cubicBezTo>
                      <a:pt x="547660" y="290355"/>
                      <a:pt x="522456" y="280651"/>
                      <a:pt x="494974" y="280651"/>
                    </a:cubicBezTo>
                    <a:cubicBezTo>
                      <a:pt x="453980" y="280651"/>
                      <a:pt x="418147" y="302030"/>
                      <a:pt x="397650" y="334174"/>
                    </a:cubicBezTo>
                    <a:lnTo>
                      <a:pt x="334639" y="334174"/>
                    </a:lnTo>
                    <a:lnTo>
                      <a:pt x="334639" y="407862"/>
                    </a:lnTo>
                    <a:cubicBezTo>
                      <a:pt x="344964" y="408620"/>
                      <a:pt x="355288" y="409682"/>
                      <a:pt x="365613" y="410895"/>
                    </a:cubicBezTo>
                    <a:cubicBezTo>
                      <a:pt x="358780" y="420295"/>
                      <a:pt x="354833" y="431818"/>
                      <a:pt x="354833" y="444100"/>
                    </a:cubicBezTo>
                    <a:lnTo>
                      <a:pt x="354833" y="470330"/>
                    </a:lnTo>
                    <a:cubicBezTo>
                      <a:pt x="348152" y="469572"/>
                      <a:pt x="341472" y="468966"/>
                      <a:pt x="334639" y="468359"/>
                    </a:cubicBezTo>
                    <a:lnTo>
                      <a:pt x="334639" y="533557"/>
                    </a:lnTo>
                    <a:cubicBezTo>
                      <a:pt x="341623" y="527643"/>
                      <a:pt x="348304" y="520062"/>
                      <a:pt x="354833" y="510662"/>
                    </a:cubicBezTo>
                    <a:lnTo>
                      <a:pt x="354833" y="578285"/>
                    </a:lnTo>
                    <a:cubicBezTo>
                      <a:pt x="354833" y="583137"/>
                      <a:pt x="355440" y="587837"/>
                      <a:pt x="356503" y="592386"/>
                    </a:cubicBezTo>
                    <a:cubicBezTo>
                      <a:pt x="357414" y="596025"/>
                      <a:pt x="358780" y="599360"/>
                      <a:pt x="360299" y="602696"/>
                    </a:cubicBezTo>
                    <a:cubicBezTo>
                      <a:pt x="340561" y="606335"/>
                      <a:pt x="322189" y="607851"/>
                      <a:pt x="303058" y="607851"/>
                    </a:cubicBezTo>
                    <a:cubicBezTo>
                      <a:pt x="138016" y="607851"/>
                      <a:pt x="0" y="472453"/>
                      <a:pt x="0" y="303850"/>
                    </a:cubicBezTo>
                    <a:cubicBezTo>
                      <a:pt x="0" y="134943"/>
                      <a:pt x="138471" y="0"/>
                      <a:pt x="30305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4ba1956e-3731-456a-8d45-0e13abda473d" id="41" name="Number4">
                <a:extLst>
                  <a:ext uri="{FF2B5EF4-FFF2-40B4-BE49-F238E27FC236}">
                    <a16:creationId id="{C088F78B-3379-13A2-107A-21EEDCB41410}"/>
                  </a:ext>
                </a:extLst>
              </p:cNvPr>
              <p:cNvSpPr txBox="1"/>
              <p:nvPr/>
            </p:nvSpPr>
            <p:spPr>
              <a:xfrm flipH="false" flipV="false">
                <a:off x="10053693" y="1955800"/>
                <a:ext cx="441210" cy="707886"/>
              </a:xfrm>
              <a:prstGeom prst="rect">
                <a:avLst/>
              </a:prstGeom>
              <a:noFill/>
            </p:spPr>
            <p:txBody>
              <a:bodyPr anchor="ctr" anchorCtr="false" rtlCol="0" wrap="square">
                <a:spAutoFit/>
              </a:bodyPr>
              <a:lstStyle/>
              <a:p>
                <a:pPr algn="ctr"/>
                <a:r>
                  <a:rPr b="true" i="false" lang="en-US" sz="4000" u="none">
                    <a:solidFill>
                      <a:srgbClr val="014163"/>
                    </a:solidFill>
                    <a:latin typeface="Arial"/>
                  </a:rPr>
                  <a:t>4</a:t>
                </a:r>
              </a:p>
            </p:txBody>
          </p:sp>
        </p:grpSp>
      </p:grpSp>
      <p:sp>
        <p:nvSpPr>
          <p:cNvPr descr="697f60e6-d590-4202-9a4a-bde26f963db9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FFFFFF"/>
                </a:solidFill>
                <a:ea typeface="微软雅黑"/>
              </a:rPr>
              <a:t>核心改进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9287d1e1-dca8-4e1f-bfc3-d2107bbdbd68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3600" u="none">
                <a:solidFill>
                  <a:srgbClr val="FFFFFF"/>
                </a:solidFill>
                <a:ea typeface="微软雅黑"/>
              </a:rPr>
              <a:t>核心功能模块</a:t>
            </a:r>
          </a:p>
        </p:txBody>
      </p:sp>
      <p:sp>
        <p:nvSpPr>
          <p:cNvPr descr="8fa4c7ce-a26a-4c3a-abd4-ab3a82024325" id="3" name=""/>
          <p:cNvSpPr>
            <a:spLocks noGrp="1"/>
          </p:cNvSpPr>
          <p:nvPr>
            <p:ph hasCustomPrompt="1" idx="1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1600" u="none">
                <a:solidFill>
                  <a:srgbClr val="FFFFFF"/>
                </a:solidFill>
                <a:ea typeface="微软雅黑"/>
              </a:rPr>
              <a:t>掌握项目主要功能模块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3268b62b-3688-49da-b30d-bd3c33c95392" id="112" name="6f6ea536-f6d2-4ea0-b6cb-6d4a02692622.source.3.zh-Hans.pptx">
            <a:extLst>
              <a:ext uri="{FF2B5EF4-FFF2-40B4-BE49-F238E27FC236}">
                <a16:creationId id="{8E30C8BF-3767-3667-B531-9729B0C10EF3}"/>
              </a:ext>
            </a:extLst>
          </p:cNvPr>
          <p:cNvGrpSpPr/>
          <p:nvPr/>
        </p:nvGrpSpPr>
        <p:grpSpPr>
          <a:xfrm>
            <a:off x="236825" y="662434"/>
            <a:ext cx="11691872" cy="5495423"/>
            <a:chOff x="236825" y="662434"/>
            <a:chExt cx="11691872" cy="5495423"/>
          </a:xfrm>
        </p:grpSpPr>
        <p:sp>
          <p:nvSpPr>
            <p:cNvPr descr="4878055e-8612-4432-a201-2acc78d0e697" id="49" name="Title">
              <a:extLst>
                <a:ext uri="{FF2B5EF4-FFF2-40B4-BE49-F238E27FC236}">
                  <a16:creationId id="{DE44F044-FAAA-54E1-042F-4BA16DFA9560}"/>
                </a:ext>
              </a:extLst>
            </p:cNvPr>
            <p:cNvSpPr>
              <a:spLocks noChangeAspect="1"/>
            </p:cNvSpPr>
            <p:nvPr/>
          </p:nvSpPr>
          <p:spPr>
            <a:xfrm flipH="false" flipV="false">
              <a:off x="660399" y="1130301"/>
              <a:ext cx="10858500" cy="9102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t" anchorCtr="false" bIns="45720" lIns="91440" rIns="91440" rtlCol="0" tIns="45720" wrap="square">
              <a:normAutofit/>
            </a:bodyPr>
            <a:lstStyle/>
            <a:p>
              <a:pPr algn="ctr"/>
              <a:r>
                <a:rPr b="true" i="false" lang="en-US" sz="2400" u="none">
                  <a:solidFill>
                    <a:srgbClr val="FFFFFF"/>
                  </a:solidFill>
                  <a:ea typeface="微软雅黑"/>
                </a:rPr>
                <a:t>数据来源与处理流程</a:t>
              </a:r>
            </a:p>
          </p:txBody>
        </p:sp>
        <p:grpSp>
          <p:nvGrpSpPr>
            <p:cNvPr descr="11953e90-6978-4322-a09d-6e9dd155cdf0" id="29" name="图形 24">
              <a:extLst>
                <a:ext uri="{FF2B5EF4-FFF2-40B4-BE49-F238E27FC236}">
                  <a16:creationId id="{07EE57BC-0CBA-C1B8-B0F3-9C54F3277DD2}"/>
                </a:ext>
              </a:extLst>
            </p:cNvPr>
            <p:cNvGrpSpPr/>
            <p:nvPr/>
          </p:nvGrpSpPr>
          <p:grpSpPr>
            <a:xfrm>
              <a:off x="236825" y="662434"/>
              <a:ext cx="11691872" cy="5495423"/>
              <a:chOff x="4927589" y="3069972"/>
              <a:chExt cx="2333818" cy="713822"/>
            </a:xfrm>
          </p:grpSpPr>
          <p:sp>
            <p:nvSpPr>
              <p:cNvPr descr="e61d1a35-aa0f-4052-a1f5-3b89d3d73949" id="30" name="任意多边形: 形状 29">
                <a:extLst>
                  <a:ext uri="{FF2B5EF4-FFF2-40B4-BE49-F238E27FC236}">
                    <a16:creationId id="{9C8F8B49-FD3B-5CCC-97BD-080043DF30F5}"/>
                  </a:ext>
                </a:extLst>
              </p:cNvPr>
              <p:cNvSpPr/>
              <p:nvPr/>
            </p:nvSpPr>
            <p:spPr>
              <a:xfrm flipH="false" flipV="false">
                <a:off x="4933759" y="3075146"/>
                <a:ext cx="2318670" cy="705230"/>
              </a:xfrm>
              <a:custGeom>
                <a:avLst/>
                <a:gdLst>
                  <a:gd fmla="*/ 62389 w 2318670" name="connsiteX0"/>
                  <a:gd fmla="*/ 705231 h 705230" name="connsiteY0"/>
                  <a:gd fmla="*/ 62389 w 2318670" name="connsiteX1"/>
                  <a:gd fmla="*/ 284702 h 705230" name="connsiteY1"/>
                  <a:gd fmla="*/ 0 w 2318670" name="connsiteX2"/>
                  <a:gd fmla="*/ 218218 h 705230" name="connsiteY2"/>
                  <a:gd fmla="*/ 0 w 2318670" name="connsiteX3"/>
                  <a:gd fmla="*/ 0 h 705230" name="connsiteY3"/>
                  <a:gd fmla="*/ 2318671 w 2318670" name="connsiteX4"/>
                  <a:gd fmla="*/ 0 h 705230" name="connsiteY4"/>
                  <a:gd fmla="*/ 2318671 w 2318670" name="connsiteX5"/>
                  <a:gd fmla="*/ 694563 h 705230" name="connsiteY5"/>
                  <a:gd fmla="*/ 1919383 w 2318670" name="connsiteX6"/>
                  <a:gd fmla="*/ 694563 h 705230" name="connsiteY6"/>
                  <a:gd fmla="*/ 1837944 w 2318670" name="connsiteX7"/>
                  <a:gd fmla="*/ 613124 h 705230" name="connsiteY7"/>
                  <a:gd fmla="*/ 1596104 w 2318670" name="connsiteX8"/>
                  <a:gd fmla="*/ 613124 h 705230" name="connsiteY8"/>
                  <a:gd fmla="*/ 1490377 w 2318670" name="connsiteX9"/>
                  <a:gd fmla="*/ 699802 h 705230" name="connsiteY9"/>
                  <a:gd fmla="*/ 425482 w 2318670" name="connsiteX10"/>
                  <a:gd fmla="*/ 699802 h 705230" name="connsiteY10"/>
                  <a:gd fmla="*/ 393764 w 2318670" name="connsiteX11"/>
                  <a:gd fmla="*/ 668084 h 705230" name="connsiteY11"/>
                  <a:gd fmla="*/ 308610 w 2318670" name="connsiteX12"/>
                  <a:gd fmla="*/ 668084 h 705230" name="connsiteY12"/>
                  <a:gd fmla="*/ 271558 w 2318670" name="connsiteX13"/>
                  <a:gd fmla="*/ 705231 h 705230" name="connsiteY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b="b" l="l" r="r" t="t"/>
                <a:pathLst>
                  <a:path h="705230" w="2318670">
                    <a:moveTo>
                      <a:pt x="62389" y="705231"/>
                    </a:moveTo>
                    <a:lnTo>
                      <a:pt x="62389" y="284702"/>
                    </a:lnTo>
                    <a:lnTo>
                      <a:pt x="0" y="218218"/>
                    </a:lnTo>
                    <a:lnTo>
                      <a:pt x="0" y="0"/>
                    </a:lnTo>
                    <a:lnTo>
                      <a:pt x="2318671" y="0"/>
                    </a:lnTo>
                    <a:lnTo>
                      <a:pt x="2318671" y="694563"/>
                    </a:lnTo>
                    <a:lnTo>
                      <a:pt x="1919383" y="694563"/>
                    </a:lnTo>
                    <a:lnTo>
                      <a:pt x="1837944" y="613124"/>
                    </a:lnTo>
                    <a:lnTo>
                      <a:pt x="1596104" y="613124"/>
                    </a:lnTo>
                    <a:lnTo>
                      <a:pt x="1490377" y="699802"/>
                    </a:lnTo>
                    <a:lnTo>
                      <a:pt x="425482" y="699802"/>
                    </a:lnTo>
                    <a:lnTo>
                      <a:pt x="393764" y="668084"/>
                    </a:lnTo>
                    <a:lnTo>
                      <a:pt x="308610" y="668084"/>
                    </a:lnTo>
                    <a:lnTo>
                      <a:pt x="271558" y="705231"/>
                    </a:lnTo>
                    <a:close/>
                  </a:path>
                </a:pathLst>
              </a:custGeom>
              <a:noFill/>
              <a:ln cap="rnd" w="6350">
                <a:gradFill>
                  <a:gsLst>
                    <a:gs pos="0">
                      <a:schemeClr val="accent1">
                        <a:alpha val="51000"/>
                      </a:schemeClr>
                    </a:gs>
                    <a:gs pos="100000">
                      <a:schemeClr val="accent1">
                        <a:lumMod val="50000"/>
                      </a:schemeClr>
                    </a:gs>
                  </a:gsLst>
                  <a:lin ang="16200000" scaled="1"/>
                </a:gradFill>
                <a:prstDash val="solid"/>
                <a:round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  <p:grpSp>
            <p:nvGrpSpPr>
              <p:cNvPr descr="5d89f264-8176-49b9-b0a5-a840f6f3d70f" id="31" name="图形 24">
                <a:extLst>
                  <a:ext uri="{FF2B5EF4-FFF2-40B4-BE49-F238E27FC236}">
                    <a16:creationId id="{AFF6CA98-7293-FE84-8B3F-8AD50F66CD93}"/>
                  </a:ext>
                </a:extLst>
              </p:cNvPr>
              <p:cNvGrpSpPr/>
              <p:nvPr/>
            </p:nvGrpSpPr>
            <p:grpSpPr>
              <a:xfrm>
                <a:off x="4927589" y="3069972"/>
                <a:ext cx="2333818" cy="47576"/>
                <a:chOff x="4927589" y="3069972"/>
                <a:chExt cx="2333818" cy="47576"/>
              </a:xfrm>
              <a:solidFill>
                <a:srgbClr val="0C3FFF"/>
              </a:solidFill>
            </p:grpSpPr>
            <p:sp>
              <p:nvSpPr>
                <p:cNvPr descr="c3864b24-0149-40c6-ac33-8b60a3ea479e" id="32" name="任意多边形: 形状 31">
                  <a:extLst>
                    <a:ext uri="{FF2B5EF4-FFF2-40B4-BE49-F238E27FC236}">
                      <a16:creationId id="{FBA07306-3C18-49CA-DCB8-42A4D7985EFC}"/>
                    </a:ext>
                  </a:extLst>
                </p:cNvPr>
                <p:cNvSpPr/>
                <p:nvPr/>
              </p:nvSpPr>
              <p:spPr>
                <a:xfrm flipH="false" flipV="false">
                  <a:off x="4927589" y="3070671"/>
                  <a:ext cx="55803" cy="35795"/>
                </a:xfrm>
                <a:custGeom>
                  <a:avLst/>
                  <a:gdLst>
                    <a:gd fmla="*/ 149828 w 149828" name="connsiteX0"/>
                    <a:gd fmla="*/ 0 h 149828" name="connsiteY0"/>
                    <a:gd fmla="*/ 28956 w 149828" name="connsiteX1"/>
                    <a:gd fmla="*/ 0 h 149828" name="connsiteY1"/>
                    <a:gd fmla="*/ 0 w 149828" name="connsiteX2"/>
                    <a:gd fmla="*/ 0 h 149828" name="connsiteY2"/>
                    <a:gd fmla="*/ 0 w 149828" name="connsiteX3"/>
                    <a:gd fmla="*/ 28956 h 149828" name="connsiteY3"/>
                    <a:gd fmla="*/ 0 w 149828" name="connsiteX4"/>
                    <a:gd fmla="*/ 149828 h 149828" name="connsiteY4"/>
                    <a:gd fmla="*/ 38481 w 149828" name="connsiteX5"/>
                    <a:gd fmla="*/ 149828 h 149828" name="connsiteY5"/>
                    <a:gd fmla="*/ 38481 w 149828" name="connsiteX6"/>
                    <a:gd fmla="*/ 38481 h 149828" name="connsiteY6"/>
                    <a:gd fmla="*/ 149828 w 149828" name="connsiteX7"/>
                    <a:gd fmla="*/ 38481 h 149828" name="connsiteY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b="b" l="l" r="r" t="t"/>
                  <a:pathLst>
                    <a:path h="149828" w="149828">
                      <a:moveTo>
                        <a:pt x="149828" y="0"/>
                      </a:moveTo>
                      <a:lnTo>
                        <a:pt x="28956" y="0"/>
                      </a:lnTo>
                      <a:lnTo>
                        <a:pt x="0" y="0"/>
                      </a:lnTo>
                      <a:lnTo>
                        <a:pt x="0" y="28956"/>
                      </a:lnTo>
                      <a:lnTo>
                        <a:pt x="0" y="149828"/>
                      </a:lnTo>
                      <a:lnTo>
                        <a:pt x="38481" y="149828"/>
                      </a:lnTo>
                      <a:lnTo>
                        <a:pt x="38481" y="38481"/>
                      </a:lnTo>
                      <a:lnTo>
                        <a:pt x="149828" y="3848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anchorCtr="false" rtlCol="0"/>
                <a:lstStyle/>
                <a:p>
                  <a:pPr algn="l"/>
                </a:p>
              </p:txBody>
            </p:sp>
            <p:sp>
              <p:nvSpPr>
                <p:cNvPr descr="9e1e7f4c-eb69-461e-b303-5b5fcb610bfa" id="33" name="任意多边形: 形状 32">
                  <a:extLst>
                    <a:ext uri="{FF2B5EF4-FFF2-40B4-BE49-F238E27FC236}">
                      <a16:creationId id="{4991209A-2D5F-D994-0B76-5A5224108C2B}"/>
                    </a:ext>
                  </a:extLst>
                </p:cNvPr>
                <p:cNvSpPr/>
                <p:nvPr/>
              </p:nvSpPr>
              <p:spPr>
                <a:xfrm flipH="false" flipV="false">
                  <a:off x="7187239" y="3069972"/>
                  <a:ext cx="74168" cy="47576"/>
                </a:xfrm>
                <a:custGeom>
                  <a:avLst/>
                  <a:gdLst>
                    <a:gd fmla="*/ 0 w 149828" name="connsiteX0"/>
                    <a:gd fmla="*/ 0 h 149828" name="connsiteY0"/>
                    <a:gd fmla="*/ 120777 w 149828" name="connsiteX1"/>
                    <a:gd fmla="*/ 0 h 149828" name="connsiteY1"/>
                    <a:gd fmla="*/ 149828 w 149828" name="connsiteX2"/>
                    <a:gd fmla="*/ 0 h 149828" name="connsiteY2"/>
                    <a:gd fmla="*/ 149828 w 149828" name="connsiteX3"/>
                    <a:gd fmla="*/ 28956 h 149828" name="connsiteY3"/>
                    <a:gd fmla="*/ 149828 w 149828" name="connsiteX4"/>
                    <a:gd fmla="*/ 149828 h 149828" name="connsiteY4"/>
                    <a:gd fmla="*/ 111252 w 149828" name="connsiteX5"/>
                    <a:gd fmla="*/ 149828 h 149828" name="connsiteY5"/>
                    <a:gd fmla="*/ 111252 w 149828" name="connsiteX6"/>
                    <a:gd fmla="*/ 38481 h 149828" name="connsiteY6"/>
                    <a:gd fmla="*/ 0 w 149828" name="connsiteX7"/>
                    <a:gd fmla="*/ 38481 h 149828" name="connsiteY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b="b" l="l" r="r" t="t"/>
                  <a:pathLst>
                    <a:path h="149828" w="149828">
                      <a:moveTo>
                        <a:pt x="0" y="0"/>
                      </a:moveTo>
                      <a:lnTo>
                        <a:pt x="120777" y="0"/>
                      </a:lnTo>
                      <a:lnTo>
                        <a:pt x="149828" y="0"/>
                      </a:lnTo>
                      <a:lnTo>
                        <a:pt x="149828" y="28956"/>
                      </a:lnTo>
                      <a:lnTo>
                        <a:pt x="149828" y="149828"/>
                      </a:lnTo>
                      <a:lnTo>
                        <a:pt x="111252" y="149828"/>
                      </a:lnTo>
                      <a:lnTo>
                        <a:pt x="111252" y="38481"/>
                      </a:lnTo>
                      <a:lnTo>
                        <a:pt x="0" y="3848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anchorCtr="false" rtlCol="0"/>
                <a:lstStyle/>
                <a:p>
                  <a:pPr algn="l"/>
                </a:p>
              </p:txBody>
            </p:sp>
          </p:grpSp>
          <p:grpSp>
            <p:nvGrpSpPr>
              <p:cNvPr descr="828cd228-07e7-418c-89cb-8dc986e40056" id="34" name="图形 24">
                <a:extLst>
                  <a:ext uri="{FF2B5EF4-FFF2-40B4-BE49-F238E27FC236}">
                    <a16:creationId id="{913D47C6-7849-06AE-9DF5-9A69CA6C558C}"/>
                  </a:ext>
                </a:extLst>
              </p:cNvPr>
              <p:cNvGrpSpPr/>
              <p:nvPr/>
            </p:nvGrpSpPr>
            <p:grpSpPr>
              <a:xfrm>
                <a:off x="4989096" y="3732662"/>
                <a:ext cx="2271427" cy="51132"/>
                <a:chOff x="4989096" y="3732662"/>
                <a:chExt cx="2271427" cy="51132"/>
              </a:xfrm>
              <a:solidFill>
                <a:srgbClr val="0C3FFF"/>
              </a:solidFill>
            </p:grpSpPr>
            <p:sp>
              <p:nvSpPr>
                <p:cNvPr descr="0d324b2e-c663-4ca7-914b-0bb2b40fa833" id="35" name="任意多边形: 形状 34">
                  <a:extLst>
                    <a:ext uri="{FF2B5EF4-FFF2-40B4-BE49-F238E27FC236}">
                      <a16:creationId id="{D4FBC7D5-67EE-E3CE-4DA9-8F05444AEF22}"/>
                    </a:ext>
                  </a:extLst>
                </p:cNvPr>
                <p:cNvSpPr/>
                <p:nvPr/>
              </p:nvSpPr>
              <p:spPr>
                <a:xfrm flipH="false" flipV="false">
                  <a:off x="4989096" y="3747999"/>
                  <a:ext cx="60801" cy="35795"/>
                </a:xfrm>
                <a:custGeom>
                  <a:avLst/>
                  <a:gdLst>
                    <a:gd fmla="*/ 149828 w 149828" name="connsiteX0"/>
                    <a:gd fmla="*/ 149828 h 149828" name="connsiteY0"/>
                    <a:gd fmla="*/ 29051 w 149828" name="connsiteX1"/>
                    <a:gd fmla="*/ 149828 h 149828" name="connsiteY1"/>
                    <a:gd fmla="*/ 0 w 149828" name="connsiteX2"/>
                    <a:gd fmla="*/ 149828 h 149828" name="connsiteY2"/>
                    <a:gd fmla="*/ 0 w 149828" name="connsiteX3"/>
                    <a:gd fmla="*/ 120777 h 149828" name="connsiteY3"/>
                    <a:gd fmla="*/ 0 w 149828" name="connsiteX4"/>
                    <a:gd fmla="*/ 0 h 149828" name="connsiteY4"/>
                    <a:gd fmla="*/ 38576 w 149828" name="connsiteX5"/>
                    <a:gd fmla="*/ 0 h 149828" name="connsiteY5"/>
                    <a:gd fmla="*/ 38576 w 149828" name="connsiteX6"/>
                    <a:gd fmla="*/ 111252 h 149828" name="connsiteY6"/>
                    <a:gd fmla="*/ 149828 w 149828" name="connsiteX7"/>
                    <a:gd fmla="*/ 111252 h 149828" name="connsiteY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b="b" l="l" r="r" t="t"/>
                  <a:pathLst>
                    <a:path h="149828" w="149828">
                      <a:moveTo>
                        <a:pt x="149828" y="149828"/>
                      </a:moveTo>
                      <a:lnTo>
                        <a:pt x="29051" y="149828"/>
                      </a:lnTo>
                      <a:lnTo>
                        <a:pt x="0" y="149828"/>
                      </a:lnTo>
                      <a:lnTo>
                        <a:pt x="0" y="120777"/>
                      </a:lnTo>
                      <a:lnTo>
                        <a:pt x="0" y="0"/>
                      </a:lnTo>
                      <a:lnTo>
                        <a:pt x="38576" y="0"/>
                      </a:lnTo>
                      <a:lnTo>
                        <a:pt x="38576" y="111252"/>
                      </a:lnTo>
                      <a:lnTo>
                        <a:pt x="149828" y="11125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anchorCtr="false" rtlCol="0"/>
                <a:lstStyle/>
                <a:p>
                  <a:pPr algn="l"/>
                </a:p>
              </p:txBody>
            </p:sp>
            <p:sp>
              <p:nvSpPr>
                <p:cNvPr descr="4214fc93-1add-44d3-bf16-7137ad37cbfc" id="36" name="任意多边形: 形状 35">
                  <a:extLst>
                    <a:ext uri="{FF2B5EF4-FFF2-40B4-BE49-F238E27FC236}">
                      <a16:creationId id="{A76838A9-D803-EE94-6D61-2D1A9CBA6430}"/>
                    </a:ext>
                  </a:extLst>
                </p:cNvPr>
                <p:cNvSpPr/>
                <p:nvPr/>
              </p:nvSpPr>
              <p:spPr>
                <a:xfrm flipH="false" flipV="false">
                  <a:off x="7187239" y="3732662"/>
                  <a:ext cx="73284" cy="43144"/>
                </a:xfrm>
                <a:custGeom>
                  <a:avLst/>
                  <a:gdLst>
                    <a:gd fmla="*/ 0 w 149828" name="connsiteX0"/>
                    <a:gd fmla="*/ 149828 h 149828" name="connsiteY0"/>
                    <a:gd fmla="*/ 120777 w 149828" name="connsiteX1"/>
                    <a:gd fmla="*/ 149828 h 149828" name="connsiteY1"/>
                    <a:gd fmla="*/ 149828 w 149828" name="connsiteX2"/>
                    <a:gd fmla="*/ 149828 h 149828" name="connsiteY2"/>
                    <a:gd fmla="*/ 149828 w 149828" name="connsiteX3"/>
                    <a:gd fmla="*/ 120872 h 149828" name="connsiteY3"/>
                    <a:gd fmla="*/ 149828 w 149828" name="connsiteX4"/>
                    <a:gd fmla="*/ 0 h 149828" name="connsiteY4"/>
                    <a:gd fmla="*/ 111252 w 149828" name="connsiteX5"/>
                    <a:gd fmla="*/ 0 h 149828" name="connsiteY5"/>
                    <a:gd fmla="*/ 111252 w 149828" name="connsiteX6"/>
                    <a:gd fmla="*/ 111347 h 149828" name="connsiteY6"/>
                    <a:gd fmla="*/ 0 w 149828" name="connsiteX7"/>
                    <a:gd fmla="*/ 111347 h 149828" name="connsiteY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b="b" l="l" r="r" t="t"/>
                  <a:pathLst>
                    <a:path h="149828" w="149828">
                      <a:moveTo>
                        <a:pt x="0" y="149828"/>
                      </a:moveTo>
                      <a:lnTo>
                        <a:pt x="120777" y="149828"/>
                      </a:lnTo>
                      <a:lnTo>
                        <a:pt x="149828" y="149828"/>
                      </a:lnTo>
                      <a:lnTo>
                        <a:pt x="149828" y="120872"/>
                      </a:lnTo>
                      <a:lnTo>
                        <a:pt x="149828" y="0"/>
                      </a:lnTo>
                      <a:lnTo>
                        <a:pt x="111252" y="0"/>
                      </a:lnTo>
                      <a:lnTo>
                        <a:pt x="111252" y="111347"/>
                      </a:lnTo>
                      <a:lnTo>
                        <a:pt x="0" y="11134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w="9525">
                  <a:noFill/>
                  <a:prstDash val="solid"/>
                  <a:miter/>
                </a:ln>
              </p:spPr>
              <p:txBody>
                <a:bodyPr anchor="ctr" anchorCtr="false" rtlCol="0"/>
                <a:lstStyle/>
                <a:p>
                  <a:pPr algn="l"/>
                </a:p>
              </p:txBody>
            </p:sp>
          </p:grpSp>
          <p:sp>
            <p:nvSpPr>
              <p:cNvPr descr="1745b2fe-4f88-45cf-856d-dcb6314fdd71" id="37" name="任意多边形: 形状 36">
                <a:extLst>
                  <a:ext uri="{FF2B5EF4-FFF2-40B4-BE49-F238E27FC236}">
                    <a16:creationId id="{CDBB5B9D-9E3F-5A40-3487-73A90DCA2876}"/>
                  </a:ext>
                </a:extLst>
              </p:cNvPr>
              <p:cNvSpPr/>
              <p:nvPr/>
            </p:nvSpPr>
            <p:spPr>
              <a:xfrm flipH="false" flipV="false">
                <a:off x="5956554" y="3772837"/>
                <a:ext cx="373856" cy="5939"/>
              </a:xfrm>
              <a:custGeom>
                <a:avLst/>
                <a:gdLst>
                  <a:gd fmla="*/ 0 w 373856" name="connsiteX0"/>
                  <a:gd fmla="*/ 0 h 46291" name="connsiteY0"/>
                  <a:gd fmla="*/ 373856 w 373856" name="connsiteX1"/>
                  <a:gd fmla="*/ 0 h 46291" name="connsiteY1"/>
                  <a:gd fmla="*/ 373856 w 373856" name="connsiteX2"/>
                  <a:gd fmla="*/ 46291 h 46291" name="connsiteY2"/>
                  <a:gd fmla="*/ 0 w 373856" name="connsiteX3"/>
                  <a:gd fmla="*/ 46291 h 46291" name="connsiteY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b="b" l="l" r="r" t="t"/>
                <a:pathLst>
                  <a:path h="46291" w="373856">
                    <a:moveTo>
                      <a:pt x="0" y="0"/>
                    </a:moveTo>
                    <a:lnTo>
                      <a:pt x="373856" y="0"/>
                    </a:lnTo>
                    <a:lnTo>
                      <a:pt x="373856" y="46291"/>
                    </a:lnTo>
                    <a:lnTo>
                      <a:pt x="0" y="4629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w="9525">
                <a:noFill/>
                <a:prstDash val="solid"/>
                <a:miter/>
              </a:ln>
            </p:spPr>
            <p:txBody>
              <a:bodyPr anchor="ctr" anchorCtr="false" rtlCol="0"/>
              <a:lstStyle/>
              <a:p>
                <a:pPr algn="l"/>
              </a:p>
            </p:txBody>
          </p:sp>
        </p:grpSp>
        <p:grpSp>
          <p:nvGrpSpPr>
            <p:cNvPr descr="12c12158-a019-470e-a02a-12aba8afed52" id="68" name="组合 67">
              <a:extLst>
                <a:ext uri="{FF2B5EF4-FFF2-40B4-BE49-F238E27FC236}">
                  <a16:creationId id="{C3A0D284-1C5C-03E0-7F52-F63D1A263B9A}"/>
                </a:ext>
              </a:extLst>
            </p:cNvPr>
            <p:cNvGrpSpPr/>
            <p:nvPr/>
          </p:nvGrpSpPr>
          <p:grpSpPr>
            <a:xfrm>
              <a:off x="1158797" y="2151289"/>
              <a:ext cx="3002392" cy="3172799"/>
              <a:chOff x="771119" y="2305293"/>
              <a:chExt cx="2493504" cy="3172799"/>
            </a:xfrm>
          </p:grpSpPr>
          <p:grpSp>
            <p:nvGrpSpPr>
              <p:cNvPr descr="b6fe90c9-1aa5-4b7c-87a9-a15146c46574" id="8" name="组合 7">
                <a:extLst>
                  <a:ext uri="{FF2B5EF4-FFF2-40B4-BE49-F238E27FC236}">
                    <a16:creationId id="{FDF2B8DF-F988-5844-D0F5-ADD1A54B503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71119" y="2305293"/>
                <a:ext cx="2493504" cy="3172799"/>
                <a:chOff x="4389868" y="1751662"/>
                <a:chExt cx="3399560" cy="3728018"/>
              </a:xfrm>
            </p:grpSpPr>
            <p:sp>
              <p:nvSpPr>
                <p:cNvPr descr="c75217ce-17aa-4463-9cc6-38cffd596050" id="9" name="矩形: 圆顶角 1">
                  <a:extLst>
                    <a:ext uri="{FF2B5EF4-FFF2-40B4-BE49-F238E27FC236}">
                      <a16:creationId id="{58CAFFD5-2E3B-4792-0C85-8B146D263562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4389868" y="1751662"/>
                  <a:ext cx="3399560" cy="3728018"/>
                </a:xfrm>
                <a:prstGeom prst="snip1Rect">
                  <a:avLst/>
                </a:prstGeom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34000"/>
                      </a:schemeClr>
                    </a:gs>
                  </a:gsLst>
                  <a:lin ang="16200000" scaled="1"/>
                  <a:tileRect/>
                </a:gradFill>
                <a:ln>
                  <a:noFill/>
                </a:ln>
                <a:effectLst>
                  <a:outerShdw algn="ctr" blurRad="266700" dir="2400000" dist="50800" rotWithShape="0" sx="98000" sy="98000">
                    <a:schemeClr val="accent1">
                      <a:alpha val="29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/>
                <a:lstStyle/>
                <a:p>
                  <a:pPr algn="ctr"/>
                </a:p>
              </p:txBody>
            </p:sp>
            <p:sp>
              <p:nvSpPr>
                <p:cNvPr descr="830cefe4-e7e6-45a1-bfe1-596c28d18dc5" id="10" name="Bullet1">
                  <a:extLst>
                    <a:ext uri="{FF2B5EF4-FFF2-40B4-BE49-F238E27FC236}">
                      <a16:creationId id="{6D6318CD-58D8-0885-BFD7-DD982DBBB5C9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4553745" y="2045991"/>
                  <a:ext cx="3071818" cy="7600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b" anchorCtr="false" bIns="45720" lIns="91440" rIns="91440" tIns="45720" wrap="square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true" i="false" lang="en-US" strike="noStrike" sz="1600" u="none">
                      <a:solidFill>
                        <a:srgbClr val="FFFFFF"/>
                      </a:solidFill>
                      <a:ea typeface="微软雅黑"/>
                    </a:rPr>
                    <a:t>主要数据来源</a:t>
                  </a:r>
                </a:p>
              </p:txBody>
            </p:sp>
            <p:sp>
              <p:nvSpPr>
                <p:cNvPr descr="bfb93366-d649-4a85-8265-e5fe2a709b8a" id="11" name="Text1">
                  <a:extLst>
                    <a:ext uri="{FF2B5EF4-FFF2-40B4-BE49-F238E27FC236}">
                      <a16:creationId id="{792A1BDD-CFEE-DEA4-F2A6-1B1F74C5B993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4553745" y="3215266"/>
                  <a:ext cx="3071818" cy="204735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t" anchorCtr="false" bIns="45720" lIns="91440" rIns="9144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false" i="false" lang="en-US" strike="noStrike" sz="1200" u="none">
                      <a:solidFill>
                        <a:srgbClr val="FFFFFF"/>
                      </a:solidFill>
                      <a:ea typeface="微软雅黑"/>
                    </a:rPr>
                    <a:t>利用OpenDigger API和GitHub API获取项目相关数据。</a:t>
                  </a:r>
                </a:p>
              </p:txBody>
            </p:sp>
          </p:grpSp>
          <p:cxnSp>
            <p:nvCxnSpPr>
              <p:cNvPr descr="f1d389cd-9629-4565-bca9-74c6f2a63b40" id="67" name="直接连接符 66">
                <a:extLst>
                  <a:ext uri="{FF2B5EF4-FFF2-40B4-BE49-F238E27FC236}">
                    <a16:creationId id="{7DC6FAFB-5952-9944-7B9B-E2CD99D9A9CF}"/>
                  </a:ext>
                </a:extLst>
              </p:cNvPr>
              <p:cNvCxnSpPr/>
              <p:nvPr/>
            </p:nvCxnSpPr>
            <p:spPr>
              <a:xfrm flipH="false" flipV="false">
                <a:off x="901700" y="3365500"/>
                <a:ext cx="2237317" cy="0"/>
              </a:xfrm>
              <a:prstGeom prst="line">
                <a:avLst/>
              </a:prstGeom>
              <a:ln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descr="f561c5ab-75aa-4af9-8fad-fc3806edaa48" id="93" name="组合 92">
              <a:extLst>
                <a:ext uri="{FF2B5EF4-FFF2-40B4-BE49-F238E27FC236}">
                  <a16:creationId id="{2A3FF2D1-0A2F-7DD9-0AC8-D08DF69F3A38}"/>
                </a:ext>
              </a:extLst>
            </p:cNvPr>
            <p:cNvGrpSpPr/>
            <p:nvPr/>
          </p:nvGrpSpPr>
          <p:grpSpPr>
            <a:xfrm>
              <a:off x="4588454" y="2151289"/>
              <a:ext cx="3002392" cy="3172799"/>
              <a:chOff x="771119" y="2305293"/>
              <a:chExt cx="2493504" cy="3172799"/>
            </a:xfrm>
          </p:grpSpPr>
          <p:grpSp>
            <p:nvGrpSpPr>
              <p:cNvPr descr="0eb2bb29-55ed-4736-aa6c-9e3569ccda9a" id="94" name="组合 93">
                <a:extLst>
                  <a:ext uri="{FF2B5EF4-FFF2-40B4-BE49-F238E27FC236}">
                    <a16:creationId id="{4B0FA8F2-C1A6-E2ED-EC08-689FC072E75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71119" y="2305293"/>
                <a:ext cx="2493504" cy="3172799"/>
                <a:chOff x="4389868" y="1751662"/>
                <a:chExt cx="3399560" cy="3728018"/>
              </a:xfrm>
            </p:grpSpPr>
            <p:sp>
              <p:nvSpPr>
                <p:cNvPr descr="0311b60a-9795-4f8a-99ef-db8ae2b0917a" id="96" name="矩形: 圆顶角 1">
                  <a:extLst>
                    <a:ext uri="{FF2B5EF4-FFF2-40B4-BE49-F238E27FC236}">
                      <a16:creationId id="{1EA046A1-4B9B-D1C6-BEF1-D8CE1499C7A1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4389868" y="1751662"/>
                  <a:ext cx="3399560" cy="3728018"/>
                </a:xfrm>
                <a:prstGeom prst="snip1Rect">
                  <a:avLst/>
                </a:prstGeom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34000"/>
                      </a:schemeClr>
                    </a:gs>
                  </a:gsLst>
                  <a:lin ang="16200000" scaled="1"/>
                  <a:tileRect/>
                </a:gradFill>
                <a:ln>
                  <a:noFill/>
                </a:ln>
                <a:effectLst>
                  <a:outerShdw algn="ctr" blurRad="266700" dir="2400000" dist="50800" rotWithShape="0" sx="98000" sy="98000">
                    <a:schemeClr val="accent1">
                      <a:alpha val="29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/>
                <a:lstStyle/>
                <a:p>
                  <a:pPr algn="ctr"/>
                </a:p>
              </p:txBody>
            </p:sp>
            <p:sp>
              <p:nvSpPr>
                <p:cNvPr descr="67ead345-9b00-4e6f-8350-e014c55c62b0" id="97" name="Bullet2">
                  <a:extLst>
                    <a:ext uri="{FF2B5EF4-FFF2-40B4-BE49-F238E27FC236}">
                      <a16:creationId id="{63D86953-4B87-29FC-7B73-77914BB68F59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4553745" y="2045991"/>
                  <a:ext cx="3071818" cy="7600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b" anchorCtr="false" bIns="45720" lIns="91440" rIns="91440" tIns="45720" wrap="square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true" i="false" lang="en-US" strike="noStrike" sz="1600" u="none">
                      <a:solidFill>
                        <a:srgbClr val="FFFFFF"/>
                      </a:solidFill>
                      <a:ea typeface="微软雅黑"/>
                    </a:rPr>
                    <a:t>数据处理流程</a:t>
                  </a:r>
                </a:p>
              </p:txBody>
            </p:sp>
            <p:sp>
              <p:nvSpPr>
                <p:cNvPr descr="1fcd0453-338f-40bd-9d11-6762ddb7b597" id="98" name="Text2">
                  <a:extLst>
                    <a:ext uri="{FF2B5EF4-FFF2-40B4-BE49-F238E27FC236}">
                      <a16:creationId id="{AAB78013-28EF-D181-2818-2A0A698EE355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4553745" y="3215266"/>
                  <a:ext cx="3071818" cy="204735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t" anchorCtr="false" bIns="45720" lIns="91440" rIns="9144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false" i="false" lang="en-US" strike="noStrike" sz="1200" u="none">
                      <a:solidFill>
                        <a:srgbClr val="FFFFFF"/>
                      </a:solidFill>
                      <a:ea typeface="微软雅黑"/>
                    </a:rPr>
                    <a:t>包括数据获取、清洗、转换和存储等步骤。</a:t>
                  </a:r>
                </a:p>
              </p:txBody>
            </p:sp>
          </p:grpSp>
          <p:cxnSp>
            <p:nvCxnSpPr>
              <p:cNvPr descr="a40f3e03-802f-49cc-a5cd-3361e991d956" id="95" name="直接连接符 94">
                <a:extLst>
                  <a:ext uri="{FF2B5EF4-FFF2-40B4-BE49-F238E27FC236}">
                    <a16:creationId id="{AFD342F2-5EDC-80EE-85C7-060D30AACECF}"/>
                  </a:ext>
                </a:extLst>
              </p:cNvPr>
              <p:cNvCxnSpPr/>
              <p:nvPr/>
            </p:nvCxnSpPr>
            <p:spPr>
              <a:xfrm flipH="false" flipV="false">
                <a:off x="901700" y="3365500"/>
                <a:ext cx="2237317" cy="0"/>
              </a:xfrm>
              <a:prstGeom prst="line">
                <a:avLst/>
              </a:prstGeom>
              <a:ln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descr="066cf95f-89ac-49c7-9b26-a25619781312" id="99" name="组合 98">
              <a:extLst>
                <a:ext uri="{FF2B5EF4-FFF2-40B4-BE49-F238E27FC236}">
                  <a16:creationId id="{99AEB1B7-E94D-FBF8-6844-B6FFE6139B43}"/>
                </a:ext>
              </a:extLst>
            </p:cNvPr>
            <p:cNvGrpSpPr/>
            <p:nvPr/>
          </p:nvGrpSpPr>
          <p:grpSpPr>
            <a:xfrm>
              <a:off x="8018111" y="2151289"/>
              <a:ext cx="3002392" cy="3172799"/>
              <a:chOff x="771119" y="2305293"/>
              <a:chExt cx="2493504" cy="3172799"/>
            </a:xfrm>
          </p:grpSpPr>
          <p:grpSp>
            <p:nvGrpSpPr>
              <p:cNvPr descr="f5d69329-78c6-4d39-8a6f-19b440a6d44c" id="100" name="组合 99">
                <a:extLst>
                  <a:ext uri="{FF2B5EF4-FFF2-40B4-BE49-F238E27FC236}">
                    <a16:creationId id="{7D902118-49BC-72F2-8335-D146C241E6F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71119" y="2305293"/>
                <a:ext cx="2493504" cy="3172799"/>
                <a:chOff x="4389868" y="1751662"/>
                <a:chExt cx="3399560" cy="3728018"/>
              </a:xfrm>
            </p:grpSpPr>
            <p:sp>
              <p:nvSpPr>
                <p:cNvPr descr="395c6154-f0ba-4fc8-b44d-7e0798061ec8" id="102" name="矩形: 圆顶角 1">
                  <a:extLst>
                    <a:ext uri="{FF2B5EF4-FFF2-40B4-BE49-F238E27FC236}">
                      <a16:creationId id="{EA4399BD-C177-27D9-790B-0D864F9E7067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4389868" y="1751662"/>
                  <a:ext cx="3399560" cy="3728018"/>
                </a:xfrm>
                <a:prstGeom prst="snip1Rect">
                  <a:avLst/>
                </a:prstGeom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34000"/>
                      </a:schemeClr>
                    </a:gs>
                  </a:gsLst>
                  <a:lin ang="16200000" scaled="1"/>
                  <a:tileRect/>
                </a:gradFill>
                <a:ln>
                  <a:noFill/>
                </a:ln>
                <a:effectLst>
                  <a:outerShdw algn="ctr" blurRad="266700" dir="2400000" dist="50800" rotWithShape="0" sx="98000" sy="98000">
                    <a:schemeClr val="accent1">
                      <a:alpha val="29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/>
                <a:lstStyle/>
                <a:p>
                  <a:pPr algn="ctr"/>
                </a:p>
              </p:txBody>
            </p:sp>
            <p:sp>
              <p:nvSpPr>
                <p:cNvPr descr="a5b750aa-4c4f-485e-817d-d28986479efc" id="103" name="Bullet3">
                  <a:extLst>
                    <a:ext uri="{FF2B5EF4-FFF2-40B4-BE49-F238E27FC236}">
                      <a16:creationId id="{5C9E5A82-5539-A323-02EC-7B2C9A020485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4553745" y="2045991"/>
                  <a:ext cx="3071818" cy="7600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b" anchorCtr="false" bIns="45720" lIns="91440" rIns="91440" tIns="45720" wrap="square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true" i="false" lang="en-US" strike="noStrike" sz="1600" u="none">
                      <a:solidFill>
                        <a:srgbClr val="FFFFFF"/>
                      </a:solidFill>
                      <a:ea typeface="微软雅黑"/>
                    </a:rPr>
                    <a:t>支持指标多样</a:t>
                  </a:r>
                </a:p>
              </p:txBody>
            </p:sp>
            <p:sp>
              <p:nvSpPr>
                <p:cNvPr descr="55363c7f-0eb7-4fd7-bbb2-55c29b2d8c6b" id="104" name="Text3">
                  <a:extLst>
                    <a:ext uri="{FF2B5EF4-FFF2-40B4-BE49-F238E27FC236}">
                      <a16:creationId id="{FDAE0712-ECE9-F2AF-E0D4-BC7F6409DB9E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4553745" y="3215266"/>
                  <a:ext cx="3071818" cy="204735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t" anchorCtr="false" bIns="45720" lIns="91440" rIns="9144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false" i="false" lang="en-US" strike="noStrike" sz="1200" u="none">
                      <a:solidFill>
                        <a:srgbClr val="FFFFFF"/>
                      </a:solidFill>
                      <a:ea typeface="微软雅黑"/>
                    </a:rPr>
                    <a:t>涵盖openrank、activity、stars等多项指标。</a:t>
                  </a:r>
                </a:p>
              </p:txBody>
            </p:sp>
          </p:grpSp>
          <p:cxnSp>
            <p:nvCxnSpPr>
              <p:cNvPr descr="69801325-bb58-4b84-9c25-8e6d28527c8c" id="101" name="直接连接符 100">
                <a:extLst>
                  <a:ext uri="{FF2B5EF4-FFF2-40B4-BE49-F238E27FC236}">
                    <a16:creationId id="{76A7396F-7F25-767D-3B19-CECF3B71A775}"/>
                  </a:ext>
                </a:extLst>
              </p:cNvPr>
              <p:cNvCxnSpPr/>
              <p:nvPr/>
            </p:nvCxnSpPr>
            <p:spPr>
              <a:xfrm flipH="false" flipV="false">
                <a:off x="901700" y="3365500"/>
                <a:ext cx="2237317" cy="0"/>
              </a:xfrm>
              <a:prstGeom prst="line">
                <a:avLst/>
              </a:prstGeom>
              <a:ln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descr="697f60e6-d590-4202-9a4a-bde26f963db9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FFFFFF"/>
                </a:solidFill>
                <a:ea typeface="微软雅黑"/>
              </a:rPr>
              <a:t>数据获取与预处理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67bb2a2e-2efb-4734-a42e-5728a301f1d5" id="31" name="2be4e320-9088-43c1-9dd6-8a31d96a03d7.source.3.zh-Hans.pptx">
            <a:extLst>
              <a:ext uri="{FF2B5EF4-FFF2-40B4-BE49-F238E27FC236}">
                <a16:creationId id="{99FDC32A-1C6B-503A-86AB-DB4E32DB53D8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descr="af383b11-5a09-49cb-8081-61c664d0fe04" id="2" name="任意多边形: 形状 1">
              <a:extLst>
                <a:ext uri="{FF2B5EF4-FFF2-40B4-BE49-F238E27FC236}">
                  <a16:creationId id="{0B837952-90D9-CEB3-555E-355942ECD6BB}"/>
                </a:ext>
              </a:extLst>
            </p:cNvPr>
            <p:cNvSpPr/>
            <p:nvPr/>
          </p:nvSpPr>
          <p:spPr>
            <a:xfrm flipH="false" flipV="false">
              <a:off x="0" y="0"/>
              <a:ext cx="3598742" cy="1297322"/>
            </a:xfrm>
            <a:custGeom>
              <a:avLst/>
              <a:gdLst>
                <a:gd fmla="*/ 0 w 3598742" name="connsiteX0"/>
                <a:gd fmla="*/ 0 h 1297322" name="connsiteY0"/>
                <a:gd fmla="*/ 3598742 w 3598742" name="connsiteX1"/>
                <a:gd fmla="*/ 0 h 1297322" name="connsiteY1"/>
                <a:gd fmla="*/ 3193952 w 3598742" name="connsiteX2"/>
                <a:gd fmla="*/ 1297322 h 1297322" name="connsiteY2"/>
                <a:gd fmla="*/ 0 w 3598742" name="connsiteX3"/>
                <a:gd fmla="*/ 1297322 h 1297322" name="connsiteY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b="b" l="l" r="r" t="t"/>
              <a:pathLst>
                <a:path h="1297322" w="3598742">
                  <a:moveTo>
                    <a:pt x="0" y="0"/>
                  </a:moveTo>
                  <a:lnTo>
                    <a:pt x="3598742" y="0"/>
                  </a:lnTo>
                  <a:lnTo>
                    <a:pt x="3193952" y="1297322"/>
                  </a:lnTo>
                  <a:lnTo>
                    <a:pt x="0" y="1297322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75000"/>
                    <a:alpha val="36000"/>
                  </a:schemeClr>
                </a:gs>
                <a:gs pos="100000">
                  <a:schemeClr val="accent1">
                    <a:lumMod val="50000"/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 wrap="square">
              <a:noAutofit/>
            </a:bodyPr>
            <a:lstStyle/>
            <a:p>
              <a:pPr algn="ctr"/>
            </a:p>
          </p:txBody>
        </p:sp>
        <p:sp>
          <p:nvSpPr>
            <p:cNvPr descr="c40345b7-2cf2-4056-a7cc-5d5e34ad7fa2" id="3" name="任意多边形: 形状 2">
              <a:extLst>
                <a:ext uri="{FF2B5EF4-FFF2-40B4-BE49-F238E27FC236}">
                  <a16:creationId id="{D6BE9258-4E2A-A66F-3168-C4DFB06C96D5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8084627" y="6378760"/>
              <a:ext cx="4107373" cy="479240"/>
            </a:xfrm>
            <a:custGeom>
              <a:avLst/>
              <a:gdLst>
                <a:gd fmla="*/ 119810 w 4107373" name="connsiteX0"/>
                <a:gd fmla="*/ 0 h 479240" name="connsiteY0"/>
                <a:gd fmla="*/ 4107373 w 4107373" name="connsiteX1"/>
                <a:gd fmla="*/ 0 h 479240" name="connsiteY1"/>
                <a:gd fmla="*/ 4107373 w 4107373" name="connsiteX2"/>
                <a:gd fmla="*/ 479240 h 479240" name="connsiteY2"/>
                <a:gd fmla="*/ 0 w 4107373" name="connsiteX3"/>
                <a:gd fmla="*/ 479240 h 479240" name="connsiteY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b="b" l="l" r="r" t="t"/>
              <a:pathLst>
                <a:path h="479240" w="4107373">
                  <a:moveTo>
                    <a:pt x="119810" y="0"/>
                  </a:moveTo>
                  <a:lnTo>
                    <a:pt x="4107373" y="0"/>
                  </a:lnTo>
                  <a:lnTo>
                    <a:pt x="4107373" y="479240"/>
                  </a:lnTo>
                  <a:lnTo>
                    <a:pt x="0" y="47924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75000"/>
                    <a:alpha val="51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 wrap="square">
              <a:noAutofit/>
            </a:bodyPr>
            <a:lstStyle/>
            <a:p>
              <a:pPr algn="ctr"/>
            </a:p>
          </p:txBody>
        </p:sp>
        <p:sp>
          <p:nvSpPr>
            <p:cNvPr descr="e452fc32-360e-444e-a9d2-f39e928a0002" id="6" name="Snip Diagonal Corner Rectangle 1_1">
              <a:extLst>
                <a:ext uri="{FF2B5EF4-FFF2-40B4-BE49-F238E27FC236}">
                  <a16:creationId id="{831834BE-2DC5-2DA3-0E30-DAAB5D40843F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1611830" y="2393893"/>
              <a:ext cx="9840164" cy="989509"/>
            </a:xfrm>
            <a:prstGeom prst="parallelogram">
              <a:avLst/>
            </a:prstGeom>
            <a:noFill/>
            <a:ln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81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/>
            <a:lstStyle/>
            <a:p>
              <a:pPr algn="ctr"/>
            </a:p>
          </p:txBody>
        </p:sp>
        <p:sp>
          <p:nvSpPr>
            <p:cNvPr descr="9d2eb148-7083-43c2-9c2e-de8a02f182ea" id="7" name="Snip Diagonal Corner Rectangle 1_1">
              <a:extLst>
                <a:ext uri="{FF2B5EF4-FFF2-40B4-BE49-F238E27FC236}">
                  <a16:creationId id="{5B7FD1C9-856A-9062-63E8-9C1FFDCD8B2D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1742684" y="2479294"/>
              <a:ext cx="9776216" cy="989508"/>
            </a:xfrm>
            <a:prstGeom prst="parallelogram">
              <a:avLst/>
            </a:prstGeom>
            <a:gradFill flip="none" rotWithShape="1">
              <a:gsLst>
                <a:gs pos="0">
                  <a:schemeClr val="accent1">
                    <a:lumMod val="75000"/>
                    <a:alpha val="51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/>
            <a:lstStyle/>
            <a:p>
              <a:pPr algn="ctr"/>
            </a:p>
          </p:txBody>
        </p:sp>
        <p:sp>
          <p:nvSpPr>
            <p:cNvPr descr="356c7513-2429-4f16-9acc-67491a5c861a" id="12" name="Snip Diagonal Corner Rectangle 1_1">
              <a:extLst>
                <a:ext uri="{FF2B5EF4-FFF2-40B4-BE49-F238E27FC236}">
                  <a16:creationId id="{986E9584-0E15-6286-F7D1-0A585206245D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1134948" y="3726544"/>
              <a:ext cx="9840164" cy="989508"/>
            </a:xfrm>
            <a:prstGeom prst="parallelogram">
              <a:avLst/>
            </a:prstGeom>
            <a:noFill/>
            <a:ln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81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/>
            <a:lstStyle/>
            <a:p>
              <a:pPr algn="ctr"/>
            </a:p>
          </p:txBody>
        </p:sp>
        <p:sp>
          <p:nvSpPr>
            <p:cNvPr descr="49ef4ee6-2904-4c99-ab1f-88abcd653b9a" id="13" name="Snip Diagonal Corner Rectangle 1_1">
              <a:extLst>
                <a:ext uri="{FF2B5EF4-FFF2-40B4-BE49-F238E27FC236}">
                  <a16:creationId id="{F6E43718-25FA-C6AE-BCA0-ED529C42FC8C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1265802" y="3811944"/>
              <a:ext cx="9776216" cy="989508"/>
            </a:xfrm>
            <a:prstGeom prst="parallelogram">
              <a:avLst/>
            </a:prstGeom>
            <a:gradFill flip="none" rotWithShape="1">
              <a:gsLst>
                <a:gs pos="0">
                  <a:schemeClr val="accent1">
                    <a:lumMod val="75000"/>
                    <a:alpha val="51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/>
            <a:lstStyle/>
            <a:p>
              <a:pPr algn="ctr"/>
            </a:p>
          </p:txBody>
        </p:sp>
        <p:sp>
          <p:nvSpPr>
            <p:cNvPr descr="a42ecc94-fb43-4b48-9270-5691d9501cfb" id="19" name="Snip Diagonal Corner Rectangle 1_1">
              <a:extLst>
                <a:ext uri="{FF2B5EF4-FFF2-40B4-BE49-F238E27FC236}">
                  <a16:creationId id="{0B1B5A79-26CE-27BC-6593-8FDD0B631CD4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772009" y="5059191"/>
              <a:ext cx="9840164" cy="989508"/>
            </a:xfrm>
            <a:prstGeom prst="parallelogram">
              <a:avLst/>
            </a:prstGeom>
            <a:noFill/>
            <a:ln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81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/>
            <a:lstStyle/>
            <a:p>
              <a:pPr algn="ctr"/>
            </a:p>
          </p:txBody>
        </p:sp>
        <p:sp>
          <p:nvSpPr>
            <p:cNvPr descr="957d2da4-e783-460d-8308-5ce4979639c4" id="20" name="Snip Diagonal Corner Rectangle 1_1">
              <a:extLst>
                <a:ext uri="{FF2B5EF4-FFF2-40B4-BE49-F238E27FC236}">
                  <a16:creationId id="{607B1CEE-BFF7-3BC9-A1B9-F920F991449D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902863" y="5144591"/>
              <a:ext cx="9776216" cy="989508"/>
            </a:xfrm>
            <a:prstGeom prst="parallelogram">
              <a:avLst/>
            </a:prstGeom>
            <a:gradFill flip="none" rotWithShape="1">
              <a:gsLst>
                <a:gs pos="0">
                  <a:schemeClr val="accent1">
                    <a:lumMod val="75000"/>
                    <a:alpha val="51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/>
            <a:lstStyle/>
            <a:p>
              <a:pPr algn="ctr"/>
            </a:p>
          </p:txBody>
        </p:sp>
        <p:sp>
          <p:nvSpPr>
            <p:cNvPr descr="8c35b8bd-b3cb-4e00-afe1-3c53d255bd6f" id="25" name="任意多边形: 形状 24">
              <a:extLst>
                <a:ext uri="{FF2B5EF4-FFF2-40B4-BE49-F238E27FC236}">
                  <a16:creationId id="{64FF51EB-6C47-0688-B6F4-59482A70665A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3776998" y="6636564"/>
              <a:ext cx="8415002" cy="221436"/>
            </a:xfrm>
            <a:custGeom>
              <a:avLst/>
              <a:gdLst>
                <a:gd fmla="*/ 55359 w 8415002" name="connsiteX0"/>
                <a:gd fmla="*/ 0 h 221436" name="connsiteY0"/>
                <a:gd fmla="*/ 8415002 w 8415002" name="connsiteX1"/>
                <a:gd fmla="*/ 0 h 221436" name="connsiteY1"/>
                <a:gd fmla="*/ 8415002 w 8415002" name="connsiteX2"/>
                <a:gd fmla="*/ 221436 h 221436" name="connsiteY2"/>
                <a:gd fmla="*/ 0 w 8415002" name="connsiteX3"/>
                <a:gd fmla="*/ 221436 h 221436" name="connsiteY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b="b" l="l" r="r" t="t"/>
              <a:pathLst>
                <a:path h="221436" w="8415002">
                  <a:moveTo>
                    <a:pt x="55359" y="0"/>
                  </a:moveTo>
                  <a:lnTo>
                    <a:pt x="8415002" y="0"/>
                  </a:lnTo>
                  <a:lnTo>
                    <a:pt x="8415002" y="221436"/>
                  </a:lnTo>
                  <a:lnTo>
                    <a:pt x="0" y="221436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75000"/>
                    <a:alpha val="36000"/>
                  </a:schemeClr>
                </a:gs>
                <a:gs pos="100000">
                  <a:schemeClr val="accent1">
                    <a:lumMod val="50000"/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 wrap="square">
              <a:noAutofit/>
            </a:bodyPr>
            <a:lstStyle/>
            <a:p>
              <a:pPr algn="ctr"/>
            </a:p>
          </p:txBody>
        </p:sp>
        <p:sp>
          <p:nvSpPr>
            <p:cNvPr descr="54a78bb9-3d31-4d8f-b28c-f46f82033928" id="26" name="任意多边形: 形状 25">
              <a:extLst>
                <a:ext uri="{FF2B5EF4-FFF2-40B4-BE49-F238E27FC236}">
                  <a16:creationId id="{89C000B5-E6D2-E043-9B21-73668326C15B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1" y="723901"/>
              <a:ext cx="8084627" cy="221436"/>
            </a:xfrm>
            <a:custGeom>
              <a:avLst/>
              <a:gdLst>
                <a:gd fmla="*/ 0 w 8084627" name="connsiteX0"/>
                <a:gd fmla="*/ 0 h 221436" name="connsiteY0"/>
                <a:gd fmla="*/ 8084627 w 8084627" name="connsiteX1"/>
                <a:gd fmla="*/ 0 h 221436" name="connsiteY1"/>
                <a:gd fmla="*/ 8084627 w 8084627" name="connsiteX2"/>
                <a:gd fmla="*/ 221436 h 221436" name="connsiteY2"/>
                <a:gd fmla="*/ 0 w 8084627" name="connsiteX3"/>
                <a:gd fmla="*/ 221436 h 221436" name="connsiteY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b="b" l="l" r="r" t="t"/>
              <a:pathLst>
                <a:path h="221436" w="8084627">
                  <a:moveTo>
                    <a:pt x="0" y="0"/>
                  </a:moveTo>
                  <a:lnTo>
                    <a:pt x="8084627" y="0"/>
                  </a:lnTo>
                  <a:lnTo>
                    <a:pt x="8084627" y="221436"/>
                  </a:lnTo>
                  <a:lnTo>
                    <a:pt x="0" y="221436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75000"/>
                    <a:alpha val="36000"/>
                  </a:schemeClr>
                </a:gs>
                <a:gs pos="100000">
                  <a:schemeClr val="accent1">
                    <a:lumMod val="50000"/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 wrap="square">
              <a:noAutofit/>
            </a:bodyPr>
            <a:lstStyle/>
            <a:p>
              <a:pPr algn="ctr"/>
            </a:p>
          </p:txBody>
        </p:sp>
        <p:sp>
          <p:nvSpPr>
            <p:cNvPr descr="419b5385-68cf-4320-920d-7b7fa417b7d3" id="27" name="Title">
              <a:extLst>
                <a:ext uri="{FF2B5EF4-FFF2-40B4-BE49-F238E27FC236}">
                  <a16:creationId id="{F19E3761-FC86-EA7E-5C96-9C7214990CDC}"/>
                </a:ext>
              </a:extLst>
            </p:cNvPr>
            <p:cNvSpPr>
              <a:spLocks noChangeAspect="1"/>
            </p:cNvSpPr>
            <p:nvPr/>
          </p:nvSpPr>
          <p:spPr>
            <a:xfrm flipH="false" flipV="false">
              <a:off x="660400" y="1130300"/>
              <a:ext cx="10858500" cy="7696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bIns="45720" lIns="91440" rIns="91440" rtlCol="0" tIns="45720" wrap="square">
              <a:normAutofit/>
            </a:bodyPr>
            <a:lstStyle/>
            <a:p>
              <a:pPr algn="l"/>
              <a:r>
                <a:rPr b="true" i="true" lang="en-US" sz="2400" u="none">
                  <a:solidFill>
                    <a:srgbClr val="FFFFFF"/>
                  </a:solidFill>
                  <a:ea typeface="微软雅黑"/>
                </a:rPr>
                <a:t>明确项目层级划分</a:t>
              </a:r>
            </a:p>
          </p:txBody>
        </p:sp>
        <p:grpSp>
          <p:nvGrpSpPr>
            <p:cNvPr descr="225b38f8-3917-46b9-b137-c4a2b46dc523" id="4" name="组合 3">
              <a:extLst>
                <a:ext uri="{FF2B5EF4-FFF2-40B4-BE49-F238E27FC236}">
                  <a16:creationId id="{585C4B89-5D40-A41C-3705-6EB14915213B}"/>
                </a:ext>
              </a:extLst>
            </p:cNvPr>
            <p:cNvGrpSpPr/>
            <p:nvPr/>
          </p:nvGrpSpPr>
          <p:grpSpPr>
            <a:xfrm>
              <a:off x="1674113" y="2157791"/>
              <a:ext cx="9196363" cy="1266926"/>
              <a:chOff x="1674113" y="2157791"/>
              <a:chExt cx="9196363" cy="1266926"/>
            </a:xfrm>
          </p:grpSpPr>
          <p:sp>
            <p:nvSpPr>
              <p:cNvPr descr="a9fabe55-803a-4e07-9bd5-8109e30eb6c9" id="8" name="Bullet1">
                <a:extLst>
                  <a:ext uri="{FF2B5EF4-FFF2-40B4-BE49-F238E27FC236}">
                    <a16:creationId id="{CCCB3BF0-5D96-ED6F-A92C-64E644AD5053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2643188" y="2522933"/>
                <a:ext cx="8227288" cy="4276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b" anchorCtr="false" bIns="45720" lIns="91440" rIns="91440" tIns="45720" wrap="square">
                <a:normAutofit/>
              </a:bodyPr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true" lang="en-US" strike="noStrike" sz="1600" u="none">
                    <a:solidFill>
                      <a:srgbClr val="FFFFFF"/>
                    </a:solidFill>
                    <a:latin typeface="Arial"/>
                  </a:rPr>
                  <a:t>GMM模型分层</a:t>
                </a:r>
              </a:p>
            </p:txBody>
          </p:sp>
          <p:sp>
            <p:nvSpPr>
              <p:cNvPr descr="76c01472-5c80-407b-bd0e-0c4e7cfa5556" id="9" name="Text1">
                <a:extLst>
                  <a:ext uri="{FF2B5EF4-FFF2-40B4-BE49-F238E27FC236}">
                    <a16:creationId id="{A6EC269C-12D7-1DEE-7249-ABC6DDA69E8C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2643188" y="2974047"/>
                <a:ext cx="8227288" cy="4506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true" lang="en-US" strike="noStrike" sz="1200" u="none">
                    <a:solidFill>
                      <a:srgbClr val="FFFFFF"/>
                    </a:solidFill>
                    <a:ea typeface="微软雅黑"/>
                  </a:rPr>
                  <a:t>运用GMM模型对项目进行概率化分层。</a:t>
                </a:r>
              </a:p>
            </p:txBody>
          </p:sp>
          <p:sp>
            <p:nvSpPr>
              <p:cNvPr descr="dbbcda76-88bf-4bb2-9c67-502d228329d1" id="10" name="Number1">
                <a:extLst>
                  <a:ext uri="{FF2B5EF4-FFF2-40B4-BE49-F238E27FC236}">
                    <a16:creationId id="{60FDE94C-D7A3-FF45-EA0C-F72F7AD41323}"/>
                  </a:ext>
                </a:extLst>
              </p:cNvPr>
              <p:cNvSpPr/>
              <p:nvPr/>
            </p:nvSpPr>
            <p:spPr>
              <a:xfrm flipH="false" flipV="false">
                <a:off x="1674113" y="2157791"/>
                <a:ext cx="923701" cy="642114"/>
              </a:xfrm>
              <a:prstGeom prst="parallelogram">
                <a:avLst/>
              </a:prstGeom>
              <a:gradFill flip="none" rotWithShape="1">
                <a:gsLst>
                  <a:gs pos="0">
                    <a:schemeClr val="accent1">
                      <a:lumMod val="75000"/>
                    </a:schemeClr>
                  </a:gs>
                  <a:gs pos="89000">
                    <a:schemeClr val="accent1"/>
                  </a:gs>
                </a:gsLst>
                <a:lin ang="13500000" scaled="1"/>
                <a:tileRect/>
              </a:gradFill>
              <a:ln w="12700">
                <a:solidFill>
                  <a:schemeClr val="accent1"/>
                </a:solidFill>
              </a:ln>
              <a:effectLst>
                <a:outerShdw algn="tl" blurRad="127000" dir="2700000" dist="63500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none">
                <a:normAutofit lnSpcReduction="10000"/>
              </a:bodyPr>
              <a:lstStyle/>
              <a:p>
                <a:pPr algn="ctr"/>
                <a:r>
                  <a:rPr b="true" i="true" lang="en-US" sz="2400" u="none">
                    <a:solidFill>
                      <a:srgbClr val="FFFFFF"/>
                    </a:solidFill>
                    <a:latin typeface="Arial"/>
                  </a:rPr>
                  <a:t>1</a:t>
                </a:r>
              </a:p>
            </p:txBody>
          </p:sp>
        </p:grpSp>
        <p:grpSp>
          <p:nvGrpSpPr>
            <p:cNvPr descr="feeae0a6-f2d5-4003-a459-479eb55c252e" id="17" name="组合 16">
              <a:extLst>
                <a:ext uri="{FF2B5EF4-FFF2-40B4-BE49-F238E27FC236}">
                  <a16:creationId id="{CBF60CB8-D44D-75CB-8BE6-F7C1D5038F37}"/>
                </a:ext>
              </a:extLst>
            </p:cNvPr>
            <p:cNvGrpSpPr/>
            <p:nvPr/>
          </p:nvGrpSpPr>
          <p:grpSpPr>
            <a:xfrm>
              <a:off x="1254204" y="3490441"/>
              <a:ext cx="9139390" cy="1266925"/>
              <a:chOff x="1254204" y="3490441"/>
              <a:chExt cx="9139390" cy="1266925"/>
            </a:xfrm>
          </p:grpSpPr>
          <p:sp>
            <p:nvSpPr>
              <p:cNvPr descr="6b140b84-9301-4dc4-a786-44befb684074" id="14" name="Bullet2">
                <a:extLst>
                  <a:ext uri="{FF2B5EF4-FFF2-40B4-BE49-F238E27FC236}">
                    <a16:creationId id="{074C408D-A91D-3F50-5597-2B05C7F80749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2166306" y="3855584"/>
                <a:ext cx="8227288" cy="4276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b" anchorCtr="false" bIns="45720" lIns="91440" rIns="91440" tIns="45720" wrap="square">
                <a:normAutofit/>
              </a:bodyPr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true" lang="en-US" strike="noStrike" sz="1600" u="none">
                    <a:solidFill>
                      <a:srgbClr val="FFFFFF"/>
                    </a:solidFill>
                    <a:ea typeface="微软雅黑"/>
                  </a:rPr>
                  <a:t>四个层级类别</a:t>
                </a:r>
              </a:p>
            </p:txBody>
          </p:sp>
          <p:sp>
            <p:nvSpPr>
              <p:cNvPr descr="148e347f-8700-480b-88b7-823cfeeac147" id="15" name="Text2">
                <a:extLst>
                  <a:ext uri="{FF2B5EF4-FFF2-40B4-BE49-F238E27FC236}">
                    <a16:creationId id="{072CB658-3719-81F3-78AE-D835902AC318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2166306" y="4306697"/>
                <a:ext cx="8227288" cy="4506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true" lang="en-US" strike="noStrike" sz="1200" u="none">
                    <a:solidFill>
                      <a:srgbClr val="FFFFFF"/>
                    </a:solidFill>
                    <a:ea typeface="微软雅黑"/>
                  </a:rPr>
                  <a:t>分为GIANT、MATURE、GROWING、EMERGING四个层级。</a:t>
                </a:r>
              </a:p>
            </p:txBody>
          </p:sp>
          <p:sp>
            <p:nvSpPr>
              <p:cNvPr descr="5f2a90a0-34d7-4229-bb28-4102cc4cf301" id="16" name="Number2">
                <a:extLst>
                  <a:ext uri="{FF2B5EF4-FFF2-40B4-BE49-F238E27FC236}">
                    <a16:creationId id="{385245E9-614C-C333-7A77-A13CBB0F5454}"/>
                  </a:ext>
                </a:extLst>
              </p:cNvPr>
              <p:cNvSpPr/>
              <p:nvPr/>
            </p:nvSpPr>
            <p:spPr>
              <a:xfrm flipH="false" flipV="false">
                <a:off x="1254204" y="3490441"/>
                <a:ext cx="923701" cy="642115"/>
              </a:xfrm>
              <a:prstGeom prst="parallelogram">
                <a:avLst/>
              </a:prstGeom>
              <a:gradFill flip="none" rotWithShape="1">
                <a:gsLst>
                  <a:gs pos="0">
                    <a:schemeClr val="accent1">
                      <a:lumMod val="75000"/>
                    </a:schemeClr>
                  </a:gs>
                  <a:gs pos="89000">
                    <a:schemeClr val="accent1"/>
                  </a:gs>
                </a:gsLst>
                <a:lin ang="13500000" scaled="1"/>
                <a:tileRect/>
              </a:gradFill>
              <a:ln w="12700">
                <a:solidFill>
                  <a:schemeClr val="accent1"/>
                </a:solidFill>
              </a:ln>
              <a:effectLst>
                <a:outerShdw algn="tl" blurRad="127000" dir="2700000" dist="63500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none">
                <a:normAutofit lnSpcReduction="10000"/>
              </a:bodyPr>
              <a:lstStyle/>
              <a:p>
                <a:pPr algn="ctr"/>
                <a:r>
                  <a:rPr b="true" i="true" lang="en-US" sz="2400" u="none">
                    <a:solidFill>
                      <a:srgbClr val="FFFFFF"/>
                    </a:solidFill>
                    <a:latin typeface="Arial"/>
                  </a:rPr>
                  <a:t>2</a:t>
                </a:r>
              </a:p>
            </p:txBody>
          </p:sp>
        </p:grpSp>
        <p:grpSp>
          <p:nvGrpSpPr>
            <p:cNvPr descr="92917db8-1ee5-4ad4-81cf-b4880ffc4fc5" id="24" name="组合 23">
              <a:extLst>
                <a:ext uri="{FF2B5EF4-FFF2-40B4-BE49-F238E27FC236}">
                  <a16:creationId id="{07EA84BB-5547-C658-D9E6-CD77F4C62C3B}"/>
                </a:ext>
              </a:extLst>
            </p:cNvPr>
            <p:cNvGrpSpPr/>
            <p:nvPr/>
          </p:nvGrpSpPr>
          <p:grpSpPr>
            <a:xfrm>
              <a:off x="834295" y="4823090"/>
              <a:ext cx="9196361" cy="1266923"/>
              <a:chOff x="834295" y="4823090"/>
              <a:chExt cx="9196361" cy="1266923"/>
            </a:xfrm>
          </p:grpSpPr>
          <p:sp>
            <p:nvSpPr>
              <p:cNvPr descr="bb3fea97-1321-4682-9d3a-abd31f92e143" id="21" name="Bullet3">
                <a:extLst>
                  <a:ext uri="{FF2B5EF4-FFF2-40B4-BE49-F238E27FC236}">
                    <a16:creationId id="{A0014FFF-47AE-BEBC-FF7E-0BDD19A5CA98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803368" y="5188231"/>
                <a:ext cx="8227288" cy="4276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b" anchorCtr="false" bIns="45720" lIns="91440" rIns="91440" tIns="45720" wrap="square">
                <a:normAutofit/>
              </a:bodyPr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true" lang="en-US" strike="noStrike" sz="1600" u="none">
                    <a:solidFill>
                      <a:srgbClr val="FFFFFF"/>
                    </a:solidFill>
                    <a:ea typeface="微软雅黑"/>
                  </a:rPr>
                  <a:t>分层指标依据</a:t>
                </a:r>
              </a:p>
            </p:txBody>
          </p:sp>
          <p:sp>
            <p:nvSpPr>
              <p:cNvPr descr="cf3c0f80-f173-440d-8b7c-84195ce128ad" id="22" name="Text3">
                <a:extLst>
                  <a:ext uri="{FF2B5EF4-FFF2-40B4-BE49-F238E27FC236}">
                    <a16:creationId id="{72618404-C6FF-C65B-0C84-56F821E9FCCE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803368" y="5639344"/>
                <a:ext cx="8227288" cy="4506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true" lang="en-US" strike="noStrike" sz="1200" u="none">
                    <a:solidFill>
                      <a:srgbClr val="FFFFFF"/>
                    </a:solidFill>
                    <a:ea typeface="微软雅黑"/>
                  </a:rPr>
                  <a:t>基于平均OpenRank、总Stars数、最大贡献者数等指标。</a:t>
                </a:r>
              </a:p>
            </p:txBody>
          </p:sp>
          <p:sp>
            <p:nvSpPr>
              <p:cNvPr descr="921ad246-0d6e-48eb-8e6c-c92f65aa4f1a" id="23" name="Number3">
                <a:extLst>
                  <a:ext uri="{FF2B5EF4-FFF2-40B4-BE49-F238E27FC236}">
                    <a16:creationId id="{CB971AC6-367F-A4F5-CD2F-783F13F7DD58}"/>
                  </a:ext>
                </a:extLst>
              </p:cNvPr>
              <p:cNvSpPr/>
              <p:nvPr/>
            </p:nvSpPr>
            <p:spPr>
              <a:xfrm flipH="false" flipV="false">
                <a:off x="834295" y="4823090"/>
                <a:ext cx="923701" cy="642114"/>
              </a:xfrm>
              <a:prstGeom prst="parallelogram">
                <a:avLst/>
              </a:prstGeom>
              <a:gradFill flip="none" rotWithShape="1">
                <a:gsLst>
                  <a:gs pos="0">
                    <a:schemeClr val="accent1">
                      <a:lumMod val="75000"/>
                    </a:schemeClr>
                  </a:gs>
                  <a:gs pos="89000">
                    <a:schemeClr val="accent1"/>
                  </a:gs>
                </a:gsLst>
                <a:lin ang="13500000" scaled="1"/>
                <a:tileRect/>
              </a:gradFill>
              <a:ln w="12700">
                <a:solidFill>
                  <a:schemeClr val="accent1"/>
                </a:solidFill>
              </a:ln>
              <a:effectLst>
                <a:outerShdw algn="tl" blurRad="127000" dir="2700000" dist="63500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none">
                <a:normAutofit lnSpcReduction="10000"/>
              </a:bodyPr>
              <a:lstStyle/>
              <a:p>
                <a:pPr algn="ctr"/>
                <a:r>
                  <a:rPr b="true" i="true" lang="en-US" sz="2400" u="none">
                    <a:solidFill>
                      <a:srgbClr val="FFFFFF"/>
                    </a:solidFill>
                    <a:latin typeface="Arial"/>
                  </a:rPr>
                  <a:t>3</a:t>
                </a:r>
              </a:p>
            </p:txBody>
          </p:sp>
        </p:grpSp>
      </p:grpSp>
      <p:sp>
        <p:nvSpPr>
          <p:cNvPr descr="697f60e6-d590-4202-9a4a-bde26f963db9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FFFFFF"/>
                </a:solidFill>
                <a:ea typeface="微软雅黑"/>
              </a:rPr>
              <a:t>项目层级分类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23c07e39-6aef-4de3-9331-b1febf79d13c" id="24" name="0ffe2c8e-ab4b-4a98-bc04-a11447aa752d.source.3.zh-Hans.pptx">
            <a:extLst>
              <a:ext uri="{FF2B5EF4-FFF2-40B4-BE49-F238E27FC236}">
                <a16:creationId id="{013596E9-8827-EA05-788D-9FBBE436160A}"/>
              </a:ext>
            </a:extLst>
          </p:cNvPr>
          <p:cNvGrpSpPr/>
          <p:nvPr/>
        </p:nvGrpSpPr>
        <p:grpSpPr>
          <a:xfrm>
            <a:off x="660400" y="1130300"/>
            <a:ext cx="10858500" cy="5003799"/>
            <a:chOff x="660400" y="1130300"/>
            <a:chExt cx="10858500" cy="5003799"/>
          </a:xfrm>
        </p:grpSpPr>
        <p:sp>
          <p:nvSpPr>
            <p:cNvPr descr="10cf9d14-28f8-413a-ba04-7466d31d33d5" id="3" name="íšľîḑe">
              <a:extLst>
                <a:ext uri="{FF2B5EF4-FFF2-40B4-BE49-F238E27FC236}">
                  <a16:creationId id="{31B20973-B86E-CC4C-87FD-250BB9AA3EF9}"/>
                </a:ext>
              </a:extLst>
            </p:cNvPr>
            <p:cNvSpPr/>
            <p:nvPr/>
          </p:nvSpPr>
          <p:spPr bwMode="auto">
            <a:xfrm flipH="false" flipV="false">
              <a:off x="6822056" y="3954852"/>
              <a:ext cx="695124" cy="886040"/>
            </a:xfrm>
            <a:custGeom>
              <a:avLst/>
              <a:gdLst>
                <a:gd fmla="*/ 25 w 29" name="T0"/>
                <a:gd fmla="*/ 37 h 37" name="T1"/>
                <a:gd fmla="*/ 25 w 29" name="T2"/>
                <a:gd fmla="*/ 37 h 37" name="T3"/>
                <a:gd fmla="*/ 25 w 29" name="T4"/>
                <a:gd fmla="*/ 36 h 37" name="T5"/>
                <a:gd fmla="*/ 24 w 29" name="T6"/>
                <a:gd fmla="*/ 32 h 37" name="T7"/>
                <a:gd fmla="*/ 18 w 29" name="T8"/>
                <a:gd fmla="*/ 19 h 37" name="T9"/>
                <a:gd fmla="*/ 10 w 29" name="T10"/>
                <a:gd fmla="*/ 7 h 37" name="T11"/>
                <a:gd fmla="*/ 8 w 29" name="T12"/>
                <a:gd fmla="*/ 5 h 37" name="T13"/>
                <a:gd fmla="*/ 7 w 29" name="T14"/>
                <a:gd fmla="*/ 4 h 37" name="T15"/>
                <a:gd fmla="*/ 5 w 29" name="T16"/>
                <a:gd fmla="*/ 4 h 37" name="T17"/>
                <a:gd fmla="*/ 5 w 29" name="T18"/>
                <a:gd fmla="*/ 3 h 37" name="T19"/>
                <a:gd fmla="*/ 5 w 29" name="T20"/>
                <a:gd fmla="*/ 4 h 37" name="T21"/>
                <a:gd fmla="*/ 7 w 29" name="T22"/>
                <a:gd fmla="*/ 4 h 37" name="T23"/>
                <a:gd fmla="*/ 8 w 29" name="T24"/>
                <a:gd fmla="*/ 5 h 37" name="T25"/>
                <a:gd fmla="*/ 10 w 29" name="T26"/>
                <a:gd fmla="*/ 7 h 37" name="T27"/>
                <a:gd fmla="*/ 19 w 29" name="T28"/>
                <a:gd fmla="*/ 18 h 37" name="T29"/>
                <a:gd fmla="*/ 26 w 29" name="T30"/>
                <a:gd fmla="*/ 31 h 37" name="T31"/>
                <a:gd fmla="*/ 27 w 29" name="T32"/>
                <a:gd fmla="*/ 35 h 37" name="T33"/>
                <a:gd fmla="*/ 28 w 29" name="T34"/>
                <a:gd fmla="*/ 36 h 37" name="T35"/>
                <a:gd fmla="*/ 28 w 29" name="T36"/>
                <a:gd fmla="*/ 35 h 37" name="T37"/>
                <a:gd fmla="*/ 28 w 29" name="T38"/>
                <a:gd fmla="*/ 20 h 37" name="T39"/>
                <a:gd fmla="*/ 5 w 29" name="T40"/>
                <a:gd fmla="*/ 0 h 37" name="T41"/>
                <a:gd fmla="*/ 4 w 29" name="T42"/>
                <a:gd fmla="*/ 0 h 37" name="T43"/>
                <a:gd fmla="*/ 3 w 29" name="T44"/>
                <a:gd fmla="*/ 0 h 37" name="T45"/>
                <a:gd fmla="*/ 2 w 29" name="T46"/>
                <a:gd fmla="*/ 2 h 37" name="T47"/>
                <a:gd fmla="*/ 2 w 29" name="T48"/>
                <a:gd fmla="*/ 15 h 37" name="T49"/>
                <a:gd fmla="*/ 25 w 29" name="T50"/>
                <a:gd fmla="*/ 37 h 37" name="T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b="b" l="0" r="r" t="0"/>
              <a:pathLst>
                <a:path h="37" w="29">
                  <a:moveTo>
                    <a:pt x="25" y="37"/>
                  </a:moveTo>
                  <a:cubicBezTo>
                    <a:pt x="25" y="37"/>
                    <a:pt x="25" y="37"/>
                    <a:pt x="25" y="37"/>
                  </a:cubicBezTo>
                  <a:cubicBezTo>
                    <a:pt x="25" y="37"/>
                    <a:pt x="25" y="36"/>
                    <a:pt x="25" y="36"/>
                  </a:cubicBezTo>
                  <a:cubicBezTo>
                    <a:pt x="25" y="35"/>
                    <a:pt x="24" y="33"/>
                    <a:pt x="24" y="32"/>
                  </a:cubicBezTo>
                  <a:cubicBezTo>
                    <a:pt x="22" y="28"/>
                    <a:pt x="21" y="23"/>
                    <a:pt x="18" y="19"/>
                  </a:cubicBezTo>
                  <a:cubicBezTo>
                    <a:pt x="16" y="14"/>
                    <a:pt x="13" y="10"/>
                    <a:pt x="10" y="7"/>
                  </a:cubicBezTo>
                  <a:cubicBezTo>
                    <a:pt x="10" y="6"/>
                    <a:pt x="9" y="6"/>
                    <a:pt x="8" y="5"/>
                  </a:cubicBezTo>
                  <a:cubicBezTo>
                    <a:pt x="8" y="5"/>
                    <a:pt x="7" y="4"/>
                    <a:pt x="7" y="4"/>
                  </a:cubicBezTo>
                  <a:cubicBezTo>
                    <a:pt x="6" y="4"/>
                    <a:pt x="6" y="4"/>
                    <a:pt x="5" y="4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3"/>
                    <a:pt x="5" y="3"/>
                    <a:pt x="5" y="4"/>
                  </a:cubicBezTo>
                  <a:cubicBezTo>
                    <a:pt x="6" y="4"/>
                    <a:pt x="6" y="4"/>
                    <a:pt x="7" y="4"/>
                  </a:cubicBezTo>
                  <a:cubicBezTo>
                    <a:pt x="7" y="4"/>
                    <a:pt x="8" y="5"/>
                    <a:pt x="8" y="5"/>
                  </a:cubicBezTo>
                  <a:cubicBezTo>
                    <a:pt x="9" y="6"/>
                    <a:pt x="10" y="6"/>
                    <a:pt x="10" y="7"/>
                  </a:cubicBezTo>
                  <a:cubicBezTo>
                    <a:pt x="13" y="9"/>
                    <a:pt x="17" y="14"/>
                    <a:pt x="19" y="18"/>
                  </a:cubicBezTo>
                  <a:cubicBezTo>
                    <a:pt x="22" y="23"/>
                    <a:pt x="24" y="27"/>
                    <a:pt x="26" y="31"/>
                  </a:cubicBezTo>
                  <a:cubicBezTo>
                    <a:pt x="26" y="33"/>
                    <a:pt x="27" y="34"/>
                    <a:pt x="27" y="35"/>
                  </a:cubicBezTo>
                  <a:cubicBezTo>
                    <a:pt x="27" y="36"/>
                    <a:pt x="27" y="36"/>
                    <a:pt x="28" y="36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8" y="35"/>
                    <a:pt x="29" y="28"/>
                    <a:pt x="28" y="20"/>
                  </a:cubicBezTo>
                  <a:cubicBezTo>
                    <a:pt x="26" y="12"/>
                    <a:pt x="20" y="2"/>
                    <a:pt x="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0" y="8"/>
                    <a:pt x="2" y="15"/>
                  </a:cubicBezTo>
                  <a:cubicBezTo>
                    <a:pt x="4" y="23"/>
                    <a:pt x="9" y="32"/>
                    <a:pt x="25" y="37"/>
                  </a:cubicBezTo>
                  <a:close/>
                </a:path>
              </a:pathLst>
            </a:custGeom>
            <a:solidFill>
              <a:schemeClr val="accent1"/>
            </a:solidFill>
            <a:ln/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anchor="t" anchorCtr="false" bIns="45720" compatLnSpc="1" lIns="91440" numCol="1" rIns="91440" tIns="45720" vert="horz" wrap="square">
              <a:prstTxWarp prst="textNoShape">
                <a:avLst/>
              </a:prstTxWarp>
            </a:bodyPr>
            <a:lstStyle/>
            <a:p>
              <a:pPr algn="l"/>
            </a:p>
          </p:txBody>
        </p:sp>
        <p:sp>
          <p:nvSpPr>
            <p:cNvPr descr="04a1312a-14a7-47c2-a292-5bd0bcdca266" id="4" name="ïsļiḓe">
              <a:extLst>
                <a:ext uri="{FF2B5EF4-FFF2-40B4-BE49-F238E27FC236}">
                  <a16:creationId id="{7EFD6A79-BD21-C645-8F4A-08B34E77D86E}"/>
                </a:ext>
              </a:extLst>
            </p:cNvPr>
            <p:cNvSpPr/>
            <p:nvPr/>
          </p:nvSpPr>
          <p:spPr bwMode="auto">
            <a:xfrm flipH="false" flipV="false">
              <a:off x="7801105" y="4625502"/>
              <a:ext cx="1032897" cy="719602"/>
            </a:xfrm>
            <a:custGeom>
              <a:avLst/>
              <a:gdLst>
                <a:gd fmla="*/ 42 w 43" name="T0"/>
                <a:gd fmla="*/ 10 h 30" name="T1"/>
                <a:gd fmla="*/ 41 w 43" name="T2"/>
                <a:gd fmla="*/ 9 h 30" name="T3"/>
                <a:gd fmla="*/ 11 w 43" name="T4"/>
                <a:gd fmla="*/ 8 h 30" name="T5"/>
                <a:gd fmla="*/ 0 w 43" name="T6"/>
                <a:gd fmla="*/ 18 h 30" name="T7"/>
                <a:gd fmla="*/ 0 w 43" name="T8"/>
                <a:gd fmla="*/ 19 h 30" name="T9"/>
                <a:gd fmla="*/ 0 w 43" name="T10"/>
                <a:gd fmla="*/ 19 h 30" name="T11"/>
                <a:gd fmla="*/ 5 w 43" name="T12"/>
                <a:gd fmla="*/ 17 h 30" name="T13"/>
                <a:gd fmla="*/ 18 w 43" name="T14"/>
                <a:gd fmla="*/ 12 h 30" name="T15"/>
                <a:gd fmla="*/ 32 w 43" name="T16"/>
                <a:gd fmla="*/ 10 h 30" name="T17"/>
                <a:gd fmla="*/ 35 w 43" name="T18"/>
                <a:gd fmla="*/ 11 h 30" name="T19"/>
                <a:gd fmla="*/ 37 w 43" name="T20"/>
                <a:gd fmla="*/ 11 h 30" name="T21"/>
                <a:gd fmla="*/ 38 w 43" name="T22"/>
                <a:gd fmla="*/ 11 h 30" name="T23"/>
                <a:gd fmla="*/ 39 w 43" name="T24"/>
                <a:gd fmla="*/ 12 h 30" name="T25"/>
                <a:gd fmla="*/ 38 w 43" name="T26"/>
                <a:gd fmla="*/ 11 h 30" name="T27"/>
                <a:gd fmla="*/ 37 w 43" name="T28"/>
                <a:gd fmla="*/ 11 h 30" name="T29"/>
                <a:gd fmla="*/ 35 w 43" name="T30"/>
                <a:gd fmla="*/ 11 h 30" name="T31"/>
                <a:gd fmla="*/ 32 w 43" name="T32"/>
                <a:gd fmla="*/ 11 h 30" name="T33"/>
                <a:gd fmla="*/ 19 w 43" name="T34"/>
                <a:gd fmla="*/ 13 h 30" name="T35"/>
                <a:gd fmla="*/ 6 w 43" name="T36"/>
                <a:gd fmla="*/ 19 h 30" name="T37"/>
                <a:gd fmla="*/ 2 w 43" name="T38"/>
                <a:gd fmla="*/ 21 h 30" name="T39"/>
                <a:gd fmla="*/ 1 w 43" name="T40"/>
                <a:gd fmla="*/ 22 h 30" name="T41"/>
                <a:gd fmla="*/ 1 w 43" name="T42"/>
                <a:gd fmla="*/ 22 h 30" name="T43"/>
                <a:gd fmla="*/ 33 w 43" name="T44"/>
                <a:gd fmla="*/ 22 h 30" name="T45"/>
                <a:gd fmla="*/ 42 w 43" name="T46"/>
                <a:gd fmla="*/ 12 h 30" name="T47"/>
                <a:gd fmla="*/ 42 w 43" name="T48"/>
                <a:gd fmla="*/ 11 h 30" name="T49"/>
                <a:gd fmla="*/ 42 w 43" name="T50"/>
                <a:gd fmla="*/ 10 h 30" name="T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b="b" l="0" r="r" t="0"/>
              <a:pathLst>
                <a:path h="30" w="43">
                  <a:moveTo>
                    <a:pt x="42" y="10"/>
                  </a:moveTo>
                  <a:cubicBezTo>
                    <a:pt x="41" y="9"/>
                    <a:pt x="41" y="9"/>
                    <a:pt x="41" y="9"/>
                  </a:cubicBezTo>
                  <a:cubicBezTo>
                    <a:pt x="29" y="0"/>
                    <a:pt x="18" y="3"/>
                    <a:pt x="11" y="8"/>
                  </a:cubicBezTo>
                  <a:cubicBezTo>
                    <a:pt x="4" y="12"/>
                    <a:pt x="1" y="18"/>
                    <a:pt x="0" y="18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2" y="19"/>
                    <a:pt x="3" y="18"/>
                    <a:pt x="5" y="17"/>
                  </a:cubicBezTo>
                  <a:cubicBezTo>
                    <a:pt x="8" y="16"/>
                    <a:pt x="13" y="14"/>
                    <a:pt x="18" y="12"/>
                  </a:cubicBezTo>
                  <a:cubicBezTo>
                    <a:pt x="23" y="11"/>
                    <a:pt x="28" y="10"/>
                    <a:pt x="32" y="10"/>
                  </a:cubicBezTo>
                  <a:cubicBezTo>
                    <a:pt x="33" y="10"/>
                    <a:pt x="34" y="10"/>
                    <a:pt x="35" y="11"/>
                  </a:cubicBezTo>
                  <a:cubicBezTo>
                    <a:pt x="36" y="11"/>
                    <a:pt x="36" y="11"/>
                    <a:pt x="37" y="11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2"/>
                    <a:pt x="39" y="12"/>
                    <a:pt x="38" y="11"/>
                  </a:cubicBezTo>
                  <a:cubicBezTo>
                    <a:pt x="38" y="11"/>
                    <a:pt x="38" y="11"/>
                    <a:pt x="37" y="11"/>
                  </a:cubicBezTo>
                  <a:cubicBezTo>
                    <a:pt x="36" y="11"/>
                    <a:pt x="36" y="11"/>
                    <a:pt x="35" y="11"/>
                  </a:cubicBezTo>
                  <a:cubicBezTo>
                    <a:pt x="34" y="11"/>
                    <a:pt x="33" y="11"/>
                    <a:pt x="32" y="11"/>
                  </a:cubicBezTo>
                  <a:cubicBezTo>
                    <a:pt x="29" y="11"/>
                    <a:pt x="23" y="12"/>
                    <a:pt x="19" y="13"/>
                  </a:cubicBezTo>
                  <a:cubicBezTo>
                    <a:pt x="14" y="15"/>
                    <a:pt x="9" y="17"/>
                    <a:pt x="6" y="19"/>
                  </a:cubicBezTo>
                  <a:cubicBezTo>
                    <a:pt x="4" y="20"/>
                    <a:pt x="3" y="20"/>
                    <a:pt x="2" y="21"/>
                  </a:cubicBezTo>
                  <a:cubicBezTo>
                    <a:pt x="1" y="21"/>
                    <a:pt x="1" y="21"/>
                    <a:pt x="1" y="22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16" y="30"/>
                    <a:pt x="26" y="26"/>
                    <a:pt x="33" y="22"/>
                  </a:cubicBezTo>
                  <a:cubicBezTo>
                    <a:pt x="39" y="18"/>
                    <a:pt x="42" y="13"/>
                    <a:pt x="42" y="12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3" y="11"/>
                    <a:pt x="42" y="10"/>
                    <a:pt x="42" y="10"/>
                  </a:cubicBezTo>
                  <a:close/>
                </a:path>
              </a:pathLst>
            </a:custGeom>
            <a:solidFill>
              <a:schemeClr val="accent1"/>
            </a:solidFill>
            <a:ln/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anchor="t" anchorCtr="false" bIns="45720" compatLnSpc="1" lIns="91440" numCol="1" rIns="91440" tIns="45720" vert="horz" wrap="square">
              <a:prstTxWarp prst="textNoShape">
                <a:avLst/>
              </a:prstTxWarp>
            </a:bodyPr>
            <a:lstStyle/>
            <a:p>
              <a:pPr algn="l"/>
            </a:p>
          </p:txBody>
        </p:sp>
        <p:sp>
          <p:nvSpPr>
            <p:cNvPr descr="9f9e4935-deb1-487d-b946-1fc6cb1e277f" id="5" name="íṣḷíḓé">
              <a:extLst>
                <a:ext uri="{FF2B5EF4-FFF2-40B4-BE49-F238E27FC236}">
                  <a16:creationId id="{0D874678-0058-5B45-BBC7-3A04737226BB}"/>
                </a:ext>
              </a:extLst>
            </p:cNvPr>
            <p:cNvSpPr/>
            <p:nvPr/>
          </p:nvSpPr>
          <p:spPr bwMode="auto">
            <a:xfrm flipH="false" flipV="false">
              <a:off x="7585714" y="3807995"/>
              <a:ext cx="744077" cy="983945"/>
            </a:xfrm>
            <a:custGeom>
              <a:avLst/>
              <a:gdLst>
                <a:gd fmla="*/ 17 w 31" name="T0"/>
                <a:gd fmla="*/ 24 h 41" name="T1"/>
                <a:gd fmla="*/ 11 w 31" name="T2"/>
                <a:gd fmla="*/ 36 h 41" name="T3"/>
                <a:gd fmla="*/ 9 w 31" name="T4"/>
                <a:gd fmla="*/ 41 h 41" name="T5"/>
                <a:gd fmla="*/ 8 w 31" name="T6"/>
                <a:gd fmla="*/ 41 h 41" name="T7"/>
                <a:gd fmla="*/ 9 w 31" name="T8"/>
                <a:gd fmla="*/ 41 h 41" name="T9"/>
                <a:gd fmla="*/ 21 w 31" name="T10"/>
                <a:gd fmla="*/ 31 h 41" name="T11"/>
                <a:gd fmla="*/ 23 w 31" name="T12"/>
                <a:gd fmla="*/ 1 h 41" name="T13"/>
                <a:gd fmla="*/ 22 w 31" name="T14"/>
                <a:gd fmla="*/ 0 h 41" name="T15"/>
                <a:gd fmla="*/ 21 w 31" name="T16"/>
                <a:gd fmla="*/ 0 h 41" name="T17"/>
                <a:gd fmla="*/ 20 w 31" name="T18"/>
                <a:gd fmla="*/ 0 h 41" name="T19"/>
                <a:gd fmla="*/ 9 w 31" name="T20"/>
                <a:gd fmla="*/ 8 h 41" name="T21"/>
                <a:gd fmla="*/ 6 w 31" name="T22"/>
                <a:gd fmla="*/ 40 h 41" name="T23"/>
                <a:gd fmla="*/ 6 w 31" name="T24"/>
                <a:gd fmla="*/ 40 h 41" name="T25"/>
                <a:gd fmla="*/ 7 w 31" name="T26"/>
                <a:gd fmla="*/ 39 h 41" name="T27"/>
                <a:gd fmla="*/ 9 w 31" name="T28"/>
                <a:gd fmla="*/ 35 h 41" name="T29"/>
                <a:gd fmla="*/ 16 w 31" name="T30"/>
                <a:gd fmla="*/ 23 h 41" name="T31"/>
                <a:gd fmla="*/ 20 w 31" name="T32"/>
                <a:gd fmla="*/ 10 h 41" name="T33"/>
                <a:gd fmla="*/ 20 w 31" name="T34"/>
                <a:gd fmla="*/ 7 h 41" name="T35"/>
                <a:gd fmla="*/ 20 w 31" name="T36"/>
                <a:gd fmla="*/ 5 h 41" name="T37"/>
                <a:gd fmla="*/ 20 w 31" name="T38"/>
                <a:gd fmla="*/ 4 h 41" name="T39"/>
                <a:gd fmla="*/ 20 w 31" name="T40"/>
                <a:gd fmla="*/ 3 h 41" name="T41"/>
                <a:gd fmla="*/ 20 w 31" name="T42"/>
                <a:gd fmla="*/ 4 h 41" name="T43"/>
                <a:gd fmla="*/ 20 w 31" name="T44"/>
                <a:gd fmla="*/ 5 h 41" name="T45"/>
                <a:gd fmla="*/ 21 w 31" name="T46"/>
                <a:gd fmla="*/ 7 h 41" name="T47"/>
                <a:gd fmla="*/ 21 w 31" name="T48"/>
                <a:gd fmla="*/ 10 h 41" name="T49"/>
                <a:gd fmla="*/ 17 w 31" name="T50"/>
                <a:gd fmla="*/ 24 h 41" name="T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b="b" l="0" r="r" t="0"/>
              <a:pathLst>
                <a:path h="41" w="31">
                  <a:moveTo>
                    <a:pt x="17" y="24"/>
                  </a:moveTo>
                  <a:cubicBezTo>
                    <a:pt x="15" y="28"/>
                    <a:pt x="13" y="33"/>
                    <a:pt x="11" y="36"/>
                  </a:cubicBezTo>
                  <a:cubicBezTo>
                    <a:pt x="10" y="38"/>
                    <a:pt x="9" y="40"/>
                    <a:pt x="9" y="41"/>
                  </a:cubicBezTo>
                  <a:cubicBezTo>
                    <a:pt x="9" y="41"/>
                    <a:pt x="8" y="41"/>
                    <a:pt x="8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10" y="41"/>
                    <a:pt x="16" y="37"/>
                    <a:pt x="21" y="31"/>
                  </a:cubicBezTo>
                  <a:cubicBezTo>
                    <a:pt x="26" y="25"/>
                    <a:pt x="31" y="15"/>
                    <a:pt x="23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1" y="0"/>
                    <a:pt x="21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9" y="0"/>
                    <a:pt x="13" y="3"/>
                    <a:pt x="9" y="8"/>
                  </a:cubicBezTo>
                  <a:cubicBezTo>
                    <a:pt x="4" y="14"/>
                    <a:pt x="0" y="24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7" y="40"/>
                    <a:pt x="7" y="39"/>
                  </a:cubicBezTo>
                  <a:cubicBezTo>
                    <a:pt x="7" y="38"/>
                    <a:pt x="8" y="37"/>
                    <a:pt x="9" y="35"/>
                  </a:cubicBezTo>
                  <a:cubicBezTo>
                    <a:pt x="11" y="32"/>
                    <a:pt x="14" y="28"/>
                    <a:pt x="16" y="23"/>
                  </a:cubicBezTo>
                  <a:cubicBezTo>
                    <a:pt x="18" y="18"/>
                    <a:pt x="20" y="14"/>
                    <a:pt x="20" y="10"/>
                  </a:cubicBezTo>
                  <a:cubicBezTo>
                    <a:pt x="20" y="9"/>
                    <a:pt x="20" y="8"/>
                    <a:pt x="20" y="7"/>
                  </a:cubicBezTo>
                  <a:cubicBezTo>
                    <a:pt x="20" y="6"/>
                    <a:pt x="20" y="6"/>
                    <a:pt x="20" y="5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3"/>
                    <a:pt x="20" y="4"/>
                  </a:cubicBezTo>
                  <a:cubicBezTo>
                    <a:pt x="20" y="4"/>
                    <a:pt x="20" y="4"/>
                    <a:pt x="20" y="5"/>
                  </a:cubicBezTo>
                  <a:cubicBezTo>
                    <a:pt x="21" y="6"/>
                    <a:pt x="21" y="6"/>
                    <a:pt x="21" y="7"/>
                  </a:cubicBezTo>
                  <a:cubicBezTo>
                    <a:pt x="21" y="8"/>
                    <a:pt x="21" y="9"/>
                    <a:pt x="21" y="10"/>
                  </a:cubicBezTo>
                  <a:cubicBezTo>
                    <a:pt x="21" y="14"/>
                    <a:pt x="19" y="19"/>
                    <a:pt x="17" y="24"/>
                  </a:cubicBezTo>
                  <a:close/>
                </a:path>
              </a:pathLst>
            </a:custGeom>
            <a:solidFill>
              <a:schemeClr val="accent1"/>
            </a:solidFill>
            <a:ln/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anchor="t" anchorCtr="false" bIns="45720" compatLnSpc="1" lIns="91440" numCol="1" rIns="91440" tIns="45720" vert="horz" wrap="square">
              <a:prstTxWarp prst="textNoShape">
                <a:avLst/>
              </a:prstTxWarp>
            </a:bodyPr>
            <a:lstStyle/>
            <a:p>
              <a:pPr algn="l"/>
            </a:p>
          </p:txBody>
        </p:sp>
        <p:sp>
          <p:nvSpPr>
            <p:cNvPr descr="264add26-d5fe-4b97-9801-e8b2dc2d2b8f" id="6" name="îṩḻîḍè">
              <a:extLst>
                <a:ext uri="{FF2B5EF4-FFF2-40B4-BE49-F238E27FC236}">
                  <a16:creationId id="{C80C56D9-7805-8D42-A74F-4CD5A39A4703}"/>
                </a:ext>
              </a:extLst>
            </p:cNvPr>
            <p:cNvSpPr/>
            <p:nvPr/>
          </p:nvSpPr>
          <p:spPr bwMode="auto">
            <a:xfrm flipH="false" flipV="false">
              <a:off x="3948548" y="1130300"/>
              <a:ext cx="3710593" cy="4116899"/>
            </a:xfrm>
            <a:custGeom>
              <a:avLst/>
              <a:gdLst>
                <a:gd fmla="*/ 155 w 155" name="T0"/>
                <a:gd fmla="*/ 161 h 172" name="T1"/>
                <a:gd fmla="*/ 54 w 155" name="T2"/>
                <a:gd fmla="*/ 161 h 172" name="T3"/>
                <a:gd fmla="*/ 39 w 155" name="T4"/>
                <a:gd fmla="*/ 147 h 172" name="T5"/>
                <a:gd fmla="*/ 39 w 155" name="T6"/>
                <a:gd fmla="*/ 94 h 172" name="T7"/>
                <a:gd fmla="*/ 38 w 155" name="T8"/>
                <a:gd fmla="*/ 93 h 172" name="T9"/>
                <a:gd fmla="*/ 43 w 155" name="T10"/>
                <a:gd fmla="*/ 93 h 172" name="T11"/>
                <a:gd fmla="*/ 44 w 155" name="T12"/>
                <a:gd fmla="*/ 92 h 172" name="T13"/>
                <a:gd fmla="*/ 67 w 155" name="T14"/>
                <a:gd fmla="*/ 61 h 172" name="T15"/>
                <a:gd fmla="*/ 68 w 155" name="T16"/>
                <a:gd fmla="*/ 61 h 172" name="T17"/>
                <a:gd fmla="*/ 68 w 155" name="T18"/>
                <a:gd fmla="*/ 33 h 172" name="T19"/>
                <a:gd fmla="*/ 67 w 155" name="T20"/>
                <a:gd fmla="*/ 32 h 172" name="T21"/>
                <a:gd fmla="*/ 56 w 155" name="T22"/>
                <a:gd fmla="*/ 32 h 172" name="T23"/>
                <a:gd fmla="*/ 56 w 155" name="T24"/>
                <a:gd fmla="*/ 31 h 172" name="T25"/>
                <a:gd fmla="*/ 56 w 155" name="T26"/>
                <a:gd fmla="*/ 3 h 172" name="T27"/>
                <a:gd fmla="*/ 53 w 155" name="T28"/>
                <a:gd fmla="*/ 0 h 172" name="T29"/>
                <a:gd fmla="*/ 49 w 155" name="T30"/>
                <a:gd fmla="*/ 0 h 172" name="T31"/>
                <a:gd fmla="*/ 47 w 155" name="T32"/>
                <a:gd fmla="*/ 3 h 172" name="T33"/>
                <a:gd fmla="*/ 47 w 155" name="T34"/>
                <a:gd fmla="*/ 31 h 172" name="T35"/>
                <a:gd fmla="*/ 47 w 155" name="T36"/>
                <a:gd fmla="*/ 32 h 172" name="T37"/>
                <a:gd fmla="*/ 34 w 155" name="T38"/>
                <a:gd fmla="*/ 32 h 172" name="T39"/>
                <a:gd fmla="*/ 23 w 155" name="T40"/>
                <a:gd fmla="*/ 32 h 172" name="T41"/>
                <a:gd fmla="*/ 23 w 155" name="T42"/>
                <a:gd fmla="*/ 31 h 172" name="T43"/>
                <a:gd fmla="*/ 23 w 155" name="T44"/>
                <a:gd fmla="*/ 3 h 172" name="T45"/>
                <a:gd fmla="*/ 20 w 155" name="T46"/>
                <a:gd fmla="*/ 0 h 172" name="T47"/>
                <a:gd fmla="*/ 16 w 155" name="T48"/>
                <a:gd fmla="*/ 0 h 172" name="T49"/>
                <a:gd fmla="*/ 14 w 155" name="T50"/>
                <a:gd fmla="*/ 3 h 172" name="T51"/>
                <a:gd fmla="*/ 14 w 155" name="T52"/>
                <a:gd fmla="*/ 31 h 172" name="T53"/>
                <a:gd fmla="*/ 14 w 155" name="T54"/>
                <a:gd fmla="*/ 32 h 172" name="T55"/>
                <a:gd fmla="*/ 1 w 155" name="T56"/>
                <a:gd fmla="*/ 32 h 172" name="T57"/>
                <a:gd fmla="*/ 0 w 155" name="T58"/>
                <a:gd fmla="*/ 33 h 172" name="T59"/>
                <a:gd fmla="*/ 0 w 155" name="T60"/>
                <a:gd fmla="*/ 61 h 172" name="T61"/>
                <a:gd fmla="*/ 0 w 155" name="T62"/>
                <a:gd fmla="*/ 61 h 172" name="T63"/>
                <a:gd fmla="*/ 23 w 155" name="T64"/>
                <a:gd fmla="*/ 92 h 172" name="T65"/>
                <a:gd fmla="*/ 24 w 155" name="T66"/>
                <a:gd fmla="*/ 93 h 172" name="T67"/>
                <a:gd fmla="*/ 29 w 155" name="T68"/>
                <a:gd fmla="*/ 93 h 172" name="T69"/>
                <a:gd fmla="*/ 28 w 155" name="T70"/>
                <a:gd fmla="*/ 94 h 172" name="T71"/>
                <a:gd fmla="*/ 28 w 155" name="T72"/>
                <a:gd fmla="*/ 147 h 172" name="T73"/>
                <a:gd fmla="*/ 36 w 155" name="T74"/>
                <a:gd fmla="*/ 165 h 172" name="T75"/>
                <a:gd fmla="*/ 54 w 155" name="T76"/>
                <a:gd fmla="*/ 172 h 172" name="T77"/>
                <a:gd fmla="*/ 155 w 155" name="T78"/>
                <a:gd fmla="*/ 172 h 172" name="T79"/>
                <a:gd fmla="*/ 155 w 155" name="T80"/>
                <a:gd fmla="*/ 171 h 172" name="T81"/>
                <a:gd fmla="*/ 155 w 155" name="T82"/>
                <a:gd fmla="*/ 162 h 172" name="T83"/>
                <a:gd fmla="*/ 155 w 155" name="T84"/>
                <a:gd fmla="*/ 161 h 172" name="T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b="b" l="0" r="r" t="0"/>
              <a:pathLst>
                <a:path h="172" w="155">
                  <a:moveTo>
                    <a:pt x="155" y="161"/>
                  </a:moveTo>
                  <a:cubicBezTo>
                    <a:pt x="54" y="161"/>
                    <a:pt x="54" y="161"/>
                    <a:pt x="54" y="161"/>
                  </a:cubicBezTo>
                  <a:cubicBezTo>
                    <a:pt x="40" y="161"/>
                    <a:pt x="39" y="149"/>
                    <a:pt x="39" y="147"/>
                  </a:cubicBezTo>
                  <a:cubicBezTo>
                    <a:pt x="39" y="94"/>
                    <a:pt x="39" y="94"/>
                    <a:pt x="39" y="94"/>
                  </a:cubicBezTo>
                  <a:cubicBezTo>
                    <a:pt x="39" y="94"/>
                    <a:pt x="39" y="93"/>
                    <a:pt x="38" y="93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4" y="93"/>
                    <a:pt x="44" y="93"/>
                    <a:pt x="44" y="92"/>
                  </a:cubicBezTo>
                  <a:cubicBezTo>
                    <a:pt x="45" y="70"/>
                    <a:pt x="64" y="63"/>
                    <a:pt x="67" y="61"/>
                  </a:cubicBezTo>
                  <a:cubicBezTo>
                    <a:pt x="68" y="61"/>
                    <a:pt x="68" y="61"/>
                    <a:pt x="68" y="61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68" y="32"/>
                    <a:pt x="67" y="32"/>
                    <a:pt x="67" y="32"/>
                  </a:cubicBezTo>
                  <a:cubicBezTo>
                    <a:pt x="56" y="32"/>
                    <a:pt x="56" y="32"/>
                    <a:pt x="56" y="32"/>
                  </a:cubicBezTo>
                  <a:cubicBezTo>
                    <a:pt x="56" y="32"/>
                    <a:pt x="56" y="31"/>
                    <a:pt x="56" y="31"/>
                  </a:cubicBezTo>
                  <a:cubicBezTo>
                    <a:pt x="56" y="3"/>
                    <a:pt x="56" y="3"/>
                    <a:pt x="56" y="3"/>
                  </a:cubicBezTo>
                  <a:cubicBezTo>
                    <a:pt x="56" y="1"/>
                    <a:pt x="55" y="0"/>
                    <a:pt x="53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48" y="0"/>
                    <a:pt x="47" y="1"/>
                    <a:pt x="47" y="3"/>
                  </a:cubicBezTo>
                  <a:cubicBezTo>
                    <a:pt x="47" y="31"/>
                    <a:pt x="47" y="31"/>
                    <a:pt x="47" y="31"/>
                  </a:cubicBezTo>
                  <a:cubicBezTo>
                    <a:pt x="47" y="31"/>
                    <a:pt x="47" y="32"/>
                    <a:pt x="47" y="32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1"/>
                    <a:pt x="23" y="31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2" y="0"/>
                    <a:pt x="20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5" y="0"/>
                    <a:pt x="14" y="1"/>
                    <a:pt x="14" y="3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4" y="32"/>
                  </a:cubicBezTo>
                  <a:cubicBezTo>
                    <a:pt x="1" y="32"/>
                    <a:pt x="1" y="32"/>
                    <a:pt x="1" y="32"/>
                  </a:cubicBezTo>
                  <a:cubicBezTo>
                    <a:pt x="0" y="32"/>
                    <a:pt x="0" y="32"/>
                    <a:pt x="0" y="33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4" y="63"/>
                    <a:pt x="22" y="70"/>
                    <a:pt x="23" y="92"/>
                  </a:cubicBezTo>
                  <a:cubicBezTo>
                    <a:pt x="23" y="93"/>
                    <a:pt x="23" y="93"/>
                    <a:pt x="24" y="93"/>
                  </a:cubicBezTo>
                  <a:cubicBezTo>
                    <a:pt x="29" y="93"/>
                    <a:pt x="29" y="93"/>
                    <a:pt x="29" y="93"/>
                  </a:cubicBezTo>
                  <a:cubicBezTo>
                    <a:pt x="29" y="93"/>
                    <a:pt x="28" y="94"/>
                    <a:pt x="28" y="94"/>
                  </a:cubicBezTo>
                  <a:cubicBezTo>
                    <a:pt x="28" y="147"/>
                    <a:pt x="28" y="147"/>
                    <a:pt x="28" y="147"/>
                  </a:cubicBezTo>
                  <a:cubicBezTo>
                    <a:pt x="28" y="147"/>
                    <a:pt x="28" y="158"/>
                    <a:pt x="36" y="165"/>
                  </a:cubicBezTo>
                  <a:cubicBezTo>
                    <a:pt x="40" y="170"/>
                    <a:pt x="47" y="172"/>
                    <a:pt x="54" y="172"/>
                  </a:cubicBezTo>
                  <a:cubicBezTo>
                    <a:pt x="155" y="172"/>
                    <a:pt x="155" y="172"/>
                    <a:pt x="155" y="172"/>
                  </a:cubicBezTo>
                  <a:cubicBezTo>
                    <a:pt x="155" y="172"/>
                    <a:pt x="155" y="172"/>
                    <a:pt x="155" y="171"/>
                  </a:cubicBezTo>
                  <a:cubicBezTo>
                    <a:pt x="155" y="162"/>
                    <a:pt x="155" y="162"/>
                    <a:pt x="155" y="162"/>
                  </a:cubicBezTo>
                  <a:cubicBezTo>
                    <a:pt x="155" y="162"/>
                    <a:pt x="155" y="161"/>
                    <a:pt x="155" y="161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/>
            <a:effectLst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t" anchorCtr="false" bIns="45720" compatLnSpc="1" lIns="91440" numCol="1" rIns="91440" tIns="45720" vert="horz" wrap="square">
              <a:prstTxWarp prst="textNoShape">
                <a:avLst/>
              </a:prstTxWarp>
            </a:bodyPr>
            <a:lstStyle>
              <a:defPPr>
                <a:defRPr lang="zh-CN"/>
              </a:defPPr>
              <a:lvl1pPr algn="l" defTabSz="914400" eaLnBrk="1" hangingPunct="1" latinLnBrk="0" marL="0" rtl="0">
                <a:defRPr kern="1200" sz="1800">
                  <a:solidFill>
                    <a:schemeClr val="lt1"/>
                  </a:solidFill>
                </a:defRPr>
              </a:lvl1pPr>
              <a:lvl2pPr algn="l" defTabSz="914400" eaLnBrk="1" hangingPunct="1" latinLnBrk="0" marL="457200" rtl="0">
                <a:defRPr kern="1200" sz="1800">
                  <a:solidFill>
                    <a:schemeClr val="lt1"/>
                  </a:solidFill>
                </a:defRPr>
              </a:lvl2pPr>
              <a:lvl3pPr algn="l" defTabSz="914400" eaLnBrk="1" hangingPunct="1" latinLnBrk="0" marL="914400" rtl="0">
                <a:defRPr kern="1200" sz="1800">
                  <a:solidFill>
                    <a:schemeClr val="lt1"/>
                  </a:solidFill>
                </a:defRPr>
              </a:lvl3pPr>
              <a:lvl4pPr algn="l" defTabSz="914400" eaLnBrk="1" hangingPunct="1" latinLnBrk="0" marL="1371600" rtl="0">
                <a:defRPr kern="1200" sz="1800">
                  <a:solidFill>
                    <a:schemeClr val="lt1"/>
                  </a:solidFill>
                </a:defRPr>
              </a:lvl4pPr>
              <a:lvl5pPr algn="l" defTabSz="914400" eaLnBrk="1" hangingPunct="1" latinLnBrk="0" marL="1828800" rtl="0">
                <a:defRPr kern="1200" sz="1800">
                  <a:solidFill>
                    <a:schemeClr val="lt1"/>
                  </a:solidFill>
                </a:defRPr>
              </a:lvl5pPr>
              <a:lvl6pPr algn="l" defTabSz="914400" eaLnBrk="1" hangingPunct="1" latinLnBrk="0" marL="2286000" rtl="0">
                <a:defRPr kern="1200" sz="1800">
                  <a:solidFill>
                    <a:schemeClr val="lt1"/>
                  </a:solidFill>
                </a:defRPr>
              </a:lvl6pPr>
              <a:lvl7pPr algn="l" defTabSz="914400" eaLnBrk="1" hangingPunct="1" latinLnBrk="0" marL="2743200" rtl="0">
                <a:defRPr kern="1200" sz="1800">
                  <a:solidFill>
                    <a:schemeClr val="lt1"/>
                  </a:solidFill>
                </a:defRPr>
              </a:lvl7pPr>
              <a:lvl8pPr algn="l" defTabSz="914400" eaLnBrk="1" hangingPunct="1" latinLnBrk="0" marL="3200400" rtl="0">
                <a:defRPr kern="1200" sz="1800">
                  <a:solidFill>
                    <a:schemeClr val="lt1"/>
                  </a:solidFill>
                </a:defRPr>
              </a:lvl8pPr>
              <a:lvl9pPr algn="l" defTabSz="914400" eaLnBrk="1" hangingPunct="1" latinLnBrk="0" marL="3657600" rtl="0">
                <a:defRPr kern="1200" sz="1800">
                  <a:solidFill>
                    <a:schemeClr val="lt1"/>
                  </a:solidFill>
                </a:defRPr>
              </a:lvl9pPr>
            </a:lstStyle>
            <a:p>
              <a:pPr algn="l"/>
            </a:p>
          </p:txBody>
        </p:sp>
        <p:sp>
          <p:nvSpPr>
            <p:cNvPr descr="475cc7b3-e916-404d-8036-c41a14d664c7" id="19" name="Title">
              <a:extLst>
                <a:ext uri="{FF2B5EF4-FFF2-40B4-BE49-F238E27FC236}">
                  <a16:creationId id="{864E34C4-8B7E-70FE-3943-22883869DB63}"/>
                </a:ext>
              </a:extLst>
            </p:cNvPr>
            <p:cNvSpPr txBox="1">
              <a:spLocks/>
            </p:cNvSpPr>
            <p:nvPr/>
          </p:nvSpPr>
          <p:spPr>
            <a:xfrm flipH="false" flipV="false">
              <a:off x="660400" y="1130300"/>
              <a:ext cx="3827753" cy="1152785"/>
            </a:xfrm>
            <a:prstGeom prst="rect">
              <a:avLst/>
            </a:prstGeom>
            <a:noFill/>
            <a:ln>
              <a:noFill/>
            </a:ln>
          </p:spPr>
          <p:txBody>
            <a:bodyPr anchor="t" anchorCtr="false" bIns="45720" lIns="91440" rIns="91440" tIns="45720" wrap="square">
              <a:normAutofit/>
            </a:bodyPr>
            <a:lstStyle/>
            <a:p>
              <a:pPr algn="l">
                <a:spcBef>
                  <a:spcPct val="0"/>
                </a:spcBef>
                <a:spcAft>
                  <a:spcPct val="0"/>
                </a:spcAft>
              </a:pPr>
              <a:r>
                <a:rPr b="true" i="false" lang="en-US" strike="noStrike" sz="2400" u="none">
                  <a:solidFill>
                    <a:srgbClr val="FFFFFF"/>
                  </a:solidFill>
                  <a:ea typeface="微软雅黑"/>
                </a:rPr>
                <a:t>预测项目未来走向</a:t>
              </a:r>
            </a:p>
          </p:txBody>
        </p:sp>
        <p:grpSp>
          <p:nvGrpSpPr>
            <p:cNvPr descr="aa19a47c-8fc0-4ec5-a1a4-9b4692e80cac" id="22" name="组合 21">
              <a:extLst>
                <a:ext uri="{FF2B5EF4-FFF2-40B4-BE49-F238E27FC236}">
                  <a16:creationId id="{A07B71CB-FBF8-FC3A-DB0D-74FB8E0C74C7}"/>
                </a:ext>
              </a:extLst>
            </p:cNvPr>
            <p:cNvGrpSpPr/>
            <p:nvPr/>
          </p:nvGrpSpPr>
          <p:grpSpPr>
            <a:xfrm>
              <a:off x="5956098" y="1530691"/>
              <a:ext cx="3122163" cy="1174859"/>
              <a:chOff x="5956098" y="1530691"/>
              <a:chExt cx="3122163" cy="1174859"/>
            </a:xfrm>
          </p:grpSpPr>
          <p:sp>
            <p:nvSpPr>
              <p:cNvPr descr="51fa0d3c-b60a-4bd5-b25c-660130e41cd5" id="11" name="Bullet1">
                <a:extLst>
                  <a:ext uri="{FF2B5EF4-FFF2-40B4-BE49-F238E27FC236}">
                    <a16:creationId id="{04E32B64-1A8D-4875-AC22-BE3496FF90E7}"/>
                  </a:ext>
                </a:extLst>
              </p:cNvPr>
              <p:cNvSpPr txBox="1"/>
              <p:nvPr/>
            </p:nvSpPr>
            <p:spPr bwMode="auto">
              <a:xfrm flipH="false" flipV="false">
                <a:off x="5956098" y="1530691"/>
                <a:ext cx="3122163" cy="455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b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简化版Prophet算法</a:t>
                </a:r>
              </a:p>
            </p:txBody>
          </p:sp>
          <p:sp>
            <p:nvSpPr>
              <p:cNvPr descr="0a9044c2-ccc3-45ce-a720-c604ac5ef9b9" id="12" name="Text1">
                <a:extLst>
                  <a:ext uri="{FF2B5EF4-FFF2-40B4-BE49-F238E27FC236}">
                    <a16:creationId id="{0D745C7E-88A6-41CE-BE6C-D833D223274F}"/>
                  </a:ext>
                </a:extLst>
              </p:cNvPr>
              <p:cNvSpPr/>
              <p:nvPr/>
            </p:nvSpPr>
            <p:spPr bwMode="auto">
              <a:xfrm flipH="false" flipV="false">
                <a:off x="5956098" y="1985949"/>
                <a:ext cx="3122163" cy="7196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采用简化版Prophet算法进行趋势预测。</a:t>
                </a:r>
              </a:p>
            </p:txBody>
          </p:sp>
        </p:grpSp>
        <p:grpSp>
          <p:nvGrpSpPr>
            <p:cNvPr descr="8cf8ebf8-4025-4ee2-8280-bec2f114b71b" id="21" name="组合 20">
              <a:extLst>
                <a:ext uri="{FF2B5EF4-FFF2-40B4-BE49-F238E27FC236}">
                  <a16:creationId id="{C70B20B0-C8E6-6C51-54E1-9D901231DB35}"/>
                </a:ext>
              </a:extLst>
            </p:cNvPr>
            <p:cNvGrpSpPr/>
            <p:nvPr/>
          </p:nvGrpSpPr>
          <p:grpSpPr>
            <a:xfrm>
              <a:off x="8329791" y="2735795"/>
              <a:ext cx="3122163" cy="1174859"/>
              <a:chOff x="8329791" y="2735795"/>
              <a:chExt cx="3122163" cy="1174859"/>
            </a:xfrm>
          </p:grpSpPr>
          <p:sp>
            <p:nvSpPr>
              <p:cNvPr descr="933d5bde-62f2-4c88-9c06-3f0a11725fab" id="13" name="Bullet2">
                <a:extLst>
                  <a:ext uri="{FF2B5EF4-FFF2-40B4-BE49-F238E27FC236}">
                    <a16:creationId id="{04E32B64-1A8D-4875-AC22-BE3496FF90E7}"/>
                  </a:ext>
                </a:extLst>
              </p:cNvPr>
              <p:cNvSpPr txBox="1"/>
              <p:nvPr/>
            </p:nvSpPr>
            <p:spPr bwMode="auto">
              <a:xfrm flipH="false" flipV="false">
                <a:off x="8329791" y="2735795"/>
                <a:ext cx="3122163" cy="455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b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多种方法组合</a:t>
                </a:r>
              </a:p>
            </p:txBody>
          </p:sp>
          <p:sp>
            <p:nvSpPr>
              <p:cNvPr descr="06339194-6e2f-4510-9320-22e11e498f1d" id="14" name="Text2">
                <a:extLst>
                  <a:ext uri="{FF2B5EF4-FFF2-40B4-BE49-F238E27FC236}">
                    <a16:creationId id="{0D745C7E-88A6-41CE-BE6C-D833D223274F}"/>
                  </a:ext>
                </a:extLst>
              </p:cNvPr>
              <p:cNvSpPr/>
              <p:nvPr/>
            </p:nvSpPr>
            <p:spPr bwMode="auto">
              <a:xfrm flipH="false" flipV="false">
                <a:off x="8329791" y="3191053"/>
                <a:ext cx="3122163" cy="7196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结合多种预测方法，提高预测准确性。</a:t>
                </a:r>
              </a:p>
            </p:txBody>
          </p:sp>
        </p:grpSp>
        <p:grpSp>
          <p:nvGrpSpPr>
            <p:cNvPr descr="1bab6f52-ff4b-440b-bf38-b063187eefd7" id="20" name="组合 19">
              <a:extLst>
                <a:ext uri="{FF2B5EF4-FFF2-40B4-BE49-F238E27FC236}">
                  <a16:creationId id="{47ADAB3F-0FA0-4A2E-97D6-5849DC32E746}"/>
                </a:ext>
              </a:extLst>
            </p:cNvPr>
            <p:cNvGrpSpPr/>
            <p:nvPr/>
          </p:nvGrpSpPr>
          <p:grpSpPr>
            <a:xfrm>
              <a:off x="7674763" y="5247200"/>
              <a:ext cx="3844137" cy="886899"/>
              <a:chOff x="7674763" y="5247200"/>
              <a:chExt cx="3844137" cy="886899"/>
            </a:xfrm>
          </p:grpSpPr>
          <p:sp>
            <p:nvSpPr>
              <p:cNvPr descr="52b5cd14-3d21-4027-bc69-c340039e57c5" id="15" name="Bullet3">
                <a:extLst>
                  <a:ext uri="{FF2B5EF4-FFF2-40B4-BE49-F238E27FC236}">
                    <a16:creationId id="{04E32B64-1A8D-4875-AC22-BE3496FF90E7}"/>
                  </a:ext>
                </a:extLst>
              </p:cNvPr>
              <p:cNvSpPr txBox="1"/>
              <p:nvPr/>
            </p:nvSpPr>
            <p:spPr bwMode="auto">
              <a:xfrm flipH="false" flipV="false">
                <a:off x="7674763" y="5247200"/>
                <a:ext cx="3844137" cy="4855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b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提供预测时长</a:t>
                </a:r>
              </a:p>
            </p:txBody>
          </p:sp>
          <p:sp>
            <p:nvSpPr>
              <p:cNvPr descr="9421c10b-38b4-40ec-8c4b-beadafa8e128" id="16" name="Text3">
                <a:extLst>
                  <a:ext uri="{FF2B5EF4-FFF2-40B4-BE49-F238E27FC236}">
                    <a16:creationId id="{0D745C7E-88A6-41CE-BE6C-D833D223274F}"/>
                  </a:ext>
                </a:extLst>
              </p:cNvPr>
              <p:cNvSpPr/>
              <p:nvPr/>
            </p:nvSpPr>
            <p:spPr bwMode="auto">
              <a:xfrm flipH="false" flipV="false">
                <a:off x="7674763" y="5732702"/>
                <a:ext cx="3844137" cy="4013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t" anchorCtr="false" bIns="45720" lIns="91440" rIns="91440" tIns="45720" wrap="square">
                <a:normAutofit fontScale="92500"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给出6个月的趋势预测和置信区间。</a:t>
                </a:r>
              </a:p>
            </p:txBody>
          </p:sp>
        </p:grpSp>
      </p:grpSp>
      <p:sp>
        <p:nvSpPr>
          <p:cNvPr descr="697f60e6-d590-4202-9a4a-bde26f963db9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FFFFFF"/>
                </a:solidFill>
                <a:ea typeface="微软雅黑"/>
              </a:rPr>
              <a:t>趋势预测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d8eaf17d-7d39-47ae-9bb6-5fcfe35124e4" id="28" name="41125766-fd80-4a3b-b9c3-f025cbdead34.source.3.zh-Hans.pptx">
            <a:extLst>
              <a:ext uri="{FF2B5EF4-FFF2-40B4-BE49-F238E27FC236}">
                <a16:creationId id="{BF94B400-AE10-2F67-8280-D9DC3FC31FA5}"/>
              </a:ext>
            </a:extLst>
          </p:cNvPr>
          <p:cNvGrpSpPr/>
          <p:nvPr/>
        </p:nvGrpSpPr>
        <p:grpSpPr>
          <a:xfrm>
            <a:off x="660400" y="1130300"/>
            <a:ext cx="10858500" cy="4162015"/>
            <a:chOff x="660400" y="1130300"/>
            <a:chExt cx="10858500" cy="4162015"/>
          </a:xfrm>
        </p:grpSpPr>
        <p:cxnSp>
          <p:nvCxnSpPr>
            <p:cNvPr descr="a2c2a9d0-30a9-463c-b770-3a64b48ff74a" id="6" name="îśḷiḍê">
              <a:extLst>
                <a:ext uri="{FF2B5EF4-FFF2-40B4-BE49-F238E27FC236}">
                  <a16:creationId id="{E72623CC-8E77-4708-9A2A-AC4EC83234C3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917862" y="4915941"/>
              <a:ext cx="2269779" cy="0"/>
            </a:xfrm>
            <a:prstGeom prst="line">
              <a:avLst/>
            </a:prstGeom>
            <a:ln w="6350">
              <a:solidFill>
                <a:schemeClr val="tx2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e44336ca-f865-4657-8108-db313e960647" id="16" name="í$ḻiḍe">
              <a:extLst>
                <a:ext uri="{FF2B5EF4-FFF2-40B4-BE49-F238E27FC236}">
                  <a16:creationId id="{AE05C761-5269-47DD-BC20-CA79220E4BD1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4631377" y="4915941"/>
              <a:ext cx="2269779" cy="0"/>
            </a:xfrm>
            <a:prstGeom prst="line">
              <a:avLst/>
            </a:prstGeom>
            <a:ln w="6350">
              <a:solidFill>
                <a:schemeClr val="tx2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90931bfb-3eff-4e60-ac97-c86931e9a010" id="22" name="iš1îḋe">
              <a:extLst>
                <a:ext uri="{FF2B5EF4-FFF2-40B4-BE49-F238E27FC236}">
                  <a16:creationId id="{39E1DF20-D028-4830-ACCD-F60C4C49962B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8344892" y="4915941"/>
              <a:ext cx="2269779" cy="0"/>
            </a:xfrm>
            <a:prstGeom prst="line">
              <a:avLst/>
            </a:prstGeom>
            <a:ln w="6350">
              <a:solidFill>
                <a:schemeClr val="tx2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descr="c3194e99-56ae-4304-8c51-7f9c56fd7455" id="7" name="Title">
              <a:extLst>
                <a:ext uri="{FF2B5EF4-FFF2-40B4-BE49-F238E27FC236}">
                  <a16:creationId id="{CF0BB0B9-3FF8-7530-6591-5D199BBC2D20}"/>
                </a:ext>
              </a:extLst>
            </p:cNvPr>
            <p:cNvSpPr txBox="1"/>
            <p:nvPr/>
          </p:nvSpPr>
          <p:spPr>
            <a:xfrm flipH="false" flipV="false"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anchor="t" anchorCtr="true" rtlCol="0" vert="horz" wrap="square">
              <a:normAutofit/>
            </a:bodyPr>
            <a:lstStyle/>
            <a:p>
              <a:pPr algn="ctr"/>
              <a:r>
                <a:rPr b="true" i="false" lang="en-US" sz="2400" u="none">
                  <a:solidFill>
                    <a:srgbClr val="FFFFFF"/>
                  </a:solidFill>
                  <a:ea typeface="微软雅黑"/>
                </a:rPr>
                <a:t>评估项目健康状况</a:t>
              </a:r>
            </a:p>
          </p:txBody>
        </p:sp>
        <p:grpSp>
          <p:nvGrpSpPr>
            <p:cNvPr descr="49e68925-a9d7-4b82-86a9-751e52ffdf3b" id="9" name="组合 8">
              <a:extLst>
                <a:ext uri="{FF2B5EF4-FFF2-40B4-BE49-F238E27FC236}">
                  <a16:creationId id="{0009EA9E-9976-C571-16B2-89724EB31FC3}"/>
                </a:ext>
              </a:extLst>
            </p:cNvPr>
            <p:cNvGrpSpPr/>
            <p:nvPr/>
          </p:nvGrpSpPr>
          <p:grpSpPr>
            <a:xfrm>
              <a:off x="660400" y="2480833"/>
              <a:ext cx="3281528" cy="2811482"/>
              <a:chOff x="660400" y="2752977"/>
              <a:chExt cx="3281528" cy="2811482"/>
            </a:xfrm>
          </p:grpSpPr>
          <p:sp>
            <p:nvSpPr>
              <p:cNvPr descr="e64e6ee0-b109-4654-bcf3-8216567ac3c6" id="3" name="ComponentBackground1">
                <a:extLst>
                  <a:ext uri="{FF2B5EF4-FFF2-40B4-BE49-F238E27FC236}">
                    <a16:creationId id="{1B345699-08BA-416A-8B62-D11427B3818B}"/>
                  </a:ext>
                </a:extLst>
              </p:cNvPr>
              <p:cNvSpPr/>
              <p:nvPr/>
            </p:nvSpPr>
            <p:spPr>
              <a:xfrm flipH="false" flipV="false">
                <a:off x="660400" y="2752977"/>
                <a:ext cx="3281528" cy="2811482"/>
              </a:xfrm>
              <a:prstGeom prst="roundRect">
                <a:avLst>
                  <a:gd fmla="val 4728" name="adj"/>
                </a:avLst>
              </a:prstGeom>
              <a:solidFill>
                <a:schemeClr val="tx2">
                  <a:alpha val="15000"/>
                </a:schemeClr>
              </a:solidFill>
              <a:ln cap="rnd" w="12700">
                <a:noFill/>
                <a:prstDash val="solid"/>
                <a:round/>
                <a:headEnd/>
                <a:tailEnd/>
              </a:ln>
              <a:effectLst>
                <a:outerShdw algn="ctr" blurRad="254000" dist="127000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square">
                <a:prstTxWarp prst="textNoShape">
                  <a:avLst/>
                </a:prstTxWarp>
                <a:normAutofit/>
              </a:bodyPr>
              <a:lstStyle/>
              <a:p>
                <a:pPr algn="ctr"/>
              </a:p>
            </p:txBody>
          </p:sp>
          <p:sp>
            <p:nvSpPr>
              <p:cNvPr descr="0f2bd463-5959-4385-bd53-870085eca0f3" id="4" name="Bullet1">
                <a:extLst>
                  <a:ext uri="{FF2B5EF4-FFF2-40B4-BE49-F238E27FC236}">
                    <a16:creationId id="{7857618E-6C77-4736-BAD3-E08B38DB8A5B}"/>
                  </a:ext>
                </a:extLst>
              </p:cNvPr>
              <p:cNvSpPr txBox="1"/>
              <p:nvPr/>
            </p:nvSpPr>
            <p:spPr>
              <a:xfrm flipH="false" flipV="false">
                <a:off x="823042" y="2976875"/>
                <a:ext cx="2928386" cy="657924"/>
              </a:xfrm>
              <a:prstGeom prst="rect">
                <a:avLst/>
              </a:prstGeom>
              <a:noFill/>
            </p:spPr>
            <p:txBody>
              <a:bodyPr anchor="b" anchorCtr="false" rtlCol="0" wrap="square">
                <a:normAutofit/>
              </a:bodyPr>
              <a:lstStyle/>
              <a:p>
                <a:pPr algn="l"/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AHP层次分析法</a:t>
                </a:r>
              </a:p>
            </p:txBody>
          </p:sp>
          <p:sp>
            <p:nvSpPr>
              <p:cNvPr descr="7fa2d2f3-6a80-4353-929c-37eabeeff244" id="5" name="Text1">
                <a:extLst>
                  <a:ext uri="{FF2B5EF4-FFF2-40B4-BE49-F238E27FC236}">
                    <a16:creationId id="{A4C9863D-C494-48C0-BF00-7FCA33A62BAA}"/>
                  </a:ext>
                </a:extLst>
              </p:cNvPr>
              <p:cNvSpPr txBox="1"/>
              <p:nvPr/>
            </p:nvSpPr>
            <p:spPr>
              <a:xfrm flipH="false" flipV="false">
                <a:off x="823042" y="3634797"/>
                <a:ext cx="2928386" cy="1271739"/>
              </a:xfrm>
              <a:prstGeom prst="rect">
                <a:avLst/>
              </a:prstGeom>
              <a:noFill/>
            </p:spPr>
            <p:txBody>
              <a:bodyPr anchorCtr="false" rtlCol="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运用AHP层次分析法进行健康评估。</a:t>
                </a:r>
              </a:p>
            </p:txBody>
          </p:sp>
          <p:sp>
            <p:nvSpPr>
              <p:cNvPr descr="14715f79-71a2-4c0f-b7bc-7c7bc475c173" id="10" name="Number1">
                <a:extLst>
                  <a:ext uri="{FF2B5EF4-FFF2-40B4-BE49-F238E27FC236}">
                    <a16:creationId id="{B90844BD-6534-46F7-A8B0-1281FBDC7B54}"/>
                  </a:ext>
                </a:extLst>
              </p:cNvPr>
              <p:cNvSpPr txBox="1"/>
              <p:nvPr/>
            </p:nvSpPr>
            <p:spPr>
              <a:xfrm flipH="false" flipV="false">
                <a:off x="3310282" y="5003419"/>
                <a:ext cx="441146" cy="369332"/>
              </a:xfrm>
              <a:prstGeom prst="rect">
                <a:avLst/>
              </a:prstGeom>
              <a:noFill/>
            </p:spPr>
            <p:txBody>
              <a:bodyPr anchorCtr="false" rtlCol="0" wrap="none">
                <a:spAutoFit/>
              </a:bodyPr>
              <a:lstStyle/>
              <a:p>
                <a:pPr algn="l"/>
                <a:r>
                  <a:rPr b="false" i="false" lang="en-US" sz="1800" u="none">
                    <a:solidFill>
                      <a:srgbClr val="FFFFFF"/>
                    </a:solidFill>
                    <a:latin typeface="Arial"/>
                  </a:rPr>
                  <a:t>01</a:t>
                </a:r>
              </a:p>
            </p:txBody>
          </p:sp>
        </p:grpSp>
        <p:grpSp>
          <p:nvGrpSpPr>
            <p:cNvPr descr="3cdd61e8-c414-42c8-8c6c-9a63371da2b4" id="24" name="组合 23">
              <a:extLst>
                <a:ext uri="{FF2B5EF4-FFF2-40B4-BE49-F238E27FC236}">
                  <a16:creationId id="{CCA17722-7061-A9E5-3EC5-254591BBA38B}"/>
                </a:ext>
              </a:extLst>
            </p:cNvPr>
            <p:cNvGrpSpPr/>
            <p:nvPr/>
          </p:nvGrpSpPr>
          <p:grpSpPr>
            <a:xfrm>
              <a:off x="4373915" y="2480833"/>
              <a:ext cx="3281528" cy="2811482"/>
              <a:chOff x="4373915" y="2752977"/>
              <a:chExt cx="3281528" cy="2811482"/>
            </a:xfrm>
          </p:grpSpPr>
          <p:sp>
            <p:nvSpPr>
              <p:cNvPr descr="792698b6-8492-4907-88b1-2a3023638bd4" id="13" name="ComponentBackground2">
                <a:extLst>
                  <a:ext uri="{FF2B5EF4-FFF2-40B4-BE49-F238E27FC236}">
                    <a16:creationId id="{29D0CD75-4E8C-431A-BDA7-9B87BBEFDA0C}"/>
                  </a:ext>
                </a:extLst>
              </p:cNvPr>
              <p:cNvSpPr/>
              <p:nvPr/>
            </p:nvSpPr>
            <p:spPr>
              <a:xfrm flipH="false" flipV="false">
                <a:off x="4373915" y="2752977"/>
                <a:ext cx="3281528" cy="2811482"/>
              </a:xfrm>
              <a:prstGeom prst="roundRect">
                <a:avLst>
                  <a:gd fmla="val 4728" name="adj"/>
                </a:avLst>
              </a:prstGeom>
              <a:solidFill>
                <a:schemeClr val="tx2">
                  <a:alpha val="15000"/>
                </a:schemeClr>
              </a:solidFill>
              <a:ln cap="rnd" w="12700">
                <a:noFill/>
                <a:prstDash val="solid"/>
                <a:round/>
                <a:headEnd/>
                <a:tailEnd/>
              </a:ln>
              <a:effectLst>
                <a:outerShdw algn="ctr" blurRad="254000" dist="127000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square">
                <a:prstTxWarp prst="textNoShape">
                  <a:avLst/>
                </a:prstTxWarp>
                <a:normAutofit/>
              </a:bodyPr>
              <a:lstStyle/>
              <a:p>
                <a:pPr algn="ctr"/>
              </a:p>
            </p:txBody>
          </p:sp>
          <p:sp>
            <p:nvSpPr>
              <p:cNvPr descr="33bc4620-68f6-4102-9806-b333f496c6fb" id="14" name="Bullet2">
                <a:extLst>
                  <a:ext uri="{FF2B5EF4-FFF2-40B4-BE49-F238E27FC236}">
                    <a16:creationId id="{95C7DC99-40FE-4085-8E27-DB81655A77CB}"/>
                  </a:ext>
                </a:extLst>
              </p:cNvPr>
              <p:cNvSpPr txBox="1"/>
              <p:nvPr/>
            </p:nvSpPr>
            <p:spPr>
              <a:xfrm flipH="false" flipV="false">
                <a:off x="4536557" y="2976875"/>
                <a:ext cx="2928386" cy="657924"/>
              </a:xfrm>
              <a:prstGeom prst="rect">
                <a:avLst/>
              </a:prstGeom>
              <a:noFill/>
            </p:spPr>
            <p:txBody>
              <a:bodyPr anchor="b" anchorCtr="false" rtlCol="0" wrap="square">
                <a:normAutofit/>
              </a:bodyPr>
              <a:lstStyle/>
              <a:p>
                <a:pPr algn="l"/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动态权重调整</a:t>
                </a:r>
              </a:p>
            </p:txBody>
          </p:sp>
          <p:sp>
            <p:nvSpPr>
              <p:cNvPr descr="2ade054c-3d58-4a7f-9739-3e3ceb39ce28" id="15" name="Text2">
                <a:extLst>
                  <a:ext uri="{FF2B5EF4-FFF2-40B4-BE49-F238E27FC236}">
                    <a16:creationId id="{083A819D-B17B-4D05-BE4F-9326230D8C65}"/>
                  </a:ext>
                </a:extLst>
              </p:cNvPr>
              <p:cNvSpPr txBox="1"/>
              <p:nvPr/>
            </p:nvSpPr>
            <p:spPr>
              <a:xfrm flipH="false" flipV="false">
                <a:off x="4536557" y="3634797"/>
                <a:ext cx="2928386" cy="1271739"/>
              </a:xfrm>
              <a:prstGeom prst="rect">
                <a:avLst/>
              </a:prstGeom>
              <a:noFill/>
            </p:spPr>
            <p:txBody>
              <a:bodyPr anchorCtr="false" rtlCol="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根据项目层级动态调整评估权重。</a:t>
                </a:r>
              </a:p>
            </p:txBody>
          </p:sp>
          <p:sp>
            <p:nvSpPr>
              <p:cNvPr descr="3610448b-3bf2-4cf6-a1c4-e2fdf24dd38c" id="17" name="Number2">
                <a:extLst>
                  <a:ext uri="{FF2B5EF4-FFF2-40B4-BE49-F238E27FC236}">
                    <a16:creationId id="{5029CE43-3F3A-4F5C-9110-D55202351C63}"/>
                  </a:ext>
                </a:extLst>
              </p:cNvPr>
              <p:cNvSpPr txBox="1"/>
              <p:nvPr/>
            </p:nvSpPr>
            <p:spPr>
              <a:xfrm flipH="false" flipV="false">
                <a:off x="7023797" y="5003419"/>
                <a:ext cx="441146" cy="369332"/>
              </a:xfrm>
              <a:prstGeom prst="rect">
                <a:avLst/>
              </a:prstGeom>
              <a:noFill/>
            </p:spPr>
            <p:txBody>
              <a:bodyPr anchorCtr="false" rtlCol="0" wrap="none">
                <a:spAutoFit/>
              </a:bodyPr>
              <a:lstStyle/>
              <a:p>
                <a:pPr algn="l"/>
                <a:r>
                  <a:rPr b="false" i="false" lang="en-US" sz="1800" u="none">
                    <a:solidFill>
                      <a:srgbClr val="FFFFFF"/>
                    </a:solidFill>
                    <a:latin typeface="Arial"/>
                  </a:rPr>
                  <a:t>02</a:t>
                </a:r>
              </a:p>
            </p:txBody>
          </p:sp>
        </p:grpSp>
        <p:grpSp>
          <p:nvGrpSpPr>
            <p:cNvPr descr="f54758bb-4765-4553-acd9-75747dbe9032" id="25" name="组合 24">
              <a:extLst>
                <a:ext uri="{FF2B5EF4-FFF2-40B4-BE49-F238E27FC236}">
                  <a16:creationId id="{40427AC6-797D-4DEB-52F0-94D5A5502BDE}"/>
                </a:ext>
              </a:extLst>
            </p:cNvPr>
            <p:cNvGrpSpPr/>
            <p:nvPr/>
          </p:nvGrpSpPr>
          <p:grpSpPr>
            <a:xfrm>
              <a:off x="8087430" y="2480833"/>
              <a:ext cx="3281528" cy="2811482"/>
              <a:chOff x="8087430" y="2752977"/>
              <a:chExt cx="3281528" cy="2811482"/>
            </a:xfrm>
          </p:grpSpPr>
          <p:sp>
            <p:nvSpPr>
              <p:cNvPr descr="dd01d532-1ff1-4fdd-822a-e7da2c5bd9af" id="19" name="ComponentBackground3">
                <a:extLst>
                  <a:ext uri="{FF2B5EF4-FFF2-40B4-BE49-F238E27FC236}">
                    <a16:creationId id="{617F3D74-8D56-4F24-A373-CB6E26E54E41}"/>
                  </a:ext>
                </a:extLst>
              </p:cNvPr>
              <p:cNvSpPr/>
              <p:nvPr/>
            </p:nvSpPr>
            <p:spPr>
              <a:xfrm flipH="false" flipV="false">
                <a:off x="8087430" y="2752977"/>
                <a:ext cx="3281528" cy="2811482"/>
              </a:xfrm>
              <a:prstGeom prst="roundRect">
                <a:avLst>
                  <a:gd fmla="val 4728" name="adj"/>
                </a:avLst>
              </a:prstGeom>
              <a:solidFill>
                <a:schemeClr val="tx2">
                  <a:alpha val="15000"/>
                </a:schemeClr>
              </a:solidFill>
              <a:ln cap="rnd" w="12700">
                <a:noFill/>
                <a:prstDash val="solid"/>
                <a:round/>
                <a:headEnd/>
                <a:tailEnd/>
              </a:ln>
              <a:effectLst>
                <a:outerShdw algn="ctr" blurRad="254000" dist="127000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square">
                <a:prstTxWarp prst="textNoShape">
                  <a:avLst/>
                </a:prstTxWarp>
                <a:normAutofit/>
              </a:bodyPr>
              <a:lstStyle/>
              <a:p>
                <a:pPr algn="ctr"/>
              </a:p>
            </p:txBody>
          </p:sp>
          <p:sp>
            <p:nvSpPr>
              <p:cNvPr descr="021b1918-cb7e-4677-a954-e014246ed296" id="20" name="Bullet3">
                <a:extLst>
                  <a:ext uri="{FF2B5EF4-FFF2-40B4-BE49-F238E27FC236}">
                    <a16:creationId id="{29EF533E-13E7-4BD5-B534-6ADDA5E87941}"/>
                  </a:ext>
                </a:extLst>
              </p:cNvPr>
              <p:cNvSpPr txBox="1"/>
              <p:nvPr/>
            </p:nvSpPr>
            <p:spPr>
              <a:xfrm flipH="false" flipV="false">
                <a:off x="8250072" y="2976875"/>
                <a:ext cx="2928386" cy="657924"/>
              </a:xfrm>
              <a:prstGeom prst="rect">
                <a:avLst/>
              </a:prstGeom>
              <a:noFill/>
            </p:spPr>
            <p:txBody>
              <a:bodyPr anchor="b" anchorCtr="false" rtlCol="0" wrap="square">
                <a:normAutofit/>
              </a:bodyPr>
              <a:lstStyle/>
              <a:p>
                <a:pPr algn="l"/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多维度评估维度</a:t>
                </a:r>
              </a:p>
            </p:txBody>
          </p:sp>
          <p:sp>
            <p:nvSpPr>
              <p:cNvPr descr="224993c5-3c94-46ae-a697-4f69782e0a83" id="21" name="Text3">
                <a:extLst>
                  <a:ext uri="{FF2B5EF4-FFF2-40B4-BE49-F238E27FC236}">
                    <a16:creationId id="{B5DDBDF3-D5D1-425E-A380-A6A455D5B694}"/>
                  </a:ext>
                </a:extLst>
              </p:cNvPr>
              <p:cNvSpPr txBox="1"/>
              <p:nvPr/>
            </p:nvSpPr>
            <p:spPr>
              <a:xfrm flipH="false" flipV="false">
                <a:off x="8250072" y="3634797"/>
                <a:ext cx="2928386" cy="1271739"/>
              </a:xfrm>
              <a:prstGeom prst="rect">
                <a:avLst/>
              </a:prstGeom>
              <a:noFill/>
            </p:spPr>
            <p:txBody>
              <a:bodyPr anchorCtr="false" rtlCol="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从动量、稳定性、潜力、安全性等多维度评估。</a:t>
                </a:r>
              </a:p>
            </p:txBody>
          </p:sp>
          <p:sp>
            <p:nvSpPr>
              <p:cNvPr descr="210c14fe-5b37-4ace-aa7c-4dc5d79cf09f" id="23" name="Number3">
                <a:extLst>
                  <a:ext uri="{FF2B5EF4-FFF2-40B4-BE49-F238E27FC236}">
                    <a16:creationId id="{5510D14D-9F09-41C8-B093-1899C025F1BE}"/>
                  </a:ext>
                </a:extLst>
              </p:cNvPr>
              <p:cNvSpPr txBox="1"/>
              <p:nvPr/>
            </p:nvSpPr>
            <p:spPr>
              <a:xfrm flipH="false" flipV="false">
                <a:off x="10737312" y="5003419"/>
                <a:ext cx="441146" cy="369332"/>
              </a:xfrm>
              <a:prstGeom prst="rect">
                <a:avLst/>
              </a:prstGeom>
              <a:noFill/>
            </p:spPr>
            <p:txBody>
              <a:bodyPr anchorCtr="false" rtlCol="0" wrap="none">
                <a:spAutoFit/>
              </a:bodyPr>
              <a:lstStyle/>
              <a:p>
                <a:pPr algn="l"/>
                <a:r>
                  <a:rPr b="false" i="false" lang="en-US" sz="1800" u="none">
                    <a:solidFill>
                      <a:srgbClr val="FFFFFF"/>
                    </a:solidFill>
                    <a:latin typeface="Arial"/>
                  </a:rPr>
                  <a:t>03</a:t>
                </a:r>
              </a:p>
            </p:txBody>
          </p:sp>
        </p:grpSp>
      </p:grpSp>
      <p:sp>
        <p:nvSpPr>
          <p:cNvPr descr="697f60e6-d590-4202-9a4a-bde26f963db9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FFFFFF"/>
                </a:solidFill>
                <a:ea typeface="微软雅黑"/>
              </a:rPr>
              <a:t>健康评估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a14="http://schemas.microsoft.com/office/drawing/2010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0eeadeef-7518-4de9-859c-15b144230886" id="9" name="4124ac5f-e830-408a-92d2-ad8ecc93a7cc.source.3.zh-Hans.pptx">
            <a:extLst>
              <a:ext uri="{FF2B5EF4-FFF2-40B4-BE49-F238E27FC236}">
                <a16:creationId id="{D8827142-B9AD-14E8-ED7F-F04D0372789F}"/>
              </a:ext>
            </a:extLst>
          </p:cNvPr>
          <p:cNvGrpSpPr/>
          <p:nvPr/>
        </p:nvGrpSpPr>
        <p:grpSpPr>
          <a:xfrm>
            <a:off x="660400" y="1130300"/>
            <a:ext cx="10858500" cy="4469172"/>
            <a:chOff x="660400" y="1130300"/>
            <a:chExt cx="10858500" cy="4469172"/>
          </a:xfrm>
        </p:grpSpPr>
        <p:sp>
          <p:nvSpPr>
            <p:cNvPr descr="9c58565e-42cf-41a6-b207-2f90fdc87005" id="30" name="Title">
              <a:extLst>
                <a:ext uri="{FF2B5EF4-FFF2-40B4-BE49-F238E27FC236}">
                  <a16:creationId id="{801D4D42-1E0E-084D-E68D-0BE22AC150B3}"/>
                </a:ext>
              </a:extLst>
            </p:cNvPr>
            <p:cNvSpPr txBox="1"/>
            <p:nvPr/>
          </p:nvSpPr>
          <p:spPr>
            <a:xfrm flipH="false" flipV="false"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anchor="t" anchorCtr="true" rtlCol="0" vert="horz" wrap="square">
              <a:normAutofit/>
            </a:bodyPr>
            <a:lstStyle/>
            <a:p>
              <a:pPr algn="ctr"/>
              <a:r>
                <a:rPr b="true" i="false" lang="en-US" sz="2400" u="none">
                  <a:solidFill>
                    <a:srgbClr val="FFFFFF"/>
                  </a:solidFill>
                  <a:ea typeface="微软雅黑"/>
                </a:rPr>
                <a:t>直观展示分析结果</a:t>
              </a:r>
            </a:p>
          </p:txBody>
        </p:sp>
        <p:grpSp>
          <p:nvGrpSpPr>
            <p:cNvPr descr="2cd8109a-1fcb-41f9-acc4-1811d8e290d7" id="35" name="组合 34">
              <a:extLst>
                <a:ext uri="{FF2B5EF4-FFF2-40B4-BE49-F238E27FC236}">
                  <a16:creationId id="{E33E8CE1-DE1B-3AEE-4353-656061A7CE1D}"/>
                </a:ext>
              </a:extLst>
            </p:cNvPr>
            <p:cNvGrpSpPr/>
            <p:nvPr/>
          </p:nvGrpSpPr>
          <p:grpSpPr>
            <a:xfrm>
              <a:off x="1474129" y="2454480"/>
              <a:ext cx="3008887" cy="3144992"/>
              <a:chOff x="1474129" y="2454480"/>
              <a:chExt cx="3008887" cy="3144992"/>
            </a:xfrm>
          </p:grpSpPr>
          <p:sp>
            <p:nvSpPr>
              <p:cNvPr descr="4f474f28-2312-44ea-9ac7-550b7a643920" id="26" name="IconBackground1">
                <a:extLst>
                  <a:ext uri="{FF2B5EF4-FFF2-40B4-BE49-F238E27FC236}">
                    <a16:creationId id="{BFF38671-F1B8-486D-8967-DB0CD4B0F360}"/>
                  </a:ext>
                </a:extLst>
              </p:cNvPr>
              <p:cNvSpPr/>
              <p:nvPr/>
            </p:nvSpPr>
            <p:spPr>
              <a:xfrm flipH="false" flipV="false">
                <a:off x="2372984" y="2454480"/>
                <a:ext cx="1211180" cy="1211179"/>
              </a:xfrm>
              <a:prstGeom prst="ellipse">
                <a:avLst/>
              </a:prstGeom>
              <a:solidFill>
                <a:schemeClr val="tx2">
                  <a:alpha val="15000"/>
                </a:schemeClr>
              </a:solidFill>
              <a:ln cap="flat" w="38100">
                <a:solidFill>
                  <a:schemeClr val="bg1"/>
                </a:solidFill>
                <a:miter lim="400000"/>
              </a:ln>
              <a:effectLst/>
            </p:spPr>
            <p:txBody>
              <a:bodyPr anchor="t" anchorCtr="false" bIns="45720" lIns="91440" numCol="1" rIns="91440" tIns="45720" wrap="square">
                <a:normAutofit/>
              </a:bodyPr>
              <a:lstStyle/>
              <a:p>
                <a:pPr algn="l"/>
              </a:p>
            </p:txBody>
          </p:sp>
          <p:sp>
            <p:nvSpPr>
              <p:cNvPr descr="63cd06cc-263e-4861-9c65-91ec46f23c63" id="27" name="Icon1">
                <a:extLst>
                  <a:ext uri="{FF2B5EF4-FFF2-40B4-BE49-F238E27FC236}">
                    <a16:creationId id="{81961891-47B2-48FD-8E50-268E6FDAA8A2}"/>
                  </a:ext>
                </a:extLst>
              </p:cNvPr>
              <p:cNvSpPr/>
              <p:nvPr/>
            </p:nvSpPr>
            <p:spPr>
              <a:xfrm flipH="false" flipV="false">
                <a:off x="2738949" y="2843249"/>
                <a:ext cx="479247" cy="433644"/>
              </a:xfrm>
              <a:custGeom>
                <a:avLst/>
                <a:gdLst>
                  <a:gd fmla="*/ 407586 w 606580" name="connsiteX0"/>
                  <a:gd fmla="*/ 252695 h 548858" name="connsiteY0"/>
                  <a:gd fmla="*/ 502285 w 606580" name="connsiteX1"/>
                  <a:gd fmla="*/ 252695 h 548858" name="connsiteY1"/>
                  <a:gd fmla="*/ 502285 w 606580" name="connsiteX2"/>
                  <a:gd fmla="*/ 346759 h 548858" name="connsiteY2"/>
                  <a:gd fmla="*/ 407586 w 606580" name="connsiteX3"/>
                  <a:gd fmla="*/ 346759 h 548858" name="connsiteY3"/>
                  <a:gd fmla="*/ 104296 w 606580" name="connsiteX4"/>
                  <a:gd fmla="*/ 205698 h 548858" name="connsiteY4"/>
                  <a:gd fmla="*/ 199065 w 606580" name="connsiteX5"/>
                  <a:gd fmla="*/ 205698 h 548858" name="connsiteY5"/>
                  <a:gd fmla="*/ 199065 w 606580" name="connsiteX6"/>
                  <a:gd fmla="*/ 346758 h 548858" name="connsiteY6"/>
                  <a:gd fmla="*/ 104296 w 606580" name="connsiteX7"/>
                  <a:gd fmla="*/ 346758 h 548858" name="connsiteY7"/>
                  <a:gd fmla="*/ 255870 w 606580" name="connsiteX8"/>
                  <a:gd fmla="*/ 96040 h 548858" name="connsiteY8"/>
                  <a:gd fmla="*/ 350710 w 606580" name="connsiteX9"/>
                  <a:gd fmla="*/ 96040 h 548858" name="connsiteY9"/>
                  <a:gd fmla="*/ 350710 w 606580" name="connsiteX10"/>
                  <a:gd fmla="*/ 346759 h 548858" name="connsiteY10"/>
                  <a:gd fmla="*/ 255870 w 606580" name="connsiteX11"/>
                  <a:gd fmla="*/ 346759 h 548858" name="connsiteY11"/>
                  <a:gd fmla="*/ 37882 w 606580" name="connsiteX12"/>
                  <a:gd fmla="*/ 37913 h 548858" name="connsiteY12"/>
                  <a:gd fmla="*/ 37882 w 606580" name="connsiteX13"/>
                  <a:gd fmla="*/ 405363 h 548858" name="connsiteY13"/>
                  <a:gd fmla="*/ 568698 w 606580" name="connsiteX14"/>
                  <a:gd fmla="*/ 405363 h 548858" name="connsiteY14"/>
                  <a:gd fmla="*/ 568698 w 606580" name="connsiteX15"/>
                  <a:gd fmla="*/ 37913 h 548858" name="connsiteY15"/>
                  <a:gd fmla="*/ 18941 w 606580" name="connsiteX16"/>
                  <a:gd fmla="*/ 0 h 548858" name="connsiteY16"/>
                  <a:gd fmla="*/ 587639 w 606580" name="connsiteX17"/>
                  <a:gd fmla="*/ 0 h 548858" name="connsiteY17"/>
                  <a:gd fmla="*/ 606580 w 606580" name="connsiteX18"/>
                  <a:gd fmla="*/ 18910 h 548858" name="connsiteY18"/>
                  <a:gd fmla="*/ 606580 w 606580" name="connsiteX19"/>
                  <a:gd fmla="*/ 424274 h 548858" name="connsiteY19"/>
                  <a:gd fmla="*/ 587639 w 606580" name="connsiteX20"/>
                  <a:gd fmla="*/ 443184 h 548858" name="connsiteY20"/>
                  <a:gd fmla="*/ 322278 w 606580" name="connsiteX21"/>
                  <a:gd fmla="*/ 443184 h 548858" name="connsiteY21"/>
                  <a:gd fmla="*/ 322278 w 606580" name="connsiteX22"/>
                  <a:gd fmla="*/ 511038 h 548858" name="connsiteY22"/>
                  <a:gd fmla="*/ 450223 w 606580" name="connsiteX23"/>
                  <a:gd fmla="*/ 511038 h 548858" name="connsiteY23"/>
                  <a:gd fmla="*/ 450223 w 606580" name="connsiteX24"/>
                  <a:gd fmla="*/ 548858 h 548858" name="connsiteY24"/>
                  <a:gd fmla="*/ 156357 w 606580" name="connsiteX25"/>
                  <a:gd fmla="*/ 548858 h 548858" name="connsiteY25"/>
                  <a:gd fmla="*/ 156357 w 606580" name="connsiteX26"/>
                  <a:gd fmla="*/ 511038 h 548858" name="connsiteY26"/>
                  <a:gd fmla="*/ 284302 w 606580" name="connsiteX27"/>
                  <a:gd fmla="*/ 511038 h 548858" name="connsiteY27"/>
                  <a:gd fmla="*/ 284302 w 606580" name="connsiteX28"/>
                  <a:gd fmla="*/ 443184 h 548858" name="connsiteY28"/>
                  <a:gd fmla="*/ 18941 w 606580" name="connsiteX29"/>
                  <a:gd fmla="*/ 443184 h 548858" name="connsiteY29"/>
                  <a:gd fmla="*/ 0 w 606580" name="connsiteX30"/>
                  <a:gd fmla="*/ 424274 h 548858" name="connsiteY30"/>
                  <a:gd fmla="*/ 0 w 606580" name="connsiteX31"/>
                  <a:gd fmla="*/ 18910 h 548858" name="connsiteY31"/>
                  <a:gd fmla="*/ 18941 w 606580" name="connsiteX32"/>
                  <a:gd fmla="*/ 0 h 548858" name="connsiteY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b="b" l="l" r="r" t="t"/>
                <a:pathLst>
                  <a:path h="548858" w="606580">
                    <a:moveTo>
                      <a:pt x="407586" y="252695"/>
                    </a:moveTo>
                    <a:lnTo>
                      <a:pt x="502285" y="252695"/>
                    </a:lnTo>
                    <a:lnTo>
                      <a:pt x="502285" y="346759"/>
                    </a:lnTo>
                    <a:lnTo>
                      <a:pt x="407586" y="346759"/>
                    </a:lnTo>
                    <a:close/>
                    <a:moveTo>
                      <a:pt x="104296" y="205698"/>
                    </a:moveTo>
                    <a:lnTo>
                      <a:pt x="199065" y="205698"/>
                    </a:lnTo>
                    <a:lnTo>
                      <a:pt x="199065" y="346758"/>
                    </a:lnTo>
                    <a:lnTo>
                      <a:pt x="104296" y="346758"/>
                    </a:lnTo>
                    <a:close/>
                    <a:moveTo>
                      <a:pt x="255870" y="96040"/>
                    </a:moveTo>
                    <a:lnTo>
                      <a:pt x="350710" y="96040"/>
                    </a:lnTo>
                    <a:lnTo>
                      <a:pt x="350710" y="346759"/>
                    </a:lnTo>
                    <a:lnTo>
                      <a:pt x="255870" y="346759"/>
                    </a:lnTo>
                    <a:close/>
                    <a:moveTo>
                      <a:pt x="37882" y="37913"/>
                    </a:moveTo>
                    <a:lnTo>
                      <a:pt x="37882" y="405363"/>
                    </a:lnTo>
                    <a:lnTo>
                      <a:pt x="568698" y="405363"/>
                    </a:lnTo>
                    <a:lnTo>
                      <a:pt x="568698" y="37913"/>
                    </a:lnTo>
                    <a:close/>
                    <a:moveTo>
                      <a:pt x="18941" y="0"/>
                    </a:moveTo>
                    <a:lnTo>
                      <a:pt x="587639" y="0"/>
                    </a:lnTo>
                    <a:cubicBezTo>
                      <a:pt x="598038" y="0"/>
                      <a:pt x="606580" y="8528"/>
                      <a:pt x="606580" y="18910"/>
                    </a:cubicBezTo>
                    <a:lnTo>
                      <a:pt x="606580" y="424274"/>
                    </a:lnTo>
                    <a:cubicBezTo>
                      <a:pt x="606580" y="434656"/>
                      <a:pt x="598038" y="443184"/>
                      <a:pt x="587639" y="443184"/>
                    </a:cubicBezTo>
                    <a:lnTo>
                      <a:pt x="322278" y="443184"/>
                    </a:lnTo>
                    <a:lnTo>
                      <a:pt x="322278" y="511038"/>
                    </a:lnTo>
                    <a:lnTo>
                      <a:pt x="450223" y="511038"/>
                    </a:lnTo>
                    <a:lnTo>
                      <a:pt x="450223" y="548858"/>
                    </a:lnTo>
                    <a:lnTo>
                      <a:pt x="156357" y="548858"/>
                    </a:lnTo>
                    <a:lnTo>
                      <a:pt x="156357" y="511038"/>
                    </a:lnTo>
                    <a:lnTo>
                      <a:pt x="284302" y="511038"/>
                    </a:lnTo>
                    <a:lnTo>
                      <a:pt x="284302" y="443184"/>
                    </a:lnTo>
                    <a:lnTo>
                      <a:pt x="18941" y="443184"/>
                    </a:lnTo>
                    <a:cubicBezTo>
                      <a:pt x="8542" y="443184"/>
                      <a:pt x="0" y="434656"/>
                      <a:pt x="0" y="424274"/>
                    </a:cubicBezTo>
                    <a:lnTo>
                      <a:pt x="0" y="18910"/>
                    </a:lnTo>
                    <a:cubicBezTo>
                      <a:pt x="0" y="8528"/>
                      <a:pt x="8542" y="0"/>
                      <a:pt x="1894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ctr" anchorCtr="false" bIns="45720" lIns="91440" numCol="1" rIns="91440" spcCol="1270" spcFirstLastPara="0" tIns="45720" vert="horz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</a:p>
            </p:txBody>
          </p:sp>
          <p:sp>
            <p:nvSpPr>
              <p:cNvPr descr="07cb185e-30bc-4fa1-a7d8-18e8c592fa55" id="22" name="Text1">
                <a:extLst>
                  <a:ext uri="{FF2B5EF4-FFF2-40B4-BE49-F238E27FC236}">
                    <a16:creationId id="{53C084BB-CF0B-471F-9009-3D061584AB8B}"/>
                  </a:ext>
                </a:extLst>
              </p:cNvPr>
              <p:cNvSpPr/>
              <p:nvPr/>
            </p:nvSpPr>
            <p:spPr bwMode="auto">
              <a:xfrm flipH="false" flipV="false">
                <a:off x="1474129" y="4573326"/>
                <a:ext cx="3008886" cy="10261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  <a:spcBef>
                    <a:spcPct val="0"/>
                  </a:spcBef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采用3x3九宫格仪表板展示关键指标。</a:t>
                </a:r>
              </a:p>
            </p:txBody>
          </p:sp>
          <p:sp>
            <p:nvSpPr>
              <p:cNvPr descr="e4174e23-48c1-4a52-8416-defbd30d3041" id="23" name="Bullet1">
                <a:extLst>
                  <a:ext uri="{FF2B5EF4-FFF2-40B4-BE49-F238E27FC236}">
                    <a16:creationId id="{A3553F11-A43B-40C7-AB5D-652C6B9B1115}"/>
                  </a:ext>
                </a:extLst>
              </p:cNvPr>
              <p:cNvSpPr txBox="1"/>
              <p:nvPr/>
            </p:nvSpPr>
            <p:spPr bwMode="auto">
              <a:xfrm flipH="false" flipV="false">
                <a:off x="1474130" y="3891776"/>
                <a:ext cx="3008886" cy="681551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b" anchorCtr="tru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九宫格仪表板</a:t>
                </a:r>
              </a:p>
            </p:txBody>
          </p:sp>
        </p:grpSp>
        <p:grpSp>
          <p:nvGrpSpPr>
            <p:cNvPr descr="de3839e0-c3a8-4e3d-ac8e-d0134ba9ddf7" id="36" name="组合 35">
              <a:extLst>
                <a:ext uri="{FF2B5EF4-FFF2-40B4-BE49-F238E27FC236}">
                  <a16:creationId id="{BB0B1EE1-A306-0942-F3C1-08DEC1A63D30}"/>
                </a:ext>
              </a:extLst>
            </p:cNvPr>
            <p:cNvGrpSpPr/>
            <p:nvPr/>
          </p:nvGrpSpPr>
          <p:grpSpPr>
            <a:xfrm>
              <a:off x="4585207" y="2454480"/>
              <a:ext cx="3008887" cy="3144992"/>
              <a:chOff x="4585207" y="2454480"/>
              <a:chExt cx="3008887" cy="3144992"/>
            </a:xfrm>
          </p:grpSpPr>
          <p:sp>
            <p:nvSpPr>
              <p:cNvPr descr="5eb1543d-e885-47f6-a684-03283550c341" id="28" name="IconBackground2">
                <a:extLst>
                  <a:ext uri="{FF2B5EF4-FFF2-40B4-BE49-F238E27FC236}">
                    <a16:creationId id="{A85F51DD-DEDE-494F-8C46-75E81C157155}"/>
                  </a:ext>
                </a:extLst>
              </p:cNvPr>
              <p:cNvSpPr/>
              <p:nvPr/>
            </p:nvSpPr>
            <p:spPr>
              <a:xfrm flipH="false" flipV="false">
                <a:off x="5484060" y="2454480"/>
                <a:ext cx="1211180" cy="1211179"/>
              </a:xfrm>
              <a:prstGeom prst="ellipse">
                <a:avLst/>
              </a:prstGeom>
              <a:solidFill>
                <a:schemeClr val="tx2">
                  <a:alpha val="15000"/>
                </a:schemeClr>
              </a:solidFill>
              <a:ln cap="flat" w="38100">
                <a:solidFill>
                  <a:schemeClr val="bg1"/>
                </a:solidFill>
                <a:miter lim="400000"/>
              </a:ln>
              <a:effectLst/>
            </p:spPr>
            <p:txBody>
              <a:bodyPr anchor="t" anchorCtr="false" bIns="45720" lIns="91440" numCol="1" rIns="91440" tIns="45720" wrap="square">
                <a:normAutofit/>
              </a:bodyPr>
              <a:lstStyle/>
              <a:p>
                <a:pPr algn="l"/>
              </a:p>
            </p:txBody>
          </p:sp>
          <p:sp>
            <p:nvSpPr>
              <p:cNvPr descr="95a2df6e-6d2f-4e66-82d3-2a96c13e1c1f" id="29" name="Icon2">
                <a:extLst>
                  <a:ext uri="{FF2B5EF4-FFF2-40B4-BE49-F238E27FC236}">
                    <a16:creationId id="{EBF84072-281A-4C1B-9FB0-8A47E4133355}"/>
                  </a:ext>
                </a:extLst>
              </p:cNvPr>
              <p:cNvSpPr/>
              <p:nvPr/>
            </p:nvSpPr>
            <p:spPr bwMode="auto">
              <a:xfrm flipH="false" flipV="false">
                <a:off x="5873463" y="2844211"/>
                <a:ext cx="432374" cy="431720"/>
              </a:xfrm>
              <a:custGeom>
                <a:avLst/>
                <a:gdLst>
                  <a:gd fmla="*/ 373273 h 605239" name="connsiteX0"/>
                  <a:gd fmla="*/ 373273 h 605239" name="connsiteY0"/>
                  <a:gd fmla="*/ 373273 h 605239" name="connsiteX1"/>
                  <a:gd fmla="*/ 373273 h 605239" name="connsiteY1"/>
                  <a:gd fmla="*/ 373273 h 605239" name="connsiteX2"/>
                  <a:gd fmla="*/ 373273 h 605239" name="connsiteY2"/>
                  <a:gd fmla="*/ 373273 h 605239" name="connsiteX3"/>
                  <a:gd fmla="*/ 373273 h 605239" name="connsiteY3"/>
                  <a:gd fmla="*/ 373273 h 605239" name="connsiteX4"/>
                  <a:gd fmla="*/ 373273 h 605239" name="connsiteY4"/>
                  <a:gd fmla="*/ 373273 h 605239" name="connsiteX5"/>
                  <a:gd fmla="*/ 373273 h 605239" name="connsiteY5"/>
                  <a:gd fmla="*/ 373273 h 605239" name="connsiteX6"/>
                  <a:gd fmla="*/ 373273 h 605239" name="connsiteY6"/>
                  <a:gd fmla="*/ 373273 h 605239" name="connsiteX7"/>
                  <a:gd fmla="*/ 373273 h 605239" name="connsiteY7"/>
                  <a:gd fmla="*/ 373273 h 605239" name="connsiteX8"/>
                  <a:gd fmla="*/ 373273 h 605239" name="connsiteY8"/>
                  <a:gd fmla="*/ 373273 h 605239" name="connsiteX9"/>
                  <a:gd fmla="*/ 373273 h 605239" name="connsiteY9"/>
                  <a:gd fmla="*/ 373273 h 605239" name="connsiteX10"/>
                  <a:gd fmla="*/ 373273 h 605239" name="connsiteY10"/>
                  <a:gd fmla="*/ 373273 h 605239" name="connsiteX11"/>
                  <a:gd fmla="*/ 373273 h 605239" name="connsiteY11"/>
                  <a:gd fmla="*/ 373273 h 605239" name="connsiteX12"/>
                  <a:gd fmla="*/ 373273 h 605239" name="connsiteY12"/>
                  <a:gd fmla="*/ 373273 h 605239" name="connsiteX13"/>
                  <a:gd fmla="*/ 373273 h 605239" name="connsiteY13"/>
                  <a:gd fmla="*/ 373273 h 605239" name="connsiteX14"/>
                  <a:gd fmla="*/ 373273 h 605239" name="connsiteY14"/>
                  <a:gd fmla="*/ 373273 h 605239" name="connsiteX15"/>
                  <a:gd fmla="*/ 373273 h 605239" name="connsiteY15"/>
                  <a:gd fmla="*/ 373273 h 605239" name="connsiteX16"/>
                  <a:gd fmla="*/ 373273 h 605239" name="connsiteY16"/>
                  <a:gd fmla="*/ 373273 h 605239" name="connsiteX17"/>
                  <a:gd fmla="*/ 373273 h 605239" name="connsiteY17"/>
                  <a:gd fmla="*/ 373273 h 605239" name="connsiteX18"/>
                  <a:gd fmla="*/ 373273 h 605239" name="connsiteY18"/>
                  <a:gd fmla="*/ 373273 h 605239" name="connsiteX19"/>
                  <a:gd fmla="*/ 373273 h 605239" name="connsiteY19"/>
                  <a:gd fmla="*/ 373273 h 605239" name="connsiteX20"/>
                  <a:gd fmla="*/ 373273 h 605239" name="connsiteY20"/>
                  <a:gd fmla="*/ 373273 h 605239" name="connsiteX21"/>
                  <a:gd fmla="*/ 373273 h 605239" name="connsiteY21"/>
                  <a:gd fmla="*/ 373273 h 605239" name="connsiteX22"/>
                  <a:gd fmla="*/ 373273 h 605239" name="connsiteY22"/>
                  <a:gd fmla="*/ 373273 h 605239" name="connsiteX23"/>
                  <a:gd fmla="*/ 373273 h 605239" name="connsiteY23"/>
                  <a:gd fmla="*/ 373273 h 605239" name="connsiteX24"/>
                  <a:gd fmla="*/ 373273 h 605239" name="connsiteY24"/>
                  <a:gd fmla="*/ 373273 h 605239" name="connsiteX25"/>
                  <a:gd fmla="*/ 373273 h 605239" name="connsiteY25"/>
                  <a:gd fmla="*/ 373273 h 605239" name="connsiteX26"/>
                  <a:gd fmla="*/ 373273 h 605239" name="connsiteY26"/>
                  <a:gd fmla="*/ 373273 h 605239" name="connsiteX27"/>
                  <a:gd fmla="*/ 373273 h 605239" name="connsiteY27"/>
                  <a:gd fmla="*/ 373273 h 605239" name="connsiteX28"/>
                  <a:gd fmla="*/ 373273 h 605239" name="connsiteY28"/>
                  <a:gd fmla="*/ 373273 h 605239" name="connsiteX29"/>
                  <a:gd fmla="*/ 373273 h 605239" name="connsiteY29"/>
                  <a:gd fmla="*/ 373273 h 605239" name="connsiteX30"/>
                  <a:gd fmla="*/ 373273 h 605239" name="connsiteY30"/>
                  <a:gd fmla="*/ 373273 h 605239" name="connsiteX31"/>
                  <a:gd fmla="*/ 373273 h 605239" name="connsiteY31"/>
                  <a:gd fmla="*/ 373273 h 605239" name="connsiteX32"/>
                  <a:gd fmla="*/ 373273 h 605239" name="connsiteY32"/>
                  <a:gd fmla="*/ 373273 h 605239" name="connsiteX33"/>
                  <a:gd fmla="*/ 373273 h 605239" name="connsiteY33"/>
                  <a:gd fmla="*/ 373273 h 605239" name="connsiteX34"/>
                  <a:gd fmla="*/ 373273 h 605239" name="connsiteY34"/>
                  <a:gd fmla="*/ 373273 h 605239" name="connsiteX35"/>
                  <a:gd fmla="*/ 373273 h 605239" name="connsiteY35"/>
                  <a:gd fmla="*/ 373273 h 605239" name="connsiteX36"/>
                  <a:gd fmla="*/ 373273 h 605239" name="connsiteY36"/>
                  <a:gd fmla="*/ 373273 h 605239" name="connsiteX37"/>
                  <a:gd fmla="*/ 373273 h 605239" name="connsiteY37"/>
                  <a:gd fmla="*/ 373273 h 605239" name="connsiteX38"/>
                  <a:gd fmla="*/ 373273 h 605239" name="connsiteY38"/>
                  <a:gd fmla="*/ 373273 h 605239" name="connsiteX39"/>
                  <a:gd fmla="*/ 373273 h 605239" name="connsiteY39"/>
                  <a:gd fmla="*/ 373273 h 605239" name="connsiteX40"/>
                  <a:gd fmla="*/ 373273 h 605239" name="connsiteY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b="b" l="l" r="r" t="t"/>
                <a:pathLst>
                  <a:path h="594741" w="578649">
                    <a:moveTo>
                      <a:pt x="411175" y="315251"/>
                    </a:moveTo>
                    <a:cubicBezTo>
                      <a:pt x="392328" y="315251"/>
                      <a:pt x="373301" y="322420"/>
                      <a:pt x="358940" y="336757"/>
                    </a:cubicBezTo>
                    <a:cubicBezTo>
                      <a:pt x="330220" y="365432"/>
                      <a:pt x="330220" y="411311"/>
                      <a:pt x="358940" y="439986"/>
                    </a:cubicBezTo>
                    <a:cubicBezTo>
                      <a:pt x="387661" y="468660"/>
                      <a:pt x="435049" y="468660"/>
                      <a:pt x="462333" y="439986"/>
                    </a:cubicBezTo>
                    <a:cubicBezTo>
                      <a:pt x="491053" y="411311"/>
                      <a:pt x="491053" y="365432"/>
                      <a:pt x="462333" y="336757"/>
                    </a:cubicBezTo>
                    <a:cubicBezTo>
                      <a:pt x="448691" y="322420"/>
                      <a:pt x="430023" y="315251"/>
                      <a:pt x="411175" y="315251"/>
                    </a:cubicBezTo>
                    <a:close/>
                    <a:moveTo>
                      <a:pt x="410816" y="276182"/>
                    </a:moveTo>
                    <a:cubicBezTo>
                      <a:pt x="439716" y="276182"/>
                      <a:pt x="468795" y="287293"/>
                      <a:pt x="491053" y="309516"/>
                    </a:cubicBezTo>
                    <a:cubicBezTo>
                      <a:pt x="525517" y="342492"/>
                      <a:pt x="532697" y="394106"/>
                      <a:pt x="514029" y="435685"/>
                    </a:cubicBezTo>
                    <a:lnTo>
                      <a:pt x="578649" y="500203"/>
                    </a:lnTo>
                    <a:lnTo>
                      <a:pt x="522645" y="556118"/>
                    </a:lnTo>
                    <a:lnTo>
                      <a:pt x="458025" y="491600"/>
                    </a:lnTo>
                    <a:cubicBezTo>
                      <a:pt x="416381" y="510239"/>
                      <a:pt x="366121" y="503070"/>
                      <a:pt x="331656" y="468660"/>
                    </a:cubicBezTo>
                    <a:cubicBezTo>
                      <a:pt x="287140" y="424215"/>
                      <a:pt x="287140" y="352528"/>
                      <a:pt x="331656" y="309516"/>
                    </a:cubicBezTo>
                    <a:cubicBezTo>
                      <a:pt x="353197" y="287293"/>
                      <a:pt x="381917" y="276182"/>
                      <a:pt x="410816" y="276182"/>
                    </a:cubicBezTo>
                    <a:close/>
                    <a:moveTo>
                      <a:pt x="134949" y="20001"/>
                    </a:moveTo>
                    <a:lnTo>
                      <a:pt x="134949" y="144835"/>
                    </a:lnTo>
                    <a:lnTo>
                      <a:pt x="17242" y="144835"/>
                    </a:lnTo>
                    <a:close/>
                    <a:moveTo>
                      <a:pt x="172278" y="0"/>
                    </a:moveTo>
                    <a:lnTo>
                      <a:pt x="480943" y="0"/>
                    </a:lnTo>
                    <a:lnTo>
                      <a:pt x="480943" y="276591"/>
                    </a:lnTo>
                    <a:cubicBezTo>
                      <a:pt x="460844" y="263693"/>
                      <a:pt x="436438" y="256527"/>
                      <a:pt x="410596" y="256527"/>
                    </a:cubicBezTo>
                    <a:cubicBezTo>
                      <a:pt x="381883" y="256527"/>
                      <a:pt x="354606" y="265126"/>
                      <a:pt x="331636" y="282323"/>
                    </a:cubicBezTo>
                    <a:lnTo>
                      <a:pt x="81832" y="282323"/>
                    </a:lnTo>
                    <a:lnTo>
                      <a:pt x="81832" y="322450"/>
                    </a:lnTo>
                    <a:lnTo>
                      <a:pt x="295744" y="322450"/>
                    </a:lnTo>
                    <a:cubicBezTo>
                      <a:pt x="288566" y="335348"/>
                      <a:pt x="282823" y="351112"/>
                      <a:pt x="279952" y="366877"/>
                    </a:cubicBezTo>
                    <a:lnTo>
                      <a:pt x="81832" y="366877"/>
                    </a:lnTo>
                    <a:lnTo>
                      <a:pt x="81832" y="407004"/>
                    </a:lnTo>
                    <a:lnTo>
                      <a:pt x="279952" y="407004"/>
                    </a:lnTo>
                    <a:cubicBezTo>
                      <a:pt x="281388" y="422768"/>
                      <a:pt x="287130" y="438532"/>
                      <a:pt x="294309" y="451430"/>
                    </a:cubicBezTo>
                    <a:lnTo>
                      <a:pt x="81832" y="451430"/>
                    </a:lnTo>
                    <a:lnTo>
                      <a:pt x="81832" y="491557"/>
                    </a:lnTo>
                    <a:lnTo>
                      <a:pt x="327329" y="491557"/>
                    </a:lnTo>
                    <a:cubicBezTo>
                      <a:pt x="350299" y="511621"/>
                      <a:pt x="380448" y="521653"/>
                      <a:pt x="410596" y="521653"/>
                    </a:cubicBezTo>
                    <a:cubicBezTo>
                      <a:pt x="424953" y="521653"/>
                      <a:pt x="439309" y="518786"/>
                      <a:pt x="453666" y="514487"/>
                    </a:cubicBezTo>
                    <a:lnTo>
                      <a:pt x="480943" y="543149"/>
                    </a:lnTo>
                    <a:lnTo>
                      <a:pt x="480943" y="594741"/>
                    </a:lnTo>
                    <a:lnTo>
                      <a:pt x="0" y="594741"/>
                    </a:lnTo>
                    <a:lnTo>
                      <a:pt x="0" y="180572"/>
                    </a:lnTo>
                    <a:lnTo>
                      <a:pt x="172278" y="18057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false" bIns="45720" lIns="91440" rIns="91440" tIns="45720" wrap="square">
                <a:normAutofit/>
              </a:bodyPr>
              <a:lstStyle/>
              <a:p>
                <a:pPr algn="l"/>
              </a:p>
            </p:txBody>
          </p:sp>
          <p:sp>
            <p:nvSpPr>
              <p:cNvPr descr="5916b6d6-e180-4293-a248-1963cc1406ea" id="20" name="Text2">
                <a:extLst>
                  <a:ext uri="{FF2B5EF4-FFF2-40B4-BE49-F238E27FC236}">
                    <a16:creationId id="{53C084BB-CF0B-471F-9009-3D061584AB8B}"/>
                  </a:ext>
                </a:extLst>
              </p:cNvPr>
              <p:cNvSpPr/>
              <p:nvPr/>
            </p:nvSpPr>
            <p:spPr bwMode="auto">
              <a:xfrm flipH="false" flipV="false">
                <a:off x="4585207" y="4573326"/>
                <a:ext cx="3008886" cy="10261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  <a:spcBef>
                    <a:spcPct val="0"/>
                  </a:spcBef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包含折线图、柱状图、雷达图等多种图表。</a:t>
                </a:r>
              </a:p>
            </p:txBody>
          </p:sp>
          <p:sp>
            <p:nvSpPr>
              <p:cNvPr descr="a2207f41-c9a8-4cfe-bd82-ee2f35151c0c" id="21" name="Bullet2">
                <a:extLst>
                  <a:ext uri="{FF2B5EF4-FFF2-40B4-BE49-F238E27FC236}">
                    <a16:creationId id="{A3553F11-A43B-40C7-AB5D-652C6B9B1115}"/>
                  </a:ext>
                </a:extLst>
              </p:cNvPr>
              <p:cNvSpPr txBox="1"/>
              <p:nvPr/>
            </p:nvSpPr>
            <p:spPr bwMode="auto">
              <a:xfrm flipH="false" flipV="false">
                <a:off x="4585208" y="3891776"/>
                <a:ext cx="3008886" cy="681551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b" anchorCtr="tru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多种图表类型</a:t>
                </a:r>
              </a:p>
            </p:txBody>
          </p:sp>
        </p:grpSp>
        <p:grpSp>
          <p:nvGrpSpPr>
            <p:cNvPr descr="352ae193-3be5-4f37-a217-5d7793290ee0" id="37" name="组合 36">
              <a:extLst>
                <a:ext uri="{FF2B5EF4-FFF2-40B4-BE49-F238E27FC236}">
                  <a16:creationId id="{A17442B7-1BEA-FF40-DEAD-8126FD35ABD4}"/>
                </a:ext>
              </a:extLst>
            </p:cNvPr>
            <p:cNvGrpSpPr/>
            <p:nvPr/>
          </p:nvGrpSpPr>
          <p:grpSpPr>
            <a:xfrm>
              <a:off x="7696285" y="2454480"/>
              <a:ext cx="3008887" cy="3144992"/>
              <a:chOff x="7696285" y="2454480"/>
              <a:chExt cx="3008887" cy="3144992"/>
            </a:xfrm>
          </p:grpSpPr>
          <p:sp>
            <p:nvSpPr>
              <p:cNvPr descr="42bd38ed-994d-481c-a6cb-585aa728f3b0" id="24" name="IconBackground3">
                <a:extLst>
                  <a:ext uri="{FF2B5EF4-FFF2-40B4-BE49-F238E27FC236}">
                    <a16:creationId id="{712A4F35-A9C5-4E6F-A92F-F88F1EF57FBE}"/>
                  </a:ext>
                </a:extLst>
              </p:cNvPr>
              <p:cNvSpPr/>
              <p:nvPr/>
            </p:nvSpPr>
            <p:spPr>
              <a:xfrm flipH="false" flipV="false">
                <a:off x="8595139" y="2454480"/>
                <a:ext cx="1211178" cy="1211179"/>
              </a:xfrm>
              <a:prstGeom prst="ellipse">
                <a:avLst/>
              </a:prstGeom>
              <a:solidFill>
                <a:schemeClr val="tx2">
                  <a:alpha val="15000"/>
                </a:schemeClr>
              </a:solidFill>
              <a:ln cap="flat" w="38100">
                <a:solidFill>
                  <a:schemeClr val="bg1"/>
                </a:solidFill>
                <a:miter lim="400000"/>
              </a:ln>
              <a:effectLst/>
            </p:spPr>
            <p:txBody>
              <a:bodyPr anchor="t" anchorCtr="false" bIns="45720" lIns="91440" numCol="1" rIns="91440" tIns="45720" wrap="square">
                <a:normAutofit/>
              </a:bodyPr>
              <a:lstStyle/>
              <a:p>
                <a:pPr algn="l"/>
              </a:p>
            </p:txBody>
          </p:sp>
          <p:sp>
            <p:nvSpPr>
              <p:cNvPr descr="1e562a33-841b-4b43-8d07-1eb83198e7e2" id="25" name="Icon3">
                <a:extLst>
                  <a:ext uri="{FF2B5EF4-FFF2-40B4-BE49-F238E27FC236}">
                    <a16:creationId id="{CFF18DB2-DE55-4827-8D94-5C23FF943779}"/>
                  </a:ext>
                </a:extLst>
              </p:cNvPr>
              <p:cNvSpPr/>
              <p:nvPr/>
            </p:nvSpPr>
            <p:spPr bwMode="auto">
              <a:xfrm flipH="false" flipV="false">
                <a:off x="8960772" y="2820477"/>
                <a:ext cx="479911" cy="479184"/>
              </a:xfrm>
              <a:custGeom>
                <a:avLst/>
                <a:gdLst>
                  <a:gd fmla="*/ 377627 w 607991" name="connsiteX0"/>
                  <a:gd fmla="*/ 294539 h 607074" name="connsiteY0"/>
                  <a:gd fmla="*/ 294976 w 607991" name="connsiteX1"/>
                  <a:gd fmla="*/ 377063 h 607074" name="connsiteY1"/>
                  <a:gd fmla="*/ 377627 w 607991" name="connsiteX2"/>
                  <a:gd fmla="*/ 459588 h 607074" name="connsiteY2"/>
                  <a:gd fmla="*/ 460355 w 607991" name="connsiteX3"/>
                  <a:gd fmla="*/ 377063 h 607074" name="connsiteY3"/>
                  <a:gd fmla="*/ 377627 w 607991" name="connsiteX4"/>
                  <a:gd fmla="*/ 294539 h 607074" name="connsiteY4"/>
                  <a:gd fmla="*/ 359653 w 607991" name="connsiteX5"/>
                  <a:gd fmla="*/ 147129 h 607074" name="connsiteY5"/>
                  <a:gd fmla="*/ 395678 w 607991" name="connsiteX6"/>
                  <a:gd fmla="*/ 147129 h 607074" name="connsiteY6"/>
                  <a:gd fmla="*/ 423869 w 607991" name="connsiteX7"/>
                  <a:gd fmla="*/ 175277 h 607074" name="connsiteY7"/>
                  <a:gd fmla="*/ 423869 w 607991" name="connsiteX8"/>
                  <a:gd fmla="*/ 197288 h 607074" name="connsiteY8"/>
                  <a:gd fmla="*/ 435698 w 607991" name="connsiteX9"/>
                  <a:gd fmla="*/ 212474 h 607074" name="connsiteY9"/>
                  <a:gd fmla="*/ 453212 w 607991" name="connsiteX10"/>
                  <a:gd fmla="*/ 219760 h 607074" name="connsiteY10"/>
                  <a:gd fmla="*/ 460970 w 607991" name="connsiteX11"/>
                  <a:gd fmla="*/ 221447 h 607074" name="connsiteY11"/>
                  <a:gd fmla="*/ 472185 w 607991" name="connsiteX12"/>
                  <a:gd fmla="*/ 217459 h 607074" name="connsiteY12"/>
                  <a:gd fmla="*/ 487931 w 607991" name="connsiteX13"/>
                  <a:gd fmla="*/ 201737 h 607074" name="connsiteY13"/>
                  <a:gd fmla="*/ 507826 w 607991" name="connsiteX14"/>
                  <a:gd fmla="*/ 193530 h 607074" name="connsiteY14"/>
                  <a:gd fmla="*/ 527798 w 607991" name="connsiteX15"/>
                  <a:gd fmla="*/ 201737 h 607074" name="connsiteY15"/>
                  <a:gd fmla="*/ 553300 w 607991" name="connsiteX16"/>
                  <a:gd fmla="*/ 227200 h 607074" name="connsiteY16"/>
                  <a:gd fmla="*/ 553300 w 607991" name="connsiteX17"/>
                  <a:gd fmla="*/ 267005 h 607074" name="connsiteY17"/>
                  <a:gd fmla="*/ 537553 w 607991" name="connsiteX18"/>
                  <a:gd fmla="*/ 282727 h 607074" name="connsiteY18"/>
                  <a:gd fmla="*/ 535249 w 607991" name="connsiteX19"/>
                  <a:gd fmla="*/ 301671 h 607074" name="connsiteY19"/>
                  <a:gd fmla="*/ 542546 w 607991" name="connsiteX20"/>
                  <a:gd fmla="*/ 319158 h 607074" name="connsiteY20"/>
                  <a:gd fmla="*/ 557755 w 607991" name="connsiteX21"/>
                  <a:gd fmla="*/ 330969 h 607074" name="connsiteY21"/>
                  <a:gd fmla="*/ 579800 w 607991" name="connsiteX22"/>
                  <a:gd fmla="*/ 330969 h 607074" name="connsiteY22"/>
                  <a:gd fmla="*/ 607991 w 607991" name="connsiteX23"/>
                  <a:gd fmla="*/ 359116 h 607074" name="connsiteY23"/>
                  <a:gd fmla="*/ 607991 w 607991" name="connsiteX24"/>
                  <a:gd fmla="*/ 395087 h 607074" name="connsiteY24"/>
                  <a:gd fmla="*/ 579800 w 607991" name="connsiteX25"/>
                  <a:gd fmla="*/ 423234 h 607074" name="connsiteY25"/>
                  <a:gd fmla="*/ 557755 w 607991" name="connsiteX26"/>
                  <a:gd fmla="*/ 423234 h 607074" name="connsiteY26"/>
                  <a:gd fmla="*/ 542546 w 607991" name="connsiteX27"/>
                  <a:gd fmla="*/ 435045 h 607074" name="connsiteY27"/>
                  <a:gd fmla="*/ 535249 w 607991" name="connsiteX28"/>
                  <a:gd fmla="*/ 452532 h 607074" name="connsiteY28"/>
                  <a:gd fmla="*/ 537630 w 607991" name="connsiteX29"/>
                  <a:gd fmla="*/ 471476 h 607074" name="connsiteY29"/>
                  <a:gd fmla="*/ 553300 w 607991" name="connsiteX30"/>
                  <a:gd fmla="*/ 487199 h 607074" name="connsiteY30"/>
                  <a:gd fmla="*/ 553300 w 607991" name="connsiteX31"/>
                  <a:gd fmla="*/ 527004 h 607074" name="connsiteY31"/>
                  <a:gd fmla="*/ 527798 w 607991" name="connsiteX32"/>
                  <a:gd fmla="*/ 552467 h 607074" name="connsiteY32"/>
                  <a:gd fmla="*/ 507826 w 607991" name="connsiteX33"/>
                  <a:gd fmla="*/ 560750 h 607074" name="connsiteY33"/>
                  <a:gd fmla="*/ 487931 w 607991" name="connsiteX34"/>
                  <a:gd fmla="*/ 552467 h 607074" name="connsiteY34"/>
                  <a:gd fmla="*/ 472261 w 607991" name="connsiteX35"/>
                  <a:gd fmla="*/ 536821 h 607074" name="connsiteY35"/>
                  <a:gd fmla="*/ 460970 w 607991" name="connsiteX36"/>
                  <a:gd fmla="*/ 532756 h 607074" name="connsiteY36"/>
                  <a:gd fmla="*/ 453212 w 607991" name="connsiteX37"/>
                  <a:gd fmla="*/ 534443 h 607074" name="connsiteY37"/>
                  <a:gd fmla="*/ 435698 w 607991" name="connsiteX38"/>
                  <a:gd fmla="*/ 541729 h 607074" name="connsiteY38"/>
                  <a:gd fmla="*/ 423869 w 607991" name="connsiteX39"/>
                  <a:gd fmla="*/ 556915 h 607074" name="connsiteY39"/>
                  <a:gd fmla="*/ 423869 w 607991" name="connsiteX40"/>
                  <a:gd fmla="*/ 578927 h 607074" name="connsiteY40"/>
                  <a:gd fmla="*/ 395678 w 607991" name="connsiteX41"/>
                  <a:gd fmla="*/ 607074 h 607074" name="connsiteY41"/>
                  <a:gd fmla="*/ 359653 w 607991" name="connsiteX42"/>
                  <a:gd fmla="*/ 607074 h 607074" name="connsiteY42"/>
                  <a:gd fmla="*/ 331462 w 607991" name="connsiteX43"/>
                  <a:gd fmla="*/ 578927 h 607074" name="connsiteY43"/>
                  <a:gd fmla="*/ 331462 w 607991" name="connsiteX44"/>
                  <a:gd fmla="*/ 556915 h 607074" name="connsiteY44"/>
                  <a:gd fmla="*/ 319633 w 607991" name="connsiteX45"/>
                  <a:gd fmla="*/ 541729 h 607074" name="connsiteY45"/>
                  <a:gd fmla="*/ 302119 w 607991" name="connsiteX46"/>
                  <a:gd fmla="*/ 534443 h 607074" name="connsiteY46"/>
                  <a:gd fmla="*/ 294361 w 607991" name="connsiteX47"/>
                  <a:gd fmla="*/ 532756 h 607074" name="connsiteY47"/>
                  <a:gd fmla="*/ 283146 w 607991" name="connsiteX48"/>
                  <a:gd fmla="*/ 536821 h 607074" name="connsiteY48"/>
                  <a:gd fmla="*/ 267400 w 607991" name="connsiteX49"/>
                  <a:gd fmla="*/ 552467 h 607074" name="connsiteY49"/>
                  <a:gd fmla="*/ 247505 w 607991" name="connsiteX50"/>
                  <a:gd fmla="*/ 560750 h 607074" name="connsiteY50"/>
                  <a:gd fmla="*/ 227533 w 607991" name="connsiteX51"/>
                  <a:gd fmla="*/ 552467 h 607074" name="connsiteY51"/>
                  <a:gd fmla="*/ 202031 w 607991" name="connsiteX52"/>
                  <a:gd fmla="*/ 527004 h 607074" name="connsiteY52"/>
                  <a:gd fmla="*/ 202031 w 607991" name="connsiteX53"/>
                  <a:gd fmla="*/ 487199 h 607074" name="connsiteY53"/>
                  <a:gd fmla="*/ 217701 w 607991" name="connsiteX54"/>
                  <a:gd fmla="*/ 471476 h 607074" name="connsiteY54"/>
                  <a:gd fmla="*/ 220082 w 607991" name="connsiteX55"/>
                  <a:gd fmla="*/ 452532 h 607074" name="connsiteY55"/>
                  <a:gd fmla="*/ 212785 w 607991" name="connsiteX56"/>
                  <a:gd fmla="*/ 435045 h 607074" name="connsiteY56"/>
                  <a:gd fmla="*/ 197576 w 607991" name="connsiteX57"/>
                  <a:gd fmla="*/ 423234 h 607074" name="connsiteY57"/>
                  <a:gd fmla="*/ 175531 w 607991" name="connsiteX58"/>
                  <a:gd fmla="*/ 423234 h 607074" name="connsiteY58"/>
                  <a:gd fmla="*/ 147340 w 607991" name="connsiteX59"/>
                  <a:gd fmla="*/ 395087 h 607074" name="connsiteY59"/>
                  <a:gd fmla="*/ 147340 w 607991" name="connsiteX60"/>
                  <a:gd fmla="*/ 359116 h 607074" name="connsiteY60"/>
                  <a:gd fmla="*/ 175531 w 607991" name="connsiteX61"/>
                  <a:gd fmla="*/ 330969 h 607074" name="connsiteY61"/>
                  <a:gd fmla="*/ 197576 w 607991" name="connsiteX62"/>
                  <a:gd fmla="*/ 330969 h 607074" name="connsiteY62"/>
                  <a:gd fmla="*/ 212785 w 607991" name="connsiteX63"/>
                  <a:gd fmla="*/ 319158 h 607074" name="connsiteY63"/>
                  <a:gd fmla="*/ 220082 w 607991" name="connsiteX64"/>
                  <a:gd fmla="*/ 301671 h 607074" name="connsiteY64"/>
                  <a:gd fmla="*/ 217701 w 607991" name="connsiteX65"/>
                  <a:gd fmla="*/ 282727 h 607074" name="connsiteY65"/>
                  <a:gd fmla="*/ 202031 w 607991" name="connsiteX66"/>
                  <a:gd fmla="*/ 267005 h 607074" name="connsiteY66"/>
                  <a:gd fmla="*/ 193735 w 607991" name="connsiteX67"/>
                  <a:gd fmla="*/ 247141 h 607074" name="connsiteY67"/>
                  <a:gd fmla="*/ 202031 w 607991" name="connsiteX68"/>
                  <a:gd fmla="*/ 227200 h 607074" name="connsiteY68"/>
                  <a:gd fmla="*/ 227533 w 607991" name="connsiteX69"/>
                  <a:gd fmla="*/ 201737 h 607074" name="connsiteY69"/>
                  <a:gd fmla="*/ 247505 w 607991" name="connsiteX70"/>
                  <a:gd fmla="*/ 193530 h 607074" name="connsiteY70"/>
                  <a:gd fmla="*/ 267400 w 607991" name="connsiteX71"/>
                  <a:gd fmla="*/ 201737 h 607074" name="connsiteY71"/>
                  <a:gd fmla="*/ 283070 w 607991" name="connsiteX72"/>
                  <a:gd fmla="*/ 217383 h 607074" name="connsiteY72"/>
                  <a:gd fmla="*/ 294361 w 607991" name="connsiteX73"/>
                  <a:gd fmla="*/ 221447 h 607074" name="connsiteY73"/>
                  <a:gd fmla="*/ 302119 w 607991" name="connsiteX74"/>
                  <a:gd fmla="*/ 219760 h 607074" name="connsiteY74"/>
                  <a:gd fmla="*/ 319633 w 607991" name="connsiteX75"/>
                  <a:gd fmla="*/ 212474 h 607074" name="connsiteY75"/>
                  <a:gd fmla="*/ 331462 w 607991" name="connsiteX76"/>
                  <a:gd fmla="*/ 197288 h 607074" name="connsiteY76"/>
                  <a:gd fmla="*/ 331462 w 607991" name="connsiteX77"/>
                  <a:gd fmla="*/ 175277 h 607074" name="connsiteY77"/>
                  <a:gd fmla="*/ 359653 w 607991" name="connsiteX78"/>
                  <a:gd fmla="*/ 147129 h 607074" name="connsiteY78"/>
                  <a:gd fmla="*/ 119929 w 607991" name="connsiteX79"/>
                  <a:gd fmla="*/ 83135 h 607074" name="connsiteY79"/>
                  <a:gd fmla="*/ 83282 w 607991" name="connsiteX80"/>
                  <a:gd fmla="*/ 119717 h 607074" name="connsiteY80"/>
                  <a:gd fmla="*/ 119929 w 607991" name="connsiteX81"/>
                  <a:gd fmla="*/ 156223 h 607074" name="connsiteY81"/>
                  <a:gd fmla="*/ 156499 w 607991" name="connsiteX82"/>
                  <a:gd fmla="*/ 119717 h 607074" name="connsiteY82"/>
                  <a:gd fmla="*/ 119929 w 607991" name="connsiteX83"/>
                  <a:gd fmla="*/ 83135 h 607074" name="connsiteY83"/>
                  <a:gd fmla="*/ 110863 w 607991" name="connsiteX84"/>
                  <a:gd fmla="*/ 0 h 607074" name="connsiteY84"/>
                  <a:gd fmla="*/ 128918 w 607991" name="connsiteX85"/>
                  <a:gd fmla="*/ 0 h 607074" name="connsiteY85"/>
                  <a:gd fmla="*/ 147741 w 607991" name="connsiteX86"/>
                  <a:gd fmla="*/ 18790 h 607074" name="connsiteY86"/>
                  <a:gd fmla="*/ 147741 w 607991" name="connsiteX87"/>
                  <a:gd fmla="*/ 29834 h 607074" name="connsiteY87"/>
                  <a:gd fmla="*/ 150507 w 607991" name="connsiteX88"/>
                  <a:gd fmla="*/ 32978 h 607074" name="connsiteY88"/>
                  <a:gd fmla="*/ 159726 w 607991" name="connsiteX89"/>
                  <a:gd fmla="*/ 36813 h 607074" name="connsiteY89"/>
                  <a:gd fmla="*/ 161570 w 607991" name="connsiteX90"/>
                  <a:gd fmla="*/ 37196 h 607074" name="connsiteY90"/>
                  <a:gd fmla="*/ 163875 w 607991" name="connsiteX91"/>
                  <a:gd fmla="*/ 36583 h 607074" name="connsiteY91"/>
                  <a:gd fmla="*/ 171711 w 607991" name="connsiteX92"/>
                  <a:gd fmla="*/ 28683 h 607074" name="connsiteY92"/>
                  <a:gd fmla="*/ 185002 w 607991" name="connsiteX93"/>
                  <a:gd fmla="*/ 23238 h 607074" name="connsiteY93"/>
                  <a:gd fmla="*/ 198294 w 607991" name="connsiteX94"/>
                  <a:gd fmla="*/ 28683 h 607074" name="connsiteY94"/>
                  <a:gd fmla="*/ 211047 w 607991" name="connsiteX95"/>
                  <a:gd fmla="*/ 41414 h 607074" name="connsiteY95"/>
                  <a:gd fmla="*/ 211047 w 607991" name="connsiteX96"/>
                  <a:gd fmla="*/ 67950 h 607074" name="connsiteY96"/>
                  <a:gd fmla="*/ 203211 w 607991" name="connsiteX97"/>
                  <a:gd fmla="*/ 75849 h 607074" name="connsiteY97"/>
                  <a:gd fmla="*/ 202903 w 607991" name="connsiteX98"/>
                  <a:gd fmla="*/ 79914 h 607074" name="connsiteY98"/>
                  <a:gd fmla="*/ 206822 w 607991" name="connsiteX99"/>
                  <a:gd fmla="*/ 89117 h 607074" name="connsiteY99"/>
                  <a:gd fmla="*/ 209972 w 607991" name="connsiteX100"/>
                  <a:gd fmla="*/ 91878 h 607074" name="connsiteY100"/>
                  <a:gd fmla="*/ 220958 w 607991" name="connsiteX101"/>
                  <a:gd fmla="*/ 91878 h 607074" name="connsiteY101"/>
                  <a:gd fmla="*/ 239781 w 607991" name="connsiteX102"/>
                  <a:gd fmla="*/ 110668 h 607074" name="connsiteY102"/>
                  <a:gd fmla="*/ 239781 w 607991" name="connsiteX103"/>
                  <a:gd fmla="*/ 128691 h 607074" name="connsiteY103"/>
                  <a:gd fmla="*/ 220958 w 607991" name="connsiteX104"/>
                  <a:gd fmla="*/ 147480 h 607074" name="connsiteY104"/>
                  <a:gd fmla="*/ 209972 w 607991" name="connsiteX105"/>
                  <a:gd fmla="*/ 147480 h 607074" name="connsiteY105"/>
                  <a:gd fmla="*/ 206822 w 607991" name="connsiteX106"/>
                  <a:gd fmla="*/ 150241 h 607074" name="connsiteY106"/>
                  <a:gd fmla="*/ 202903 w 607991" name="connsiteX107"/>
                  <a:gd fmla="*/ 159444 h 607074" name="connsiteY107"/>
                  <a:gd fmla="*/ 203211 w 607991" name="connsiteX108"/>
                  <a:gd fmla="*/ 163586 h 607074" name="connsiteY108"/>
                  <a:gd fmla="*/ 211047 w 607991" name="connsiteX109"/>
                  <a:gd fmla="*/ 171408 h 607074" name="connsiteY109"/>
                  <a:gd fmla="*/ 211047 w 607991" name="connsiteX110"/>
                  <a:gd fmla="*/ 197944 h 607074" name="connsiteY110"/>
                  <a:gd fmla="*/ 198294 w 607991" name="connsiteX111"/>
                  <a:gd fmla="*/ 210675 h 607074" name="connsiteY111"/>
                  <a:gd fmla="*/ 185002 w 607991" name="connsiteX112"/>
                  <a:gd fmla="*/ 216197 h 607074" name="connsiteY112"/>
                  <a:gd fmla="*/ 171711 w 607991" name="connsiteX113"/>
                  <a:gd fmla="*/ 210675 h 607074" name="connsiteY113"/>
                  <a:gd fmla="*/ 163875 w 607991" name="connsiteX114"/>
                  <a:gd fmla="*/ 202852 h 607074" name="connsiteY114"/>
                  <a:gd fmla="*/ 161570 w 607991" name="connsiteX115"/>
                  <a:gd fmla="*/ 202239 h 607074" name="connsiteY115"/>
                  <a:gd fmla="*/ 159726 w 607991" name="connsiteX116"/>
                  <a:gd fmla="*/ 202546 h 607074" name="connsiteY116"/>
                  <a:gd fmla="*/ 150507 w 607991" name="connsiteX117"/>
                  <a:gd fmla="*/ 206457 h 607074" name="connsiteY117"/>
                  <a:gd fmla="*/ 147741 w 607991" name="connsiteX118"/>
                  <a:gd fmla="*/ 209601 h 607074" name="connsiteY118"/>
                  <a:gd fmla="*/ 147741 w 607991" name="connsiteX119"/>
                  <a:gd fmla="*/ 220568 h 607074" name="connsiteY119"/>
                  <a:gd fmla="*/ 128918 w 607991" name="connsiteX120"/>
                  <a:gd fmla="*/ 239358 h 607074" name="connsiteY120"/>
                  <a:gd fmla="*/ 110863 w 607991" name="connsiteX121"/>
                  <a:gd fmla="*/ 239358 h 607074" name="connsiteY121"/>
                  <a:gd fmla="*/ 92117 w 607991" name="connsiteX122"/>
                  <a:gd fmla="*/ 220568 h 607074" name="connsiteY122"/>
                  <a:gd fmla="*/ 92117 w 607991" name="connsiteX123"/>
                  <a:gd fmla="*/ 209601 h 607074" name="connsiteY123"/>
                  <a:gd fmla="*/ 89274 w 607991" name="connsiteX124"/>
                  <a:gd fmla="*/ 206457 h 607074" name="connsiteY124"/>
                  <a:gd fmla="*/ 80055 w 607991" name="connsiteX125"/>
                  <a:gd fmla="*/ 202546 h 607074" name="connsiteY125"/>
                  <a:gd fmla="*/ 78211 w 607991" name="connsiteX126"/>
                  <a:gd fmla="*/ 202239 h 607074" name="connsiteY126"/>
                  <a:gd fmla="*/ 75983 w 607991" name="connsiteX127"/>
                  <a:gd fmla="*/ 202852 h 607074" name="connsiteY127"/>
                  <a:gd fmla="*/ 68070 w 607991" name="connsiteX128"/>
                  <a:gd fmla="*/ 210675 h 607074" name="connsiteY128"/>
                  <a:gd fmla="*/ 54779 w 607991" name="connsiteX129"/>
                  <a:gd fmla="*/ 216197 h 607074" name="connsiteY129"/>
                  <a:gd fmla="*/ 41487 w 607991" name="connsiteX130"/>
                  <a:gd fmla="*/ 210675 h 607074" name="connsiteY130"/>
                  <a:gd fmla="*/ 28734 w 607991" name="connsiteX131"/>
                  <a:gd fmla="*/ 197944 h 607074" name="connsiteY131"/>
                  <a:gd fmla="*/ 23279 w 607991" name="connsiteX132"/>
                  <a:gd fmla="*/ 184676 h 607074" name="connsiteY132"/>
                  <a:gd fmla="*/ 28734 w 607991" name="connsiteX133"/>
                  <a:gd fmla="*/ 171408 h 607074" name="connsiteY133"/>
                  <a:gd fmla="*/ 36570 w 607991" name="connsiteX134"/>
                  <a:gd fmla="*/ 163586 h 607074" name="connsiteY134"/>
                  <a:gd fmla="*/ 36878 w 607991" name="connsiteX135"/>
                  <a:gd fmla="*/ 159444 h 607074" name="connsiteY135"/>
                  <a:gd fmla="*/ 33036 w 607991" name="connsiteX136"/>
                  <a:gd fmla="*/ 150241 h 607074" name="connsiteY136"/>
                  <a:gd fmla="*/ 29886 w 607991" name="connsiteX137"/>
                  <a:gd fmla="*/ 147480 h 607074" name="connsiteY137"/>
                  <a:gd fmla="*/ 18823 w 607991" name="connsiteX138"/>
                  <a:gd fmla="*/ 147480 h 607074" name="connsiteY138"/>
                  <a:gd fmla="*/ 0 w 607991" name="connsiteX139"/>
                  <a:gd fmla="*/ 128691 h 607074" name="connsiteY139"/>
                  <a:gd fmla="*/ 0 w 607991" name="connsiteX140"/>
                  <a:gd fmla="*/ 110668 h 607074" name="connsiteY140"/>
                  <a:gd fmla="*/ 18823 w 607991" name="connsiteX141"/>
                  <a:gd fmla="*/ 91955 h 607074" name="connsiteY141"/>
                  <a:gd fmla="*/ 29886 w 607991" name="connsiteX142"/>
                  <a:gd fmla="*/ 91955 h 607074" name="connsiteY142"/>
                  <a:gd fmla="*/ 33036 w 607991" name="connsiteX143"/>
                  <a:gd fmla="*/ 89194 h 607074" name="connsiteY143"/>
                  <a:gd fmla="*/ 36878 w 607991" name="connsiteX144"/>
                  <a:gd fmla="*/ 79914 h 607074" name="connsiteY144"/>
                  <a:gd fmla="*/ 36570 w 607991" name="connsiteX145"/>
                  <a:gd fmla="*/ 75849 h 607074" name="connsiteY145"/>
                  <a:gd fmla="*/ 28734 w 607991" name="connsiteX146"/>
                  <a:gd fmla="*/ 67950 h 607074" name="connsiteY146"/>
                  <a:gd fmla="*/ 28734 w 607991" name="connsiteX147"/>
                  <a:gd fmla="*/ 41414 h 607074" name="connsiteY147"/>
                  <a:gd fmla="*/ 41487 w 607991" name="connsiteX148"/>
                  <a:gd fmla="*/ 28683 h 607074" name="connsiteY148"/>
                  <a:gd fmla="*/ 54779 w 607991" name="connsiteX149"/>
                  <a:gd fmla="*/ 23238 h 607074" name="connsiteY149"/>
                  <a:gd fmla="*/ 68070 w 607991" name="connsiteX150"/>
                  <a:gd fmla="*/ 28683 h 607074" name="connsiteY150"/>
                  <a:gd fmla="*/ 75983 w 607991" name="connsiteX151"/>
                  <a:gd fmla="*/ 36583 h 607074" name="connsiteY151"/>
                  <a:gd fmla="*/ 78211 w 607991" name="connsiteX152"/>
                  <a:gd fmla="*/ 37196 h 607074" name="connsiteY152"/>
                  <a:gd fmla="*/ 80055 w 607991" name="connsiteX153"/>
                  <a:gd fmla="*/ 36813 h 607074" name="connsiteY153"/>
                  <a:gd fmla="*/ 89351 w 607991" name="connsiteX154"/>
                  <a:gd fmla="*/ 32978 h 607074" name="connsiteY154"/>
                  <a:gd fmla="*/ 92117 w 607991" name="connsiteX155"/>
                  <a:gd fmla="*/ 29834 h 607074" name="connsiteY155"/>
                  <a:gd fmla="*/ 92117 w 607991" name="connsiteX156"/>
                  <a:gd fmla="*/ 18790 h 607074" name="connsiteY156"/>
                  <a:gd fmla="*/ 110863 w 607991" name="connsiteX157"/>
                  <a:gd fmla="*/ 0 h 607074" name="connsiteY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</a:cxnLst>
                <a:rect b="b" l="l" r="r" t="t"/>
                <a:pathLst>
                  <a:path h="607074" w="607991">
                    <a:moveTo>
                      <a:pt x="377627" y="294539"/>
                    </a:moveTo>
                    <a:cubicBezTo>
                      <a:pt x="332077" y="294539"/>
                      <a:pt x="294976" y="331583"/>
                      <a:pt x="294976" y="377063"/>
                    </a:cubicBezTo>
                    <a:cubicBezTo>
                      <a:pt x="294976" y="422621"/>
                      <a:pt x="332077" y="459588"/>
                      <a:pt x="377627" y="459588"/>
                    </a:cubicBezTo>
                    <a:cubicBezTo>
                      <a:pt x="423254" y="459588"/>
                      <a:pt x="460355" y="422621"/>
                      <a:pt x="460355" y="377063"/>
                    </a:cubicBezTo>
                    <a:cubicBezTo>
                      <a:pt x="460355" y="331583"/>
                      <a:pt x="423254" y="294539"/>
                      <a:pt x="377627" y="294539"/>
                    </a:cubicBezTo>
                    <a:close/>
                    <a:moveTo>
                      <a:pt x="359653" y="147129"/>
                    </a:moveTo>
                    <a:lnTo>
                      <a:pt x="395678" y="147129"/>
                    </a:lnTo>
                    <a:cubicBezTo>
                      <a:pt x="411271" y="147129"/>
                      <a:pt x="423869" y="159707"/>
                      <a:pt x="423869" y="175277"/>
                    </a:cubicBezTo>
                    <a:lnTo>
                      <a:pt x="423869" y="197288"/>
                    </a:lnTo>
                    <a:cubicBezTo>
                      <a:pt x="423869" y="203270"/>
                      <a:pt x="429323" y="210173"/>
                      <a:pt x="435698" y="212474"/>
                    </a:cubicBezTo>
                    <a:cubicBezTo>
                      <a:pt x="441613" y="214545"/>
                      <a:pt x="447527" y="216999"/>
                      <a:pt x="453212" y="219760"/>
                    </a:cubicBezTo>
                    <a:cubicBezTo>
                      <a:pt x="455516" y="220834"/>
                      <a:pt x="458205" y="221447"/>
                      <a:pt x="460970" y="221447"/>
                    </a:cubicBezTo>
                    <a:cubicBezTo>
                      <a:pt x="465502" y="221447"/>
                      <a:pt x="469727" y="219913"/>
                      <a:pt x="472185" y="217459"/>
                    </a:cubicBezTo>
                    <a:lnTo>
                      <a:pt x="487931" y="201737"/>
                    </a:lnTo>
                    <a:cubicBezTo>
                      <a:pt x="493232" y="196445"/>
                      <a:pt x="500298" y="193530"/>
                      <a:pt x="507826" y="193530"/>
                    </a:cubicBezTo>
                    <a:cubicBezTo>
                      <a:pt x="515431" y="193530"/>
                      <a:pt x="522498" y="196445"/>
                      <a:pt x="527798" y="201737"/>
                    </a:cubicBezTo>
                    <a:lnTo>
                      <a:pt x="553300" y="227200"/>
                    </a:lnTo>
                    <a:cubicBezTo>
                      <a:pt x="564284" y="238167"/>
                      <a:pt x="564284" y="256037"/>
                      <a:pt x="553300" y="267005"/>
                    </a:cubicBezTo>
                    <a:lnTo>
                      <a:pt x="537553" y="282727"/>
                    </a:lnTo>
                    <a:cubicBezTo>
                      <a:pt x="533405" y="286946"/>
                      <a:pt x="532253" y="295612"/>
                      <a:pt x="535249" y="301671"/>
                    </a:cubicBezTo>
                    <a:cubicBezTo>
                      <a:pt x="538014" y="307347"/>
                      <a:pt x="540472" y="313252"/>
                      <a:pt x="542546" y="319158"/>
                    </a:cubicBezTo>
                    <a:cubicBezTo>
                      <a:pt x="544850" y="325524"/>
                      <a:pt x="551764" y="330969"/>
                      <a:pt x="557755" y="330969"/>
                    </a:cubicBezTo>
                    <a:lnTo>
                      <a:pt x="579800" y="330969"/>
                    </a:lnTo>
                    <a:cubicBezTo>
                      <a:pt x="595317" y="330969"/>
                      <a:pt x="607991" y="343547"/>
                      <a:pt x="607991" y="359116"/>
                    </a:cubicBezTo>
                    <a:lnTo>
                      <a:pt x="607991" y="395087"/>
                    </a:lnTo>
                    <a:cubicBezTo>
                      <a:pt x="607991" y="410656"/>
                      <a:pt x="595394" y="423234"/>
                      <a:pt x="579800" y="423234"/>
                    </a:cubicBezTo>
                    <a:lnTo>
                      <a:pt x="557755" y="423234"/>
                    </a:lnTo>
                    <a:cubicBezTo>
                      <a:pt x="551764" y="423234"/>
                      <a:pt x="544850" y="428680"/>
                      <a:pt x="542546" y="435045"/>
                    </a:cubicBezTo>
                    <a:cubicBezTo>
                      <a:pt x="540472" y="440951"/>
                      <a:pt x="538014" y="446857"/>
                      <a:pt x="535249" y="452532"/>
                    </a:cubicBezTo>
                    <a:cubicBezTo>
                      <a:pt x="532330" y="458591"/>
                      <a:pt x="533405" y="467258"/>
                      <a:pt x="537630" y="471476"/>
                    </a:cubicBezTo>
                    <a:lnTo>
                      <a:pt x="553300" y="487199"/>
                    </a:lnTo>
                    <a:cubicBezTo>
                      <a:pt x="564284" y="498166"/>
                      <a:pt x="564284" y="516036"/>
                      <a:pt x="553300" y="527004"/>
                    </a:cubicBezTo>
                    <a:lnTo>
                      <a:pt x="527798" y="552467"/>
                    </a:lnTo>
                    <a:cubicBezTo>
                      <a:pt x="522498" y="557759"/>
                      <a:pt x="515431" y="560750"/>
                      <a:pt x="507826" y="560750"/>
                    </a:cubicBezTo>
                    <a:cubicBezTo>
                      <a:pt x="500298" y="560750"/>
                      <a:pt x="493232" y="557759"/>
                      <a:pt x="487931" y="552467"/>
                    </a:cubicBezTo>
                    <a:lnTo>
                      <a:pt x="472261" y="536821"/>
                    </a:lnTo>
                    <a:cubicBezTo>
                      <a:pt x="469727" y="534290"/>
                      <a:pt x="465502" y="532756"/>
                      <a:pt x="460970" y="532756"/>
                    </a:cubicBezTo>
                    <a:cubicBezTo>
                      <a:pt x="458205" y="532756"/>
                      <a:pt x="455439" y="533369"/>
                      <a:pt x="453212" y="534443"/>
                    </a:cubicBezTo>
                    <a:cubicBezTo>
                      <a:pt x="447527" y="537204"/>
                      <a:pt x="441613" y="539658"/>
                      <a:pt x="435698" y="541729"/>
                    </a:cubicBezTo>
                    <a:cubicBezTo>
                      <a:pt x="429323" y="544030"/>
                      <a:pt x="423869" y="550933"/>
                      <a:pt x="423869" y="556915"/>
                    </a:cubicBezTo>
                    <a:lnTo>
                      <a:pt x="423869" y="578927"/>
                    </a:lnTo>
                    <a:cubicBezTo>
                      <a:pt x="423869" y="594496"/>
                      <a:pt x="411271" y="607074"/>
                      <a:pt x="395678" y="607074"/>
                    </a:cubicBezTo>
                    <a:lnTo>
                      <a:pt x="359653" y="607074"/>
                    </a:lnTo>
                    <a:cubicBezTo>
                      <a:pt x="344060" y="607074"/>
                      <a:pt x="331462" y="594496"/>
                      <a:pt x="331462" y="578927"/>
                    </a:cubicBezTo>
                    <a:lnTo>
                      <a:pt x="331462" y="556915"/>
                    </a:lnTo>
                    <a:cubicBezTo>
                      <a:pt x="331462" y="550933"/>
                      <a:pt x="326008" y="544030"/>
                      <a:pt x="319633" y="541729"/>
                    </a:cubicBezTo>
                    <a:cubicBezTo>
                      <a:pt x="313718" y="539658"/>
                      <a:pt x="307804" y="537204"/>
                      <a:pt x="302119" y="534443"/>
                    </a:cubicBezTo>
                    <a:cubicBezTo>
                      <a:pt x="299892" y="533369"/>
                      <a:pt x="297203" y="532756"/>
                      <a:pt x="294361" y="532756"/>
                    </a:cubicBezTo>
                    <a:cubicBezTo>
                      <a:pt x="289829" y="532756"/>
                      <a:pt x="285681" y="534290"/>
                      <a:pt x="283146" y="536821"/>
                    </a:cubicBezTo>
                    <a:lnTo>
                      <a:pt x="267400" y="552467"/>
                    </a:lnTo>
                    <a:cubicBezTo>
                      <a:pt x="262099" y="557759"/>
                      <a:pt x="255033" y="560750"/>
                      <a:pt x="247505" y="560750"/>
                    </a:cubicBezTo>
                    <a:cubicBezTo>
                      <a:pt x="239977" y="560750"/>
                      <a:pt x="232834" y="557759"/>
                      <a:pt x="227533" y="552467"/>
                    </a:cubicBezTo>
                    <a:lnTo>
                      <a:pt x="202031" y="527004"/>
                    </a:lnTo>
                    <a:cubicBezTo>
                      <a:pt x="191047" y="516036"/>
                      <a:pt x="191047" y="498166"/>
                      <a:pt x="202031" y="487199"/>
                    </a:cubicBezTo>
                    <a:lnTo>
                      <a:pt x="217701" y="471476"/>
                    </a:lnTo>
                    <a:cubicBezTo>
                      <a:pt x="221926" y="467258"/>
                      <a:pt x="223001" y="458591"/>
                      <a:pt x="220082" y="452532"/>
                    </a:cubicBezTo>
                    <a:cubicBezTo>
                      <a:pt x="217317" y="446780"/>
                      <a:pt x="214859" y="440951"/>
                      <a:pt x="212785" y="435045"/>
                    </a:cubicBezTo>
                    <a:cubicBezTo>
                      <a:pt x="210481" y="428603"/>
                      <a:pt x="203568" y="423234"/>
                      <a:pt x="197576" y="423234"/>
                    </a:cubicBezTo>
                    <a:lnTo>
                      <a:pt x="175531" y="423234"/>
                    </a:lnTo>
                    <a:cubicBezTo>
                      <a:pt x="159937" y="423234"/>
                      <a:pt x="147340" y="410579"/>
                      <a:pt x="147340" y="395087"/>
                    </a:cubicBezTo>
                    <a:lnTo>
                      <a:pt x="147340" y="359116"/>
                    </a:lnTo>
                    <a:cubicBezTo>
                      <a:pt x="147340" y="343547"/>
                      <a:pt x="159937" y="330969"/>
                      <a:pt x="175531" y="330969"/>
                    </a:cubicBezTo>
                    <a:lnTo>
                      <a:pt x="197576" y="330969"/>
                    </a:lnTo>
                    <a:cubicBezTo>
                      <a:pt x="203568" y="330969"/>
                      <a:pt x="210481" y="325524"/>
                      <a:pt x="212785" y="319158"/>
                    </a:cubicBezTo>
                    <a:cubicBezTo>
                      <a:pt x="214859" y="313252"/>
                      <a:pt x="217317" y="307347"/>
                      <a:pt x="220082" y="301671"/>
                    </a:cubicBezTo>
                    <a:cubicBezTo>
                      <a:pt x="223001" y="295612"/>
                      <a:pt x="221926" y="286946"/>
                      <a:pt x="217701" y="282727"/>
                    </a:cubicBezTo>
                    <a:lnTo>
                      <a:pt x="202031" y="267005"/>
                    </a:lnTo>
                    <a:cubicBezTo>
                      <a:pt x="196731" y="261713"/>
                      <a:pt x="193735" y="254657"/>
                      <a:pt x="193735" y="247141"/>
                    </a:cubicBezTo>
                    <a:cubicBezTo>
                      <a:pt x="193735" y="239624"/>
                      <a:pt x="196731" y="232492"/>
                      <a:pt x="202031" y="227200"/>
                    </a:cubicBezTo>
                    <a:lnTo>
                      <a:pt x="227533" y="201737"/>
                    </a:lnTo>
                    <a:cubicBezTo>
                      <a:pt x="232834" y="196445"/>
                      <a:pt x="239977" y="193530"/>
                      <a:pt x="247505" y="193530"/>
                    </a:cubicBezTo>
                    <a:cubicBezTo>
                      <a:pt x="255033" y="193530"/>
                      <a:pt x="262099" y="196445"/>
                      <a:pt x="267400" y="201737"/>
                    </a:cubicBezTo>
                    <a:lnTo>
                      <a:pt x="283070" y="217383"/>
                    </a:lnTo>
                    <a:cubicBezTo>
                      <a:pt x="285604" y="219913"/>
                      <a:pt x="289829" y="221447"/>
                      <a:pt x="294361" y="221447"/>
                    </a:cubicBezTo>
                    <a:cubicBezTo>
                      <a:pt x="297126" y="221447"/>
                      <a:pt x="299892" y="220834"/>
                      <a:pt x="302119" y="219760"/>
                    </a:cubicBezTo>
                    <a:cubicBezTo>
                      <a:pt x="307804" y="216999"/>
                      <a:pt x="313718" y="214545"/>
                      <a:pt x="319633" y="212474"/>
                    </a:cubicBezTo>
                    <a:cubicBezTo>
                      <a:pt x="326008" y="210173"/>
                      <a:pt x="331462" y="203270"/>
                      <a:pt x="331462" y="197288"/>
                    </a:cubicBezTo>
                    <a:lnTo>
                      <a:pt x="331462" y="175277"/>
                    </a:lnTo>
                    <a:cubicBezTo>
                      <a:pt x="331462" y="159707"/>
                      <a:pt x="344060" y="147129"/>
                      <a:pt x="359653" y="147129"/>
                    </a:cubicBezTo>
                    <a:close/>
                    <a:moveTo>
                      <a:pt x="119929" y="83135"/>
                    </a:moveTo>
                    <a:cubicBezTo>
                      <a:pt x="99723" y="83135"/>
                      <a:pt x="83282" y="99547"/>
                      <a:pt x="83282" y="119717"/>
                    </a:cubicBezTo>
                    <a:cubicBezTo>
                      <a:pt x="83282" y="139888"/>
                      <a:pt x="99723" y="156223"/>
                      <a:pt x="119929" y="156223"/>
                    </a:cubicBezTo>
                    <a:cubicBezTo>
                      <a:pt x="140135" y="156223"/>
                      <a:pt x="156499" y="139888"/>
                      <a:pt x="156499" y="119717"/>
                    </a:cubicBezTo>
                    <a:cubicBezTo>
                      <a:pt x="156499" y="99547"/>
                      <a:pt x="140135" y="83135"/>
                      <a:pt x="119929" y="83135"/>
                    </a:cubicBezTo>
                    <a:close/>
                    <a:moveTo>
                      <a:pt x="110863" y="0"/>
                    </a:moveTo>
                    <a:lnTo>
                      <a:pt x="128918" y="0"/>
                    </a:lnTo>
                    <a:cubicBezTo>
                      <a:pt x="139290" y="0"/>
                      <a:pt x="147741" y="8436"/>
                      <a:pt x="147741" y="18790"/>
                    </a:cubicBezTo>
                    <a:lnTo>
                      <a:pt x="147741" y="29834"/>
                    </a:lnTo>
                    <a:cubicBezTo>
                      <a:pt x="147741" y="30677"/>
                      <a:pt x="148970" y="32441"/>
                      <a:pt x="150507" y="32978"/>
                    </a:cubicBezTo>
                    <a:cubicBezTo>
                      <a:pt x="153580" y="34052"/>
                      <a:pt x="156730" y="35355"/>
                      <a:pt x="159726" y="36813"/>
                    </a:cubicBezTo>
                    <a:cubicBezTo>
                      <a:pt x="160187" y="37043"/>
                      <a:pt x="160878" y="37196"/>
                      <a:pt x="161570" y="37196"/>
                    </a:cubicBezTo>
                    <a:cubicBezTo>
                      <a:pt x="162799" y="37196"/>
                      <a:pt x="163644" y="36813"/>
                      <a:pt x="163875" y="36583"/>
                    </a:cubicBezTo>
                    <a:lnTo>
                      <a:pt x="171711" y="28683"/>
                    </a:lnTo>
                    <a:cubicBezTo>
                      <a:pt x="175245" y="25155"/>
                      <a:pt x="180009" y="23238"/>
                      <a:pt x="185002" y="23238"/>
                    </a:cubicBezTo>
                    <a:cubicBezTo>
                      <a:pt x="189996" y="23238"/>
                      <a:pt x="194760" y="25155"/>
                      <a:pt x="198294" y="28683"/>
                    </a:cubicBezTo>
                    <a:lnTo>
                      <a:pt x="211047" y="41414"/>
                    </a:lnTo>
                    <a:cubicBezTo>
                      <a:pt x="218346" y="48777"/>
                      <a:pt x="218346" y="60664"/>
                      <a:pt x="211047" y="67950"/>
                    </a:cubicBezTo>
                    <a:lnTo>
                      <a:pt x="203211" y="75849"/>
                    </a:lnTo>
                    <a:cubicBezTo>
                      <a:pt x="202596" y="76386"/>
                      <a:pt x="202212" y="78533"/>
                      <a:pt x="202903" y="79914"/>
                    </a:cubicBezTo>
                    <a:cubicBezTo>
                      <a:pt x="204363" y="82905"/>
                      <a:pt x="205669" y="86049"/>
                      <a:pt x="206822" y="89117"/>
                    </a:cubicBezTo>
                    <a:cubicBezTo>
                      <a:pt x="207359" y="90651"/>
                      <a:pt x="209127" y="91878"/>
                      <a:pt x="209972" y="91878"/>
                    </a:cubicBezTo>
                    <a:lnTo>
                      <a:pt x="220958" y="91878"/>
                    </a:lnTo>
                    <a:cubicBezTo>
                      <a:pt x="231330" y="91878"/>
                      <a:pt x="239781" y="100314"/>
                      <a:pt x="239781" y="110668"/>
                    </a:cubicBezTo>
                    <a:lnTo>
                      <a:pt x="239781" y="128691"/>
                    </a:lnTo>
                    <a:cubicBezTo>
                      <a:pt x="239781" y="139044"/>
                      <a:pt x="231330" y="147480"/>
                      <a:pt x="220958" y="147480"/>
                    </a:cubicBezTo>
                    <a:lnTo>
                      <a:pt x="209972" y="147480"/>
                    </a:lnTo>
                    <a:cubicBezTo>
                      <a:pt x="209127" y="147480"/>
                      <a:pt x="207359" y="148707"/>
                      <a:pt x="206822" y="150241"/>
                    </a:cubicBezTo>
                    <a:cubicBezTo>
                      <a:pt x="205669" y="153309"/>
                      <a:pt x="204363" y="156453"/>
                      <a:pt x="202903" y="159444"/>
                    </a:cubicBezTo>
                    <a:cubicBezTo>
                      <a:pt x="202212" y="160825"/>
                      <a:pt x="202596" y="162972"/>
                      <a:pt x="203211" y="163586"/>
                    </a:cubicBezTo>
                    <a:lnTo>
                      <a:pt x="211047" y="171408"/>
                    </a:lnTo>
                    <a:cubicBezTo>
                      <a:pt x="218346" y="178694"/>
                      <a:pt x="218346" y="190658"/>
                      <a:pt x="211047" y="197944"/>
                    </a:cubicBezTo>
                    <a:lnTo>
                      <a:pt x="198294" y="210675"/>
                    </a:lnTo>
                    <a:cubicBezTo>
                      <a:pt x="194760" y="214203"/>
                      <a:pt x="189996" y="216197"/>
                      <a:pt x="185002" y="216197"/>
                    </a:cubicBezTo>
                    <a:cubicBezTo>
                      <a:pt x="180009" y="216197"/>
                      <a:pt x="175245" y="214203"/>
                      <a:pt x="171711" y="210675"/>
                    </a:cubicBezTo>
                    <a:lnTo>
                      <a:pt x="163875" y="202852"/>
                    </a:lnTo>
                    <a:cubicBezTo>
                      <a:pt x="163644" y="202622"/>
                      <a:pt x="162799" y="202239"/>
                      <a:pt x="161570" y="202239"/>
                    </a:cubicBezTo>
                    <a:cubicBezTo>
                      <a:pt x="160878" y="202239"/>
                      <a:pt x="160187" y="202316"/>
                      <a:pt x="159726" y="202546"/>
                    </a:cubicBezTo>
                    <a:cubicBezTo>
                      <a:pt x="156730" y="204003"/>
                      <a:pt x="153580" y="205307"/>
                      <a:pt x="150507" y="206457"/>
                    </a:cubicBezTo>
                    <a:cubicBezTo>
                      <a:pt x="148970" y="206994"/>
                      <a:pt x="147741" y="208758"/>
                      <a:pt x="147741" y="209601"/>
                    </a:cubicBezTo>
                    <a:lnTo>
                      <a:pt x="147741" y="220568"/>
                    </a:lnTo>
                    <a:cubicBezTo>
                      <a:pt x="147741" y="230922"/>
                      <a:pt x="139290" y="239358"/>
                      <a:pt x="128918" y="239358"/>
                    </a:cubicBezTo>
                    <a:lnTo>
                      <a:pt x="110863" y="239358"/>
                    </a:lnTo>
                    <a:cubicBezTo>
                      <a:pt x="100491" y="239358"/>
                      <a:pt x="92117" y="230922"/>
                      <a:pt x="92117" y="220568"/>
                    </a:cubicBezTo>
                    <a:lnTo>
                      <a:pt x="92117" y="209601"/>
                    </a:lnTo>
                    <a:cubicBezTo>
                      <a:pt x="92117" y="208758"/>
                      <a:pt x="90811" y="206917"/>
                      <a:pt x="89274" y="206457"/>
                    </a:cubicBezTo>
                    <a:cubicBezTo>
                      <a:pt x="86201" y="205307"/>
                      <a:pt x="83051" y="204003"/>
                      <a:pt x="80055" y="202546"/>
                    </a:cubicBezTo>
                    <a:cubicBezTo>
                      <a:pt x="79594" y="202316"/>
                      <a:pt x="78903" y="202239"/>
                      <a:pt x="78211" y="202239"/>
                    </a:cubicBezTo>
                    <a:cubicBezTo>
                      <a:pt x="77059" y="202239"/>
                      <a:pt x="76214" y="202622"/>
                      <a:pt x="75983" y="202852"/>
                    </a:cubicBezTo>
                    <a:lnTo>
                      <a:pt x="68070" y="210675"/>
                    </a:lnTo>
                    <a:cubicBezTo>
                      <a:pt x="64536" y="214203"/>
                      <a:pt x="59849" y="216197"/>
                      <a:pt x="54779" y="216197"/>
                    </a:cubicBezTo>
                    <a:cubicBezTo>
                      <a:pt x="49785" y="216197"/>
                      <a:pt x="45021" y="214203"/>
                      <a:pt x="41487" y="210675"/>
                    </a:cubicBezTo>
                    <a:lnTo>
                      <a:pt x="28734" y="197944"/>
                    </a:lnTo>
                    <a:cubicBezTo>
                      <a:pt x="25200" y="194416"/>
                      <a:pt x="23279" y="189661"/>
                      <a:pt x="23279" y="184676"/>
                    </a:cubicBezTo>
                    <a:cubicBezTo>
                      <a:pt x="23279" y="179691"/>
                      <a:pt x="25200" y="174936"/>
                      <a:pt x="28734" y="171408"/>
                    </a:cubicBezTo>
                    <a:lnTo>
                      <a:pt x="36570" y="163586"/>
                    </a:lnTo>
                    <a:cubicBezTo>
                      <a:pt x="37185" y="162972"/>
                      <a:pt x="37569" y="160825"/>
                      <a:pt x="36878" y="159444"/>
                    </a:cubicBezTo>
                    <a:cubicBezTo>
                      <a:pt x="35418" y="156453"/>
                      <a:pt x="34112" y="153386"/>
                      <a:pt x="33036" y="150241"/>
                    </a:cubicBezTo>
                    <a:cubicBezTo>
                      <a:pt x="32498" y="148707"/>
                      <a:pt x="30654" y="147480"/>
                      <a:pt x="29886" y="147480"/>
                    </a:cubicBezTo>
                    <a:lnTo>
                      <a:pt x="18823" y="147480"/>
                    </a:lnTo>
                    <a:cubicBezTo>
                      <a:pt x="8451" y="147480"/>
                      <a:pt x="0" y="139044"/>
                      <a:pt x="0" y="128691"/>
                    </a:cubicBezTo>
                    <a:lnTo>
                      <a:pt x="0" y="110668"/>
                    </a:lnTo>
                    <a:cubicBezTo>
                      <a:pt x="0" y="100314"/>
                      <a:pt x="8451" y="91955"/>
                      <a:pt x="18823" y="91955"/>
                    </a:cubicBezTo>
                    <a:lnTo>
                      <a:pt x="29886" y="91955"/>
                    </a:lnTo>
                    <a:cubicBezTo>
                      <a:pt x="30654" y="91955"/>
                      <a:pt x="32498" y="90651"/>
                      <a:pt x="33036" y="89194"/>
                    </a:cubicBezTo>
                    <a:cubicBezTo>
                      <a:pt x="34112" y="86049"/>
                      <a:pt x="35418" y="82905"/>
                      <a:pt x="36878" y="79914"/>
                    </a:cubicBezTo>
                    <a:cubicBezTo>
                      <a:pt x="37569" y="78533"/>
                      <a:pt x="37185" y="76386"/>
                      <a:pt x="36570" y="75849"/>
                    </a:cubicBezTo>
                    <a:lnTo>
                      <a:pt x="28734" y="67950"/>
                    </a:lnTo>
                    <a:cubicBezTo>
                      <a:pt x="21435" y="60664"/>
                      <a:pt x="21435" y="48777"/>
                      <a:pt x="28734" y="41414"/>
                    </a:cubicBezTo>
                    <a:lnTo>
                      <a:pt x="41487" y="28683"/>
                    </a:lnTo>
                    <a:cubicBezTo>
                      <a:pt x="45021" y="25155"/>
                      <a:pt x="49785" y="23238"/>
                      <a:pt x="54779" y="23238"/>
                    </a:cubicBezTo>
                    <a:cubicBezTo>
                      <a:pt x="59849" y="23238"/>
                      <a:pt x="64536" y="25155"/>
                      <a:pt x="68070" y="28683"/>
                    </a:cubicBezTo>
                    <a:lnTo>
                      <a:pt x="75983" y="36583"/>
                    </a:lnTo>
                    <a:cubicBezTo>
                      <a:pt x="76214" y="36813"/>
                      <a:pt x="77059" y="37196"/>
                      <a:pt x="78211" y="37196"/>
                    </a:cubicBezTo>
                    <a:cubicBezTo>
                      <a:pt x="78903" y="37196"/>
                      <a:pt x="79594" y="37043"/>
                      <a:pt x="80055" y="36813"/>
                    </a:cubicBezTo>
                    <a:cubicBezTo>
                      <a:pt x="83051" y="35355"/>
                      <a:pt x="86201" y="34052"/>
                      <a:pt x="89351" y="32978"/>
                    </a:cubicBezTo>
                    <a:cubicBezTo>
                      <a:pt x="90811" y="32441"/>
                      <a:pt x="92117" y="30677"/>
                      <a:pt x="92117" y="29834"/>
                    </a:cubicBezTo>
                    <a:lnTo>
                      <a:pt x="92117" y="18790"/>
                    </a:lnTo>
                    <a:cubicBezTo>
                      <a:pt x="92117" y="8436"/>
                      <a:pt x="100491" y="0"/>
                      <a:pt x="11086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/>
              </a:p>
            </p:txBody>
          </p:sp>
          <p:sp>
            <p:nvSpPr>
              <p:cNvPr descr="2e12d7c7-489a-43c6-b59e-1f6c69b759f4" id="18" name="Text3">
                <a:extLst>
                  <a:ext uri="{FF2B5EF4-FFF2-40B4-BE49-F238E27FC236}">
                    <a16:creationId id="{53C084BB-CF0B-471F-9009-3D061584AB8B}"/>
                  </a:ext>
                </a:extLst>
              </p:cNvPr>
              <p:cNvSpPr/>
              <p:nvPr/>
            </p:nvSpPr>
            <p:spPr bwMode="auto">
              <a:xfrm flipH="false" flipV="false">
                <a:off x="7696285" y="4573326"/>
                <a:ext cx="3008886" cy="10261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  <a:spcBef>
                    <a:spcPct val="0"/>
                  </a:spcBef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可输出文本报告和JSON数据。</a:t>
                </a:r>
              </a:p>
            </p:txBody>
          </p:sp>
          <p:sp>
            <p:nvSpPr>
              <p:cNvPr descr="8393ca88-c546-4e51-9292-cf308f802256" id="19" name="Bullet3">
                <a:extLst>
                  <a:ext uri="{FF2B5EF4-FFF2-40B4-BE49-F238E27FC236}">
                    <a16:creationId id="{A3553F11-A43B-40C7-AB5D-652C6B9B1115}"/>
                  </a:ext>
                </a:extLst>
              </p:cNvPr>
              <p:cNvSpPr txBox="1"/>
              <p:nvPr/>
            </p:nvSpPr>
            <p:spPr bwMode="auto">
              <a:xfrm flipH="false" flipV="false">
                <a:off x="7696286" y="3891776"/>
                <a:ext cx="3008886" cy="681551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b" anchorCtr="tru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支持多种输出</a:t>
                </a:r>
              </a:p>
            </p:txBody>
          </p:sp>
        </p:grpSp>
      </p:grpSp>
      <p:sp>
        <p:nvSpPr>
          <p:cNvPr descr="697f60e6-d590-4202-9a4a-bde26f963db9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FFFFFF"/>
                </a:solidFill>
                <a:ea typeface="微软雅黑"/>
              </a:rPr>
              <a:t>可视化输出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9287d1e1-dca8-4e1f-bfc3-d2107bbdbd68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3600" u="none">
                <a:solidFill>
                  <a:srgbClr val="FFFFFF"/>
                </a:solidFill>
                <a:ea typeface="微软雅黑"/>
              </a:rPr>
              <a:t>指标获取与算法实现</a:t>
            </a:r>
          </a:p>
        </p:txBody>
      </p:sp>
      <p:sp>
        <p:nvSpPr>
          <p:cNvPr descr="8fa4c7ce-a26a-4c3a-abd4-ab3a82024325" id="3" name=""/>
          <p:cNvSpPr>
            <a:spLocks noGrp="1"/>
          </p:cNvSpPr>
          <p:nvPr>
            <p:ph hasCustomPrompt="1" idx="1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1600" u="none">
                <a:solidFill>
                  <a:srgbClr val="FFFFFF"/>
                </a:solidFill>
                <a:ea typeface="微软雅黑"/>
              </a:rPr>
              <a:t>深入理解指标与算法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151d6cfb-42a6-45cd-afb3-9c04b01fddbc" id="26" name="3eb5a5de-d8dd-450e-9f44-791221066ef6.source.3.zh-Hans.pptx">
            <a:extLst>
              <a:ext uri="{FF2B5EF4-FFF2-40B4-BE49-F238E27FC236}">
                <a16:creationId id="{6D983365-A6CE-041A-C6F7-D10CFD11F9FB}"/>
              </a:ext>
            </a:extLst>
          </p:cNvPr>
          <p:cNvGrpSpPr/>
          <p:nvPr/>
        </p:nvGrpSpPr>
        <p:grpSpPr>
          <a:xfrm>
            <a:off x="660400" y="1130300"/>
            <a:ext cx="10858500" cy="4800600"/>
            <a:chOff x="660400" y="1130300"/>
            <a:chExt cx="10858500" cy="4800600"/>
          </a:xfrm>
        </p:grpSpPr>
        <p:sp>
          <p:nvSpPr>
            <p:cNvPr descr="fc4d150e-808c-4e93-ae88-bbe4e96c2744" id="3" name="Title">
              <a:extLst>
                <a:ext uri="{FF2B5EF4-FFF2-40B4-BE49-F238E27FC236}">
                  <a16:creationId id="{17CD2956-0C6D-12ED-5A49-580792EBEE62}"/>
                </a:ext>
              </a:extLst>
            </p:cNvPr>
            <p:cNvSpPr txBox="1"/>
            <p:nvPr/>
          </p:nvSpPr>
          <p:spPr>
            <a:xfrm flipH="false" flipV="false"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anchor="t" anchorCtr="true" rtlCol="0" vert="horz" wrap="square">
              <a:normAutofit/>
            </a:bodyPr>
            <a:lstStyle/>
            <a:p>
              <a:pPr algn="ctr"/>
              <a:r>
                <a:rPr b="true" i="false" lang="en-US" sz="2400" u="none">
                  <a:solidFill>
                    <a:srgbClr val="FFFFFF"/>
                  </a:solidFill>
                  <a:ea typeface="微软雅黑"/>
                </a:rPr>
                <a:t>明确数据获取来源与指标</a:t>
              </a:r>
            </a:p>
          </p:txBody>
        </p:sp>
        <p:grpSp>
          <p:nvGrpSpPr>
            <p:cNvPr descr="e2bfdf98-0dc5-4618-b0e2-856d4b6c267d" id="18" name="组合 17">
              <a:extLst>
                <a:ext uri="{FF2B5EF4-FFF2-40B4-BE49-F238E27FC236}">
                  <a16:creationId id="{0C8C5A8B-8B7D-1E66-9871-1EBE586D8A63}"/>
                </a:ext>
              </a:extLst>
            </p:cNvPr>
            <p:cNvGrpSpPr/>
            <p:nvPr/>
          </p:nvGrpSpPr>
          <p:grpSpPr>
            <a:xfrm>
              <a:off x="753908" y="2022324"/>
              <a:ext cx="10701492" cy="1139702"/>
              <a:chOff x="753908" y="2022324"/>
              <a:chExt cx="10701492" cy="1139702"/>
            </a:xfrm>
          </p:grpSpPr>
          <p:sp>
            <p:nvSpPr>
              <p:cNvPr descr="4ed58216-47e4-442d-b100-f18e8e804d08" id="6" name="ComponentBackground1">
                <a:extLst>
                  <a:ext uri="{FF2B5EF4-FFF2-40B4-BE49-F238E27FC236}">
                    <a16:creationId id="{CF90C8A7-4F45-4465-AFB9-3DCC6DFB81D6}"/>
                  </a:ext>
                </a:extLst>
              </p:cNvPr>
              <p:cNvSpPr/>
              <p:nvPr/>
            </p:nvSpPr>
            <p:spPr>
              <a:xfrm flipH="false" flipV="false">
                <a:off x="1252013" y="2022327"/>
                <a:ext cx="10203387" cy="1139699"/>
              </a:xfrm>
              <a:prstGeom prst="roundRect">
                <a:avLst>
                  <a:gd fmla="val 8860" name="adj"/>
                </a:avLst>
              </a:prstGeom>
              <a:solidFill>
                <a:schemeClr val="tx2">
                  <a:alpha val="15000"/>
                </a:schemeClr>
              </a:solidFill>
              <a:ln cap="rnd"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  <a:prstTxWarp prst="textNoShape">
                  <a:avLst/>
                </a:prstTxWarp>
                <a:normAutofit/>
              </a:bodyPr>
              <a:lstStyle/>
              <a:p>
                <a:pPr algn="ctr"/>
              </a:p>
            </p:txBody>
          </p:sp>
          <p:sp>
            <p:nvSpPr>
              <p:cNvPr descr="866e8d17-8829-4bc1-836e-2439ff3e7dc8" id="9" name="Number1">
                <a:extLst>
                  <a:ext uri="{FF2B5EF4-FFF2-40B4-BE49-F238E27FC236}">
                    <a16:creationId id="{D8884A5E-CB11-4D4B-AB11-715A75024356}"/>
                  </a:ext>
                </a:extLst>
              </p:cNvPr>
              <p:cNvSpPr/>
              <p:nvPr/>
            </p:nvSpPr>
            <p:spPr>
              <a:xfrm flipH="false" flipV="false" rot="16200000">
                <a:off x="433111" y="2343121"/>
                <a:ext cx="1139700" cy="498106"/>
              </a:xfrm>
              <a:prstGeom prst="round2SameRect">
                <a:avLst>
                  <a:gd fmla="val 34445" name="adj1"/>
                  <a:gd fmla="val 0" name="adj2"/>
                </a:avLst>
              </a:prstGeom>
              <a:solidFill>
                <a:schemeClr val="accent1"/>
              </a:solidFill>
              <a:ln cap="rnd" w="12700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b="true" i="false" lang="en-US" strike="noStrike" sz="1600" u="none">
                    <a:solidFill>
                      <a:srgbClr val="FFFFFF"/>
                    </a:solidFill>
                    <a:latin typeface="Arial"/>
                  </a:rPr>
                  <a:t>1</a:t>
                </a:r>
              </a:p>
            </p:txBody>
          </p:sp>
          <p:sp>
            <p:nvSpPr>
              <p:cNvPr descr="ded24cf2-efea-42db-ad7f-8e42bb51f2a0" id="10" name="Bullet1">
                <a:extLst>
                  <a:ext uri="{FF2B5EF4-FFF2-40B4-BE49-F238E27FC236}">
                    <a16:creationId id="{A413DFD1-5679-4A95-A647-63AE5B930BC7}"/>
                  </a:ext>
                </a:extLst>
              </p:cNvPr>
              <p:cNvSpPr txBox="1"/>
              <p:nvPr/>
            </p:nvSpPr>
            <p:spPr>
              <a:xfrm flipH="false" flipV="false">
                <a:off x="1354796" y="2074878"/>
                <a:ext cx="2020569" cy="1035497"/>
              </a:xfrm>
              <a:prstGeom prst="rect">
                <a:avLst/>
              </a:prstGeom>
              <a:noFill/>
            </p:spPr>
            <p:txBody>
              <a:bodyPr anchor="ctr" anchorCtr="false" rtlCol="0" wrap="square">
                <a:normAutofit/>
              </a:bodyPr>
              <a:lstStyle/>
              <a:p>
                <a:pPr algn="r"/>
                <a:r>
                  <a:rPr b="true" i="false" lang="en-US" strike="noStrike" sz="1800" u="none">
                    <a:solidFill>
                      <a:srgbClr val="FFFFFF"/>
                    </a:solidFill>
                    <a:latin typeface="Arial"/>
                  </a:rPr>
                  <a:t>OpenDigger API指标</a:t>
                </a:r>
              </a:p>
            </p:txBody>
          </p:sp>
          <p:sp>
            <p:nvSpPr>
              <p:cNvPr descr="f1f01863-e3a5-4620-b591-9e7b3ee3498e" id="13" name="Text1">
                <a:extLst>
                  <a:ext uri="{FF2B5EF4-FFF2-40B4-BE49-F238E27FC236}">
                    <a16:creationId id="{6C520451-457F-47B9-BA0F-642B3B0330BA}"/>
                  </a:ext>
                </a:extLst>
              </p:cNvPr>
              <p:cNvSpPr txBox="1"/>
              <p:nvPr/>
            </p:nvSpPr>
            <p:spPr>
              <a:xfrm flipH="false" flipV="false">
                <a:off x="3375365" y="2074878"/>
                <a:ext cx="7899400" cy="1035497"/>
              </a:xfrm>
              <a:prstGeom prst="rect">
                <a:avLst/>
              </a:prstGeom>
              <a:noFill/>
            </p:spPr>
            <p:txBody>
              <a:bodyPr anchor="ctr" anchorCtr="false" rtlCol="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包括OpenRank、Activity、Stars等多项指标。</a:t>
                </a:r>
              </a:p>
            </p:txBody>
          </p:sp>
        </p:grpSp>
        <p:grpSp>
          <p:nvGrpSpPr>
            <p:cNvPr descr="69aad539-4d2e-48b0-8c26-7bd70e32bd49" id="19" name="组合 18">
              <a:extLst>
                <a:ext uri="{FF2B5EF4-FFF2-40B4-BE49-F238E27FC236}">
                  <a16:creationId id="{7B7BEF72-6ABD-F178-4749-C9738FAB692B}"/>
                </a:ext>
              </a:extLst>
            </p:cNvPr>
            <p:cNvGrpSpPr/>
            <p:nvPr/>
          </p:nvGrpSpPr>
          <p:grpSpPr>
            <a:xfrm>
              <a:off x="753907" y="3406764"/>
              <a:ext cx="10695526" cy="1139700"/>
              <a:chOff x="753907" y="3406764"/>
              <a:chExt cx="10695526" cy="1139700"/>
            </a:xfrm>
          </p:grpSpPr>
          <p:sp>
            <p:nvSpPr>
              <p:cNvPr descr="2cbef84d-749a-48d6-9826-1f78ca56e4cf" id="22" name="ComponentBackground2">
                <a:extLst>
                  <a:ext uri="{FF2B5EF4-FFF2-40B4-BE49-F238E27FC236}">
                    <a16:creationId id="{C3FD0A9F-6E7A-4B6D-8123-4BE7FD5001F5}"/>
                  </a:ext>
                </a:extLst>
              </p:cNvPr>
              <p:cNvSpPr/>
              <p:nvPr/>
            </p:nvSpPr>
            <p:spPr>
              <a:xfrm flipH="false" flipV="false">
                <a:off x="1246046" y="3406764"/>
                <a:ext cx="10203387" cy="1139699"/>
              </a:xfrm>
              <a:prstGeom prst="roundRect">
                <a:avLst>
                  <a:gd fmla="val 8860" name="adj"/>
                </a:avLst>
              </a:prstGeom>
              <a:solidFill>
                <a:schemeClr val="tx2">
                  <a:alpha val="15000"/>
                </a:schemeClr>
              </a:solidFill>
              <a:ln cap="rnd"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  <a:prstTxWarp prst="textNoShape">
                  <a:avLst/>
                </a:prstTxWarp>
                <a:normAutofit/>
              </a:bodyPr>
              <a:lstStyle/>
              <a:p>
                <a:pPr algn="ctr"/>
              </a:p>
            </p:txBody>
          </p:sp>
          <p:sp>
            <p:nvSpPr>
              <p:cNvPr descr="b1035602-e684-41a2-9516-4fb17eb5ffbf" id="11" name="Bullet2">
                <a:extLst>
                  <a:ext uri="{FF2B5EF4-FFF2-40B4-BE49-F238E27FC236}">
                    <a16:creationId id="{9EE88F0A-7C4D-485C-B627-D68098882548}"/>
                  </a:ext>
                </a:extLst>
              </p:cNvPr>
              <p:cNvSpPr txBox="1"/>
              <p:nvPr/>
            </p:nvSpPr>
            <p:spPr>
              <a:xfrm flipH="false" flipV="false">
                <a:off x="1348829" y="3469640"/>
                <a:ext cx="2020569" cy="1035497"/>
              </a:xfrm>
              <a:prstGeom prst="rect">
                <a:avLst/>
              </a:prstGeom>
              <a:noFill/>
            </p:spPr>
            <p:txBody>
              <a:bodyPr anchor="ctr" anchorCtr="false" rtlCol="0" wrap="square">
                <a:normAutofit/>
              </a:bodyPr>
              <a:lstStyle/>
              <a:p>
                <a:pPr algn="r"/>
                <a:r>
                  <a:rPr b="true" i="false" lang="en-US" strike="noStrike" sz="1800" u="none">
                    <a:solidFill>
                      <a:srgbClr val="FFFFFF"/>
                    </a:solidFill>
                    <a:latin typeface="Arial"/>
                  </a:rPr>
                  <a:t>GitHub API指标</a:t>
                </a:r>
              </a:p>
            </p:txBody>
          </p:sp>
          <p:sp>
            <p:nvSpPr>
              <p:cNvPr descr="553366bb-8bfe-45dd-9ea9-1b447e9d319f" id="14" name="Text2">
                <a:extLst>
                  <a:ext uri="{FF2B5EF4-FFF2-40B4-BE49-F238E27FC236}">
                    <a16:creationId id="{9EB3A8A0-E357-4204-B2D3-E5FE90765258}"/>
                  </a:ext>
                </a:extLst>
              </p:cNvPr>
              <p:cNvSpPr txBox="1"/>
              <p:nvPr/>
            </p:nvSpPr>
            <p:spPr>
              <a:xfrm flipH="false" flipV="false">
                <a:off x="3369398" y="3469640"/>
                <a:ext cx="7899400" cy="1035497"/>
              </a:xfrm>
              <a:prstGeom prst="rect">
                <a:avLst/>
              </a:prstGeom>
              <a:noFill/>
            </p:spPr>
            <p:txBody>
              <a:bodyPr anchor="ctr" anchorCtr="false" rtlCol="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如Repository Info、Recent Activity等。</a:t>
                </a:r>
              </a:p>
            </p:txBody>
          </p:sp>
          <p:sp>
            <p:nvSpPr>
              <p:cNvPr descr="cdb7a9b4-2e17-4e81-969d-606dd1c41981" id="16" name="Number2">
                <a:extLst>
                  <a:ext uri="{FF2B5EF4-FFF2-40B4-BE49-F238E27FC236}">
                    <a16:creationId id="{298D5060-F6F5-7BB2-31DD-29F9006BB4CA}"/>
                  </a:ext>
                </a:extLst>
              </p:cNvPr>
              <p:cNvSpPr/>
              <p:nvPr/>
            </p:nvSpPr>
            <p:spPr>
              <a:xfrm flipH="false" flipV="false" rot="16200000">
                <a:off x="433110" y="3727561"/>
                <a:ext cx="1139700" cy="498106"/>
              </a:xfrm>
              <a:prstGeom prst="round2SameRect">
                <a:avLst>
                  <a:gd fmla="val 34445" name="adj1"/>
                  <a:gd fmla="val 0" name="adj2"/>
                </a:avLst>
              </a:prstGeom>
              <a:solidFill>
                <a:schemeClr val="accent1"/>
              </a:solidFill>
              <a:ln cap="rnd" w="12700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b="true" i="false" lang="en-US" strike="noStrike" sz="1600" u="none">
                    <a:solidFill>
                      <a:srgbClr val="FFFFFF"/>
                    </a:solidFill>
                    <a:latin typeface="Arial"/>
                  </a:rPr>
                  <a:t>2</a:t>
                </a:r>
              </a:p>
            </p:txBody>
          </p:sp>
        </p:grpSp>
        <p:grpSp>
          <p:nvGrpSpPr>
            <p:cNvPr descr="b7d844f1-489c-4154-8611-945ee4a21344" id="20" name="组合 19">
              <a:extLst>
                <a:ext uri="{FF2B5EF4-FFF2-40B4-BE49-F238E27FC236}">
                  <a16:creationId id="{BEF33BCC-10D6-553E-8226-955499529991}"/>
                </a:ext>
              </a:extLst>
            </p:cNvPr>
            <p:cNvGrpSpPr/>
            <p:nvPr/>
          </p:nvGrpSpPr>
          <p:grpSpPr>
            <a:xfrm>
              <a:off x="747734" y="4791200"/>
              <a:ext cx="10707666" cy="1139700"/>
              <a:chOff x="747734" y="4791200"/>
              <a:chExt cx="10707666" cy="1139700"/>
            </a:xfrm>
          </p:grpSpPr>
          <p:sp>
            <p:nvSpPr>
              <p:cNvPr descr="30100bc1-d7dc-4786-ada9-451b20e32cdc" id="23" name="ComponentBackground3">
                <a:extLst>
                  <a:ext uri="{FF2B5EF4-FFF2-40B4-BE49-F238E27FC236}">
                    <a16:creationId id="{EA504470-FB2F-43B9-97C3-15B53CB3ABBE}"/>
                  </a:ext>
                </a:extLst>
              </p:cNvPr>
              <p:cNvSpPr/>
              <p:nvPr/>
            </p:nvSpPr>
            <p:spPr>
              <a:xfrm flipH="false" flipV="false">
                <a:off x="1252013" y="4791201"/>
                <a:ext cx="10203387" cy="1139699"/>
              </a:xfrm>
              <a:prstGeom prst="roundRect">
                <a:avLst>
                  <a:gd fmla="val 8860" name="adj"/>
                </a:avLst>
              </a:prstGeom>
              <a:solidFill>
                <a:schemeClr val="tx2">
                  <a:alpha val="15000"/>
                </a:schemeClr>
              </a:solidFill>
              <a:ln cap="rnd"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  <a:prstTxWarp prst="textNoShape">
                  <a:avLst/>
                </a:prstTxWarp>
                <a:normAutofit/>
              </a:bodyPr>
              <a:lstStyle/>
              <a:p>
                <a:pPr algn="ctr"/>
              </a:p>
            </p:txBody>
          </p:sp>
          <p:sp>
            <p:nvSpPr>
              <p:cNvPr descr="18a8c352-a77f-41c0-b159-e3ca61e7cf0a" id="12" name="Bullet3">
                <a:extLst>
                  <a:ext uri="{FF2B5EF4-FFF2-40B4-BE49-F238E27FC236}">
                    <a16:creationId id="{A8A0E606-18D8-4307-A7F7-23713A5CD60C}"/>
                  </a:ext>
                </a:extLst>
              </p:cNvPr>
              <p:cNvSpPr txBox="1"/>
              <p:nvPr/>
            </p:nvSpPr>
            <p:spPr>
              <a:xfrm flipH="false" flipV="false">
                <a:off x="1348829" y="4864402"/>
                <a:ext cx="2020569" cy="1035497"/>
              </a:xfrm>
              <a:prstGeom prst="rect">
                <a:avLst/>
              </a:prstGeom>
              <a:noFill/>
            </p:spPr>
            <p:txBody>
              <a:bodyPr anchor="ctr" anchorCtr="false" rtlCol="0" wrap="square">
                <a:normAutofit/>
              </a:bodyPr>
              <a:lstStyle/>
              <a:p>
                <a:pPr algn="r"/>
                <a:r>
                  <a:rPr b="true" i="false" lang="en-US" strike="noStrike" sz="1800" u="none">
                    <a:solidFill>
                      <a:srgbClr val="FFFFFF"/>
                    </a:solidFill>
                    <a:ea typeface="微软雅黑"/>
                  </a:rPr>
                  <a:t>指标作用说明</a:t>
                </a:r>
              </a:p>
            </p:txBody>
          </p:sp>
          <p:sp>
            <p:nvSpPr>
              <p:cNvPr descr="9da5dff8-b5f8-4c1e-ae94-6c3d82d61a21" id="15" name="Text3">
                <a:extLst>
                  <a:ext uri="{FF2B5EF4-FFF2-40B4-BE49-F238E27FC236}">
                    <a16:creationId id="{D47CF729-0B47-4D4A-B250-213C9E9E8DB4}"/>
                  </a:ext>
                </a:extLst>
              </p:cNvPr>
              <p:cNvSpPr txBox="1"/>
              <p:nvPr/>
            </p:nvSpPr>
            <p:spPr>
              <a:xfrm flipH="false" flipV="false">
                <a:off x="3369398" y="4864402"/>
                <a:ext cx="7899400" cy="1035497"/>
              </a:xfrm>
              <a:prstGeom prst="rect">
                <a:avLst/>
              </a:prstGeom>
              <a:noFill/>
            </p:spPr>
            <p:txBody>
              <a:bodyPr anchor="ctr" anchorCtr="false" rtlCol="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各指标可衡量项目不同方面的特征。</a:t>
                </a:r>
              </a:p>
            </p:txBody>
          </p:sp>
          <p:sp>
            <p:nvSpPr>
              <p:cNvPr descr="4a2a39e5-c59c-49dd-b872-533b1e95735c" id="17" name="Number3">
                <a:extLst>
                  <a:ext uri="{FF2B5EF4-FFF2-40B4-BE49-F238E27FC236}">
                    <a16:creationId id="{5DB7219F-9FAB-D4AB-7383-AEE3D692FD88}"/>
                  </a:ext>
                </a:extLst>
              </p:cNvPr>
              <p:cNvSpPr/>
              <p:nvPr/>
            </p:nvSpPr>
            <p:spPr>
              <a:xfrm flipH="false" flipV="false" rot="16200000">
                <a:off x="426937" y="5111997"/>
                <a:ext cx="1139700" cy="498106"/>
              </a:xfrm>
              <a:prstGeom prst="round2SameRect">
                <a:avLst>
                  <a:gd fmla="val 34445" name="adj1"/>
                  <a:gd fmla="val 0" name="adj2"/>
                </a:avLst>
              </a:prstGeom>
              <a:solidFill>
                <a:schemeClr val="accent1"/>
              </a:solidFill>
              <a:ln cap="rnd" w="12700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b="true" i="false" lang="en-US" strike="noStrike" sz="1600" u="none">
                    <a:solidFill>
                      <a:srgbClr val="FFFFFF"/>
                    </a:solidFill>
                    <a:latin typeface="Arial"/>
                  </a:rPr>
                  <a:t>3</a:t>
                </a:r>
              </a:p>
            </p:txBody>
          </p:sp>
        </p:grpSp>
      </p:grpSp>
      <p:sp>
        <p:nvSpPr>
          <p:cNvPr descr="697f60e6-d590-4202-9a4a-bde26f963db9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FFFFFF"/>
                </a:solidFill>
                <a:ea typeface="微软雅黑"/>
              </a:rPr>
              <a:t>数据获取指标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bb4007c1-8742-46be-b951-4ae357a4f1e0" id="35" name="e879a752-9be4-47c0-a361-228ab7e229d2.source.4.zh-Hans.pptx">
            <a:extLst>
              <a:ext uri="{FF2B5EF4-FFF2-40B4-BE49-F238E27FC236}">
                <a16:creationId id="{578463F5-42F7-C2F5-7068-87141DDB2066}"/>
              </a:ext>
            </a:extLst>
          </p:cNvPr>
          <p:cNvGrpSpPr/>
          <p:nvPr/>
        </p:nvGrpSpPr>
        <p:grpSpPr>
          <a:xfrm>
            <a:off x="660400" y="1129576"/>
            <a:ext cx="10858500" cy="4992703"/>
            <a:chOff x="660400" y="1141397"/>
            <a:chExt cx="10858500" cy="4992703"/>
          </a:xfrm>
        </p:grpSpPr>
        <p:grpSp>
          <p:nvGrpSpPr>
            <p:cNvPr descr="e1365765-3475-4707-9bf9-03e30a323794" id="3" name="组合 2">
              <a:extLst>
                <a:ext uri="{FF2B5EF4-FFF2-40B4-BE49-F238E27FC236}">
                  <a16:creationId id="{E00A7A7F-33B3-61CD-7476-51315A0A74DB}"/>
                </a:ext>
              </a:extLst>
            </p:cNvPr>
            <p:cNvGrpSpPr/>
            <p:nvPr/>
          </p:nvGrpSpPr>
          <p:grpSpPr>
            <a:xfrm>
              <a:off x="660400" y="1141397"/>
              <a:ext cx="10858500" cy="4992703"/>
              <a:chOff x="660400" y="1141397"/>
              <a:chExt cx="10858500" cy="4992703"/>
            </a:xfrm>
          </p:grpSpPr>
          <p:sp>
            <p:nvSpPr>
              <p:cNvPr descr="99b061ef-0712-4014-bd93-7e14fe81cff1" id="2" name="Title">
                <a:extLst>
                  <a:ext uri="{FF2B5EF4-FFF2-40B4-BE49-F238E27FC236}">
                    <a16:creationId id="{AB7EAD45-F786-61FF-C21D-A8605D9ED592}"/>
                  </a:ext>
                </a:extLst>
              </p:cNvPr>
              <p:cNvSpPr/>
              <p:nvPr/>
            </p:nvSpPr>
            <p:spPr>
              <a:xfrm flipH="false" flipV="false">
                <a:off x="660400" y="1141397"/>
                <a:ext cx="10858500" cy="853692"/>
              </a:xfrm>
              <a:prstGeom prst="roundRect">
                <a:avLst>
                  <a:gd fmla="val 14472" name="adj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square">
                <a:normAutofit/>
              </a:bodyPr>
              <a:lstStyle/>
              <a:p>
                <a:pPr algn="l"/>
                <a:r>
                  <a:rPr b="true" i="false" lang="en-US" sz="2400" u="none">
                    <a:solidFill>
                      <a:srgbClr val="FFFFFF"/>
                    </a:solidFill>
                    <a:ea typeface="微软雅黑"/>
                  </a:rPr>
                  <a:t>了解分层算法原理与实现</a:t>
                </a:r>
              </a:p>
            </p:txBody>
          </p:sp>
          <p:grpSp>
            <p:nvGrpSpPr>
              <p:cNvPr descr="f060d7ee-ffdf-47fa-849d-ba173c41f047" id="28" name="组合 27">
                <a:extLst>
                  <a:ext uri="{FF2B5EF4-FFF2-40B4-BE49-F238E27FC236}">
                    <a16:creationId id="{0FEABD27-BA69-3707-9C00-2C69C00064FF}"/>
                  </a:ext>
                </a:extLst>
              </p:cNvPr>
              <p:cNvGrpSpPr/>
              <p:nvPr/>
            </p:nvGrpSpPr>
            <p:grpSpPr>
              <a:xfrm>
                <a:off x="660400" y="3271960"/>
                <a:ext cx="2606574" cy="2862140"/>
                <a:chOff x="660400" y="3271960"/>
                <a:chExt cx="2606574" cy="2862140"/>
              </a:xfrm>
            </p:grpSpPr>
            <p:sp>
              <p:nvSpPr>
                <p:cNvPr descr="adea1419-f49a-47b8-a2d8-ef4372cd1de7" id="4" name="Bullet1">
                  <a:extLst>
                    <a:ext uri="{FF2B5EF4-FFF2-40B4-BE49-F238E27FC236}">
                      <a16:creationId id="{87D3F54C-011B-9571-7CA3-0CF1804CE208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true" flipV="false">
                  <a:off x="1116067" y="3271960"/>
                  <a:ext cx="2150906" cy="438390"/>
                </a:xfrm>
                <a:prstGeom prst="rect">
                  <a:avLst/>
                </a:prstGeom>
                <a:noFill/>
              </p:spPr>
              <p:txBody>
                <a:bodyPr anchor="ctr" anchorCtr="false" bIns="45720" lIns="91440" rIns="91440" tIns="45720" wrap="square">
                  <a:normAutofit/>
                </a:bodyPr>
                <a:lstStyle>
                  <a:defPPr>
                    <a:defRPr lang="en-US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b="true" i="false" lang="en-US" sz="1800" u="none">
                      <a:solidFill>
                        <a:srgbClr val="FFFFFF"/>
                      </a:solidFill>
                      <a:ea typeface="微软雅黑"/>
                    </a:rPr>
                    <a:t>算法原理介绍</a:t>
                  </a:r>
                </a:p>
              </p:txBody>
            </p:sp>
            <p:sp>
              <p:nvSpPr>
                <p:cNvPr descr="6b9a8221-44a6-4123-a179-af2c40386c27" id="5" name="Text1">
                  <a:extLst>
                    <a:ext uri="{FF2B5EF4-FFF2-40B4-BE49-F238E27FC236}">
                      <a16:creationId id="{842086CC-F24F-ED36-28E6-95E56308552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1116068" y="3792900"/>
                  <a:ext cx="2150906" cy="2341200"/>
                </a:xfrm>
                <a:prstGeom prst="rect">
                  <a:avLst/>
                </a:prstGeom>
                <a:noFill/>
              </p:spPr>
              <p:txBody>
                <a:bodyPr anchor="t" anchorCtr="false" rtlCol="0" wrap="square">
                  <a:normAutofit/>
                </a:bodyPr>
                <a:lstStyle>
                  <a:defPPr>
                    <a:defRPr lang="zh-CN"/>
                  </a:defPPr>
                  <a:lvl1pPr algn="ctr" defTabSz="914400" eaLnBrk="1" hangingPunct="1" latinLnBrk="0" marL="0" rtl="0">
                    <a:lnSpc>
                      <a:spcPct val="150000"/>
                    </a:lnSpc>
                    <a:defRPr kern="1200" sz="120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FFFFFF"/>
                      </a:solidFill>
                      <a:latin typeface="Arial"/>
                    </a:rPr>
                    <a:t>GMM是一种概率模型，用于对项目进行概率化分层。</a:t>
                  </a:r>
                </a:p>
              </p:txBody>
            </p:sp>
            <p:sp>
              <p:nvSpPr>
                <p:cNvPr descr="40c00e9f-bd47-412c-8969-1589cd0d7930" id="6" name="Number1">
                  <a:extLst>
                    <a:ext uri="{FF2B5EF4-FFF2-40B4-BE49-F238E27FC236}">
                      <a16:creationId id="{3879B731-F281-231B-0E97-10C6384957BB}"/>
                    </a:ext>
                  </a:extLst>
                </p:cNvPr>
                <p:cNvSpPr/>
                <p:nvPr/>
              </p:nvSpPr>
              <p:spPr>
                <a:xfrm flipH="false" flipV="false">
                  <a:off x="660400" y="3304044"/>
                  <a:ext cx="455665" cy="457200"/>
                </a:xfrm>
                <a:prstGeom prst="ellipse">
                  <a:avLst/>
                </a:prstGeom>
                <a:solidFill>
                  <a:schemeClr val="accent1"/>
                </a:solidFill>
                <a:ln cap="rnd" w="57150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compatLnSpc="1" forceAA="0" fromWordArt="0" lIns="91440" numCol="1" rIns="91440" rot="0" rtlCol="0" spcCol="0" spcFirstLastPara="0" tIns="45720" vert="horz" wrap="non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b="true" i="false" lang="en-US" sz="1400" u="none">
                      <a:solidFill>
                        <a:srgbClr val="FFFFFF"/>
                      </a:solidFill>
                      <a:latin typeface="Arial"/>
                    </a:rPr>
                    <a:t>1</a:t>
                  </a:r>
                </a:p>
              </p:txBody>
            </p:sp>
          </p:grpSp>
          <p:grpSp>
            <p:nvGrpSpPr>
              <p:cNvPr descr="4c2cdbf7-b0ac-4b45-a6d5-1b6f6636dd14" id="29" name="组合 28">
                <a:extLst>
                  <a:ext uri="{FF2B5EF4-FFF2-40B4-BE49-F238E27FC236}">
                    <a16:creationId id="{F116810A-B2D1-3CF7-06CF-2CD3F505BEA8}"/>
                  </a:ext>
                </a:extLst>
              </p:cNvPr>
              <p:cNvGrpSpPr/>
              <p:nvPr/>
            </p:nvGrpSpPr>
            <p:grpSpPr>
              <a:xfrm>
                <a:off x="3389596" y="3271960"/>
                <a:ext cx="2606574" cy="2862140"/>
                <a:chOff x="3389596" y="3271960"/>
                <a:chExt cx="2606574" cy="2862140"/>
              </a:xfrm>
            </p:grpSpPr>
            <p:sp>
              <p:nvSpPr>
                <p:cNvPr descr="d952065f-3858-4aed-b487-7f2e6e47978e" id="11" name="Bullet2">
                  <a:extLst>
                    <a:ext uri="{FF2B5EF4-FFF2-40B4-BE49-F238E27FC236}">
                      <a16:creationId id="{CAEA92A5-23B6-8290-DE35-07D4969AB973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true" flipV="false">
                  <a:off x="3845263" y="3271960"/>
                  <a:ext cx="2150906" cy="438390"/>
                </a:xfrm>
                <a:prstGeom prst="rect">
                  <a:avLst/>
                </a:prstGeom>
                <a:noFill/>
              </p:spPr>
              <p:txBody>
                <a:bodyPr anchor="ctr" anchorCtr="false" bIns="45720" lIns="91440" rIns="91440" tIns="45720" wrap="square">
                  <a:normAutofit/>
                </a:bodyPr>
                <a:lstStyle>
                  <a:defPPr>
                    <a:defRPr lang="en-US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b="true" i="false" lang="en-US" sz="1800" u="none">
                      <a:solidFill>
                        <a:srgbClr val="FFFFFF"/>
                      </a:solidFill>
                      <a:ea typeface="微软雅黑"/>
                    </a:rPr>
                    <a:t>实现细节代码</a:t>
                  </a:r>
                </a:p>
              </p:txBody>
            </p:sp>
            <p:sp>
              <p:nvSpPr>
                <p:cNvPr descr="682900aa-acf9-44bf-a8b2-0d327c59ccfe" id="12" name="Text2">
                  <a:extLst>
                    <a:ext uri="{FF2B5EF4-FFF2-40B4-BE49-F238E27FC236}">
                      <a16:creationId id="{2C7C2796-4399-11C6-7C18-FA46EB0C808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3845264" y="3792900"/>
                  <a:ext cx="2150906" cy="2341200"/>
                </a:xfrm>
                <a:prstGeom prst="rect">
                  <a:avLst/>
                </a:prstGeom>
                <a:noFill/>
              </p:spPr>
              <p:txBody>
                <a:bodyPr anchor="t" anchorCtr="false" rtlCol="0" wrap="square">
                  <a:normAutofit/>
                </a:bodyPr>
                <a:lstStyle>
                  <a:defPPr>
                    <a:defRPr lang="zh-CN"/>
                  </a:defPPr>
                  <a:lvl1pPr algn="ctr" defTabSz="914400" eaLnBrk="1" hangingPunct="1" latinLnBrk="0" marL="0" rtl="0">
                    <a:lnSpc>
                      <a:spcPct val="150000"/>
                    </a:lnSpc>
                    <a:defRPr kern="1200" sz="120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FFFFFF"/>
                      </a:solidFill>
                      <a:ea typeface="微软雅黑"/>
                    </a:rPr>
                    <a:t>展示部分算法实现代码，如生成合成基准数据。</a:t>
                  </a:r>
                </a:p>
              </p:txBody>
            </p:sp>
            <p:sp>
              <p:nvSpPr>
                <p:cNvPr descr="fa7455b1-0cd4-42c2-894e-29dc3db20694" id="13" name="Number2">
                  <a:extLst>
                    <a:ext uri="{FF2B5EF4-FFF2-40B4-BE49-F238E27FC236}">
                      <a16:creationId id="{59F72626-3F18-DD50-FE26-355560F62173}"/>
                    </a:ext>
                  </a:extLst>
                </p:cNvPr>
                <p:cNvSpPr/>
                <p:nvPr/>
              </p:nvSpPr>
              <p:spPr>
                <a:xfrm flipH="false" flipV="false">
                  <a:off x="3389596" y="3304044"/>
                  <a:ext cx="455665" cy="457200"/>
                </a:xfrm>
                <a:prstGeom prst="ellipse">
                  <a:avLst/>
                </a:prstGeom>
                <a:solidFill>
                  <a:schemeClr val="accent1"/>
                </a:solidFill>
                <a:ln cap="rnd" w="57150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compatLnSpc="1" forceAA="0" fromWordArt="0" lIns="91440" numCol="1" rIns="91440" rot="0" rtlCol="0" spcCol="0" spcFirstLastPara="0" tIns="45720" vert="horz" wrap="non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b="true" i="false" lang="en-US" sz="1400" u="none">
                      <a:solidFill>
                        <a:srgbClr val="FFFFFF"/>
                      </a:solidFill>
                      <a:latin typeface="Arial"/>
                    </a:rPr>
                    <a:t>2</a:t>
                  </a:r>
                </a:p>
              </p:txBody>
            </p:sp>
          </p:grpSp>
          <p:grpSp>
            <p:nvGrpSpPr>
              <p:cNvPr descr="9ea1d8dc-2345-44b7-9bdc-744db0a43913" id="30" name="组合 29">
                <a:extLst>
                  <a:ext uri="{FF2B5EF4-FFF2-40B4-BE49-F238E27FC236}">
                    <a16:creationId id="{FCE30AA7-3CAF-103C-17FB-746308CBD866}"/>
                  </a:ext>
                </a:extLst>
              </p:cNvPr>
              <p:cNvGrpSpPr/>
              <p:nvPr/>
            </p:nvGrpSpPr>
            <p:grpSpPr>
              <a:xfrm>
                <a:off x="6118792" y="3271960"/>
                <a:ext cx="2606574" cy="2862140"/>
                <a:chOff x="6118792" y="3271960"/>
                <a:chExt cx="2606574" cy="2862140"/>
              </a:xfrm>
            </p:grpSpPr>
            <p:sp>
              <p:nvSpPr>
                <p:cNvPr descr="bd14946b-a7e8-48d8-b7b8-bd3971c24b06" id="15" name="Bullet3">
                  <a:extLst>
                    <a:ext uri="{FF2B5EF4-FFF2-40B4-BE49-F238E27FC236}">
                      <a16:creationId id="{92B27383-A253-8280-C90B-5DC18F6FCB53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true" flipV="false">
                  <a:off x="6574459" y="3271960"/>
                  <a:ext cx="2150906" cy="438390"/>
                </a:xfrm>
                <a:prstGeom prst="rect">
                  <a:avLst/>
                </a:prstGeom>
                <a:noFill/>
              </p:spPr>
              <p:txBody>
                <a:bodyPr anchor="ctr" anchorCtr="false" bIns="45720" lIns="91440" rIns="91440" tIns="45720" wrap="square">
                  <a:normAutofit/>
                </a:bodyPr>
                <a:lstStyle>
                  <a:defPPr>
                    <a:defRPr lang="en-US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b="true" i="false" lang="en-US" sz="1800" u="none">
                      <a:solidFill>
                        <a:srgbClr val="FFFFFF"/>
                      </a:solidFill>
                      <a:ea typeface="微软雅黑"/>
                    </a:rPr>
                    <a:t>分层指标选择</a:t>
                  </a:r>
                </a:p>
              </p:txBody>
            </p:sp>
            <p:sp>
              <p:nvSpPr>
                <p:cNvPr descr="72809a82-bc7a-447e-97fd-c06af92aba59" id="16" name="Text3">
                  <a:extLst>
                    <a:ext uri="{FF2B5EF4-FFF2-40B4-BE49-F238E27FC236}">
                      <a16:creationId id="{51184CD6-903B-762E-2296-3A9F9C47173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6574460" y="3792900"/>
                  <a:ext cx="2150906" cy="2341200"/>
                </a:xfrm>
                <a:prstGeom prst="rect">
                  <a:avLst/>
                </a:prstGeom>
                <a:noFill/>
              </p:spPr>
              <p:txBody>
                <a:bodyPr anchor="t" anchorCtr="false" rtlCol="0" wrap="square">
                  <a:normAutofit/>
                </a:bodyPr>
                <a:lstStyle>
                  <a:defPPr>
                    <a:defRPr lang="zh-CN"/>
                  </a:defPPr>
                  <a:lvl1pPr algn="ctr" defTabSz="914400" eaLnBrk="1" hangingPunct="1" latinLnBrk="0" marL="0" rtl="0">
                    <a:lnSpc>
                      <a:spcPct val="150000"/>
                    </a:lnSpc>
                    <a:defRPr kern="1200" sz="120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FFFFFF"/>
                      </a:solidFill>
                      <a:ea typeface="微软雅黑"/>
                    </a:rPr>
                    <a:t>基于平均OpenRank、总Stars数、最大贡献者数等指标分层。</a:t>
                  </a:r>
                </a:p>
              </p:txBody>
            </p:sp>
            <p:sp>
              <p:nvSpPr>
                <p:cNvPr descr="b9dde2f4-684a-4376-b32c-f88cb8e4cf43" id="17" name="Number3">
                  <a:extLst>
                    <a:ext uri="{FF2B5EF4-FFF2-40B4-BE49-F238E27FC236}">
                      <a16:creationId id="{34F045FE-D783-4CCD-1FC2-57EA8C982F24}"/>
                    </a:ext>
                  </a:extLst>
                </p:cNvPr>
                <p:cNvSpPr/>
                <p:nvPr/>
              </p:nvSpPr>
              <p:spPr>
                <a:xfrm flipH="false" flipV="false">
                  <a:off x="6118792" y="3304044"/>
                  <a:ext cx="455665" cy="457200"/>
                </a:xfrm>
                <a:prstGeom prst="ellipse">
                  <a:avLst/>
                </a:prstGeom>
                <a:solidFill>
                  <a:schemeClr val="accent1"/>
                </a:solidFill>
                <a:ln cap="rnd" w="57150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compatLnSpc="1" forceAA="0" fromWordArt="0" lIns="91440" numCol="1" rIns="91440" rot="0" rtlCol="0" spcCol="0" spcFirstLastPara="0" tIns="45720" vert="horz" wrap="non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b="true" i="false" lang="en-US" sz="1400" u="none">
                      <a:solidFill>
                        <a:srgbClr val="FFFFFF"/>
                      </a:solidFill>
                      <a:latin typeface="Arial"/>
                    </a:rPr>
                    <a:t>3</a:t>
                  </a:r>
                </a:p>
              </p:txBody>
            </p:sp>
          </p:grpSp>
          <p:grpSp>
            <p:nvGrpSpPr>
              <p:cNvPr descr="8efabdd5-ebe7-4b53-a7a9-e146c52f62aa" id="31" name="组合 30">
                <a:extLst>
                  <a:ext uri="{FF2B5EF4-FFF2-40B4-BE49-F238E27FC236}">
                    <a16:creationId id="{9B4E1358-D252-D1FC-0A22-1B3ED8BD7136}"/>
                  </a:ext>
                </a:extLst>
              </p:cNvPr>
              <p:cNvGrpSpPr/>
              <p:nvPr/>
            </p:nvGrpSpPr>
            <p:grpSpPr>
              <a:xfrm>
                <a:off x="8847990" y="3271960"/>
                <a:ext cx="2606574" cy="2862140"/>
                <a:chOff x="8847990" y="3271960"/>
                <a:chExt cx="2606574" cy="2862140"/>
              </a:xfrm>
            </p:grpSpPr>
            <p:sp>
              <p:nvSpPr>
                <p:cNvPr descr="271c9514-b720-4222-91d4-655aa599289c" id="19" name="Bullet4">
                  <a:extLst>
                    <a:ext uri="{FF2B5EF4-FFF2-40B4-BE49-F238E27FC236}">
                      <a16:creationId id="{E0D30CD4-566A-51A8-9801-DB18D90F6633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true" flipV="false">
                  <a:off x="9303656" y="3271960"/>
                  <a:ext cx="2150906" cy="438390"/>
                </a:xfrm>
                <a:prstGeom prst="rect">
                  <a:avLst/>
                </a:prstGeom>
                <a:noFill/>
              </p:spPr>
              <p:txBody>
                <a:bodyPr anchor="ctr" anchorCtr="false" bIns="45720" lIns="91440" rIns="91440" tIns="45720" wrap="square">
                  <a:normAutofit/>
                </a:bodyPr>
                <a:lstStyle>
                  <a:defPPr>
                    <a:defRPr lang="en-US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b="true" i="false" lang="en-US" sz="1800" u="none">
                      <a:solidFill>
                        <a:srgbClr val="FFFFFF"/>
                      </a:solidFill>
                      <a:ea typeface="微软雅黑"/>
                    </a:rPr>
                    <a:t>层级类别定义</a:t>
                  </a:r>
                </a:p>
              </p:txBody>
            </p:sp>
            <p:sp>
              <p:nvSpPr>
                <p:cNvPr descr="feda5ee5-1f8a-4f72-b752-9bc83bb0e6bd" id="20" name="Text4">
                  <a:extLst>
                    <a:ext uri="{FF2B5EF4-FFF2-40B4-BE49-F238E27FC236}">
                      <a16:creationId id="{09A9ACDE-5C0F-75CB-7A99-403B621BFA5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9303658" y="3792900"/>
                  <a:ext cx="2150906" cy="2341200"/>
                </a:xfrm>
                <a:prstGeom prst="rect">
                  <a:avLst/>
                </a:prstGeom>
                <a:noFill/>
              </p:spPr>
              <p:txBody>
                <a:bodyPr anchor="t" anchorCtr="false" rtlCol="0" wrap="square">
                  <a:normAutofit/>
                </a:bodyPr>
                <a:lstStyle>
                  <a:defPPr>
                    <a:defRPr lang="zh-CN"/>
                  </a:defPPr>
                  <a:lvl1pPr algn="ctr" defTabSz="914400" eaLnBrk="1" hangingPunct="1" latinLnBrk="0" marL="0" rtl="0">
                    <a:lnSpc>
                      <a:spcPct val="150000"/>
                    </a:lnSpc>
                    <a:defRPr kern="1200" sz="120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FFFFFF"/>
                      </a:solidFill>
                      <a:ea typeface="微软雅黑"/>
                    </a:rPr>
                    <a:t>明确GIANT、MATURE、GROWING、EMERGING四个层级定义。</a:t>
                  </a:r>
                </a:p>
              </p:txBody>
            </p:sp>
            <p:sp>
              <p:nvSpPr>
                <p:cNvPr descr="e8f6520c-0d0e-4e07-b653-fdd2591cc6b0" id="21" name="Number4">
                  <a:extLst>
                    <a:ext uri="{FF2B5EF4-FFF2-40B4-BE49-F238E27FC236}">
                      <a16:creationId id="{9256FB04-2B03-455E-C38A-BD256CA6A3A9}"/>
                    </a:ext>
                  </a:extLst>
                </p:cNvPr>
                <p:cNvSpPr/>
                <p:nvPr/>
              </p:nvSpPr>
              <p:spPr>
                <a:xfrm flipH="false" flipV="false">
                  <a:off x="8847990" y="3304044"/>
                  <a:ext cx="455665" cy="457200"/>
                </a:xfrm>
                <a:prstGeom prst="ellipse">
                  <a:avLst/>
                </a:prstGeom>
                <a:solidFill>
                  <a:schemeClr val="accent1"/>
                </a:solidFill>
                <a:ln cap="rnd" w="57150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compatLnSpc="1" forceAA="0" fromWordArt="0" lIns="91440" numCol="1" rIns="91440" rot="0" rtlCol="0" spcCol="0" spcFirstLastPara="0" tIns="45720" vert="horz" wrap="non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b="true" i="false" lang="en-US" sz="1400" u="none">
                      <a:solidFill>
                        <a:srgbClr val="FFFFFF"/>
                      </a:solidFill>
                      <a:latin typeface="Arial"/>
                    </a:rPr>
                    <a:t>4</a:t>
                  </a:r>
                </a:p>
              </p:txBody>
            </p:sp>
          </p:grpSp>
        </p:grpSp>
        <p:cxnSp>
          <p:nvCxnSpPr>
            <p:cNvPr descr="a45c4c5b-a5b8-4b5d-a676-e6bf1375ef6d" id="7" name="连接符: 肘形 6">
              <a:extLst>
                <a:ext uri="{FF2B5EF4-FFF2-40B4-BE49-F238E27FC236}">
                  <a16:creationId id="{6B8B8047-E2F7-878E-6356-5844E29E6AB2}"/>
                </a:ext>
              </a:extLst>
            </p:cNvPr>
            <p:cNvCxnSpPr>
              <a:cxnSpLocks/>
              <a:stCxn id="6" idx="0"/>
              <a:endCxn id="21" idx="0"/>
            </p:cNvCxnSpPr>
            <p:nvPr/>
          </p:nvCxnSpPr>
          <p:spPr>
            <a:xfrm flipH="true" flipV="true" rot="5400000">
              <a:off x="4982028" y="-789751"/>
              <a:ext cx="12700" cy="8187590"/>
            </a:xfrm>
            <a:prstGeom prst="bentConnector3">
              <a:avLst>
                <a:gd fmla="val 1800000" name="adj1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737d5afd-6ad8-4f26-8750-d55929404af1" id="24" name="连接符: 肘形 23">
              <a:extLst>
                <a:ext uri="{FF2B5EF4-FFF2-40B4-BE49-F238E27FC236}">
                  <a16:creationId id="{63770A9A-6771-0D4E-6979-BEB109766D1A}"/>
                </a:ext>
              </a:extLst>
            </p:cNvPr>
            <p:cNvCxnSpPr>
              <a:cxnSpLocks/>
              <a:stCxn id="13" idx="0"/>
              <a:endCxn id="17" idx="0"/>
            </p:cNvCxnSpPr>
            <p:nvPr/>
          </p:nvCxnSpPr>
          <p:spPr>
            <a:xfrm flipH="true" flipV="true" rot="5400000">
              <a:off x="4982027" y="1939446"/>
              <a:ext cx="12700" cy="2729196"/>
            </a:xfrm>
            <a:prstGeom prst="bentConnector3">
              <a:avLst>
                <a:gd fmla="val 1800000" name="adj1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descr="697f60e6-d590-4202-9a4a-bde26f963db9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FFFFFF"/>
                </a:solidFill>
                <a:latin typeface="Arial"/>
              </a:rPr>
              <a:t>GMM概率化分层算法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bdae809e-0e93-4a0c-9924-03f9150754e7" id="44" name="98e93784-4100-42d0-86e5-09414daf8fa3.source.4.zh-Hans.pptx">
            <a:extLst>
              <a:ext uri="{FF2B5EF4-FFF2-40B4-BE49-F238E27FC236}">
                <a16:creationId id="{931806ED-61BA-A047-0D6F-7D0D98987EA2}"/>
              </a:ext>
            </a:extLst>
          </p:cNvPr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cxnSp>
          <p:nvCxnSpPr>
            <p:cNvPr descr="63798c98-1b7b-412c-8509-ca7e837a7995" id="21" name="直接连接符 20">
              <a:extLst>
                <a:ext uri="{FF2B5EF4-FFF2-40B4-BE49-F238E27FC236}">
                  <a16:creationId id="{E091A95D-EE3B-A7BC-C463-3CEDC2C016F2}"/>
                </a:ext>
              </a:extLst>
            </p:cNvPr>
            <p:cNvCxnSpPr/>
            <p:nvPr/>
          </p:nvCxnSpPr>
          <p:spPr>
            <a:xfrm flipH="false" flipV="false">
              <a:off x="6089650" y="1130300"/>
              <a:ext cx="0" cy="5003800"/>
            </a:xfrm>
            <a:prstGeom prst="line">
              <a:avLst/>
            </a:prstGeom>
            <a:ln cap="rnd" w="6350">
              <a:solidFill>
                <a:schemeClr val="tx1">
                  <a:alpha val="50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descr="714b59dd-31ba-44cd-a825-fba05bd4b774" id="30" name="组合 29">
              <a:extLst>
                <a:ext uri="{FF2B5EF4-FFF2-40B4-BE49-F238E27FC236}">
                  <a16:creationId id="{1B75C3FB-B094-0AA9-4DED-3EDA8581C2D4}"/>
                </a:ext>
              </a:extLst>
            </p:cNvPr>
            <p:cNvGrpSpPr/>
            <p:nvPr/>
          </p:nvGrpSpPr>
          <p:grpSpPr>
            <a:xfrm>
              <a:off x="4902200" y="2419350"/>
              <a:ext cx="2374900" cy="2425700"/>
              <a:chOff x="4766310" y="1812201"/>
              <a:chExt cx="2646680" cy="3639999"/>
            </a:xfrm>
          </p:grpSpPr>
          <p:sp>
            <p:nvSpPr>
              <p:cNvPr descr="5489eec5-eceb-48c9-9633-573429785bed" id="28" name="矩形: 圆角 27">
                <a:extLst>
                  <a:ext uri="{FF2B5EF4-FFF2-40B4-BE49-F238E27FC236}">
                    <a16:creationId id="{DA620A82-21A8-88C3-AC8E-BE903B5D9A46}"/>
                  </a:ext>
                </a:extLst>
              </p:cNvPr>
              <p:cNvSpPr/>
              <p:nvPr/>
            </p:nvSpPr>
            <p:spPr>
              <a:xfrm flipH="false" flipV="false">
                <a:off x="4766310" y="1812201"/>
                <a:ext cx="2646680" cy="3639999"/>
              </a:xfrm>
              <a:prstGeom prst="roundRect">
                <a:avLst>
                  <a:gd fmla="val 6734" name="adj"/>
                </a:avLst>
              </a:prstGeom>
              <a:solidFill>
                <a:schemeClr val="tx1">
                  <a:alpha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a6e9c453-dff3-40ec-8a55-4d00707d5483" id="29" name="Title">
                <a:extLst>
                  <a:ext uri="{FF2B5EF4-FFF2-40B4-BE49-F238E27FC236}">
                    <a16:creationId id="{CF06CFFB-B200-0A6A-7D05-8BABBE33B4AF}"/>
                  </a:ext>
                </a:extLst>
              </p:cNvPr>
              <p:cNvSpPr/>
              <p:nvPr/>
            </p:nvSpPr>
            <p:spPr>
              <a:xfrm flipH="false" flipV="false">
                <a:off x="4932681" y="2057400"/>
                <a:ext cx="2313940" cy="3149600"/>
              </a:xfrm>
              <a:prstGeom prst="roundRect">
                <a:avLst>
                  <a:gd fmla="val 8206" name="adj"/>
                </a:avLst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l"/>
                <a:r>
                  <a:rPr b="true" i="false" lang="en-US" sz="2400" u="none">
                    <a:solidFill>
                      <a:srgbClr val="FFFFFF"/>
                    </a:solidFill>
                    <a:ea typeface="微软雅黑"/>
                  </a:rPr>
                  <a:t>掌握预测算法原理与方法</a:t>
                </a:r>
              </a:p>
            </p:txBody>
          </p:sp>
        </p:grpSp>
        <p:grpSp>
          <p:nvGrpSpPr>
            <p:cNvPr descr="af57b657-f365-4048-a2c6-3f8606cf71df" id="27" name="组合 26">
              <a:extLst>
                <a:ext uri="{FF2B5EF4-FFF2-40B4-BE49-F238E27FC236}">
                  <a16:creationId id="{AA813D3D-AA59-7C6F-8552-703EF5061B31}"/>
                </a:ext>
              </a:extLst>
            </p:cNvPr>
            <p:cNvGrpSpPr/>
            <p:nvPr/>
          </p:nvGrpSpPr>
          <p:grpSpPr>
            <a:xfrm>
              <a:off x="660400" y="1130300"/>
              <a:ext cx="4140200" cy="2361007"/>
              <a:chOff x="660400" y="1130300"/>
              <a:chExt cx="4140200" cy="2361007"/>
            </a:xfrm>
          </p:grpSpPr>
          <p:sp>
            <p:nvSpPr>
              <p:cNvPr descr="13315c11-4910-4110-a9fa-cd82828d3891" id="24" name="Number1">
                <a:extLst>
                  <a:ext uri="{FF2B5EF4-FFF2-40B4-BE49-F238E27FC236}">
                    <a16:creationId id="{122FF908-91E4-7341-3992-81D9A3E68744}"/>
                  </a:ext>
                </a:extLst>
              </p:cNvPr>
              <p:cNvSpPr/>
              <p:nvPr/>
            </p:nvSpPr>
            <p:spPr>
              <a:xfrm flipH="true" flipV="false">
                <a:off x="660400" y="1130300"/>
                <a:ext cx="472502" cy="472662"/>
              </a:xfrm>
              <a:prstGeom prst="rect">
                <a:avLst/>
              </a:prstGeom>
              <a:noFill/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/>
              </a:bodyPr>
              <a:lstStyle/>
              <a:p>
                <a:pPr algn="ctr"/>
                <a:r>
                  <a:rPr b="false" i="false" lang="en-US" sz="1600" u="none">
                    <a:solidFill>
                      <a:srgbClr val="1E4DCD"/>
                    </a:solidFill>
                    <a:latin typeface="Arial"/>
                  </a:rPr>
                  <a:t>1.</a:t>
                </a:r>
              </a:p>
            </p:txBody>
          </p:sp>
          <p:sp>
            <p:nvSpPr>
              <p:cNvPr descr="def53cf6-7dd5-4517-9390-ab95699ffdae" id="25" name="Bullet1">
                <a:extLst>
                  <a:ext uri="{FF2B5EF4-FFF2-40B4-BE49-F238E27FC236}">
                    <a16:creationId id="{82AB8E3C-467D-C1DB-55D7-8325E47E70AE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158302" y="1130300"/>
                <a:ext cx="3642298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预测原理说明</a:t>
                </a:r>
              </a:p>
            </p:txBody>
          </p:sp>
          <p:sp>
            <p:nvSpPr>
              <p:cNvPr descr="108e03f6-7039-43e8-9cf6-af5fc7b46bbb" id="26" name="Text1">
                <a:extLst>
                  <a:ext uri="{FF2B5EF4-FFF2-40B4-BE49-F238E27FC236}">
                    <a16:creationId id="{2415401B-062F-CD2F-E8FE-37D1AACB0823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158302" y="1602961"/>
                <a:ext cx="3642298" cy="1888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FFFFFF"/>
                    </a:solidFill>
                    <a:latin typeface="Arial"/>
                  </a:rPr>
                  <a:t>Prophet预测器是趋势预测核心，模拟Facebook Prophet功能。</a:t>
                </a:r>
              </a:p>
            </p:txBody>
          </p:sp>
        </p:grpSp>
        <p:grpSp>
          <p:nvGrpSpPr>
            <p:cNvPr descr="3ff8e314-42fb-4658-ab60-ab9c48d159e8" id="31" name="组合 30">
              <a:extLst>
                <a:ext uri="{FF2B5EF4-FFF2-40B4-BE49-F238E27FC236}">
                  <a16:creationId id="{7F8BA1E1-E1A4-BE5B-44A4-816B44F09D45}"/>
                </a:ext>
              </a:extLst>
            </p:cNvPr>
            <p:cNvGrpSpPr/>
            <p:nvPr/>
          </p:nvGrpSpPr>
          <p:grpSpPr>
            <a:xfrm>
              <a:off x="660400" y="3773093"/>
              <a:ext cx="4140200" cy="2361007"/>
              <a:chOff x="660400" y="1130300"/>
              <a:chExt cx="4140200" cy="2361007"/>
            </a:xfrm>
          </p:grpSpPr>
          <p:sp>
            <p:nvSpPr>
              <p:cNvPr descr="5f418fb1-511b-422f-a9e6-bea8b0f6c2c4" id="32" name="Number2">
                <a:extLst>
                  <a:ext uri="{FF2B5EF4-FFF2-40B4-BE49-F238E27FC236}">
                    <a16:creationId id="{43BA60F8-4F82-7A99-423A-B385C592E38C}"/>
                  </a:ext>
                </a:extLst>
              </p:cNvPr>
              <p:cNvSpPr/>
              <p:nvPr/>
            </p:nvSpPr>
            <p:spPr>
              <a:xfrm flipH="true" flipV="false">
                <a:off x="660400" y="1130300"/>
                <a:ext cx="472502" cy="472662"/>
              </a:xfrm>
              <a:prstGeom prst="rect">
                <a:avLst/>
              </a:prstGeom>
              <a:noFill/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/>
              </a:bodyPr>
              <a:lstStyle/>
              <a:p>
                <a:pPr algn="ctr"/>
                <a:r>
                  <a:rPr b="false" i="false" lang="en-US" sz="1600" u="none">
                    <a:solidFill>
                      <a:srgbClr val="1E4DCD"/>
                    </a:solidFill>
                    <a:latin typeface="Arial"/>
                  </a:rPr>
                  <a:t>2.</a:t>
                </a:r>
              </a:p>
            </p:txBody>
          </p:sp>
          <p:sp>
            <p:nvSpPr>
              <p:cNvPr descr="5cffef43-9fbd-412d-8057-00738fad3d2b" id="33" name="Bullet2">
                <a:extLst>
                  <a:ext uri="{FF2B5EF4-FFF2-40B4-BE49-F238E27FC236}">
                    <a16:creationId id="{0F5AAAC3-2797-A1BB-0B98-9E9EE854848E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158302" y="1130300"/>
                <a:ext cx="3642298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预测方法详解</a:t>
                </a:r>
              </a:p>
            </p:txBody>
          </p:sp>
          <p:sp>
            <p:nvSpPr>
              <p:cNvPr descr="8cc1a363-9c50-4f18-8c81-3f1f48bbf9a2" id="34" name="Text2">
                <a:extLst>
                  <a:ext uri="{FF2B5EF4-FFF2-40B4-BE49-F238E27FC236}">
                    <a16:creationId id="{4BDBC6BB-B4F8-FD2B-A391-B1BD4211B4DD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158302" y="1602961"/>
                <a:ext cx="3642298" cy="1888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FFFFFF"/>
                    </a:solidFill>
                    <a:ea typeface="微软雅黑"/>
                  </a:rPr>
                  <a:t>包括线性回归、指数回归、加权移动平均等方法。</a:t>
                </a:r>
              </a:p>
            </p:txBody>
          </p:sp>
        </p:grpSp>
        <p:grpSp>
          <p:nvGrpSpPr>
            <p:cNvPr descr="30c4cee7-7d52-4f74-b741-5f7b37c63d4e" id="3" name="组合 2">
              <a:extLst>
                <a:ext uri="{FF2B5EF4-FFF2-40B4-BE49-F238E27FC236}">
                  <a16:creationId id="{FD51B1A1-1308-CA6D-EEC4-43E46290EE81}"/>
                </a:ext>
              </a:extLst>
            </p:cNvPr>
            <p:cNvGrpSpPr/>
            <p:nvPr/>
          </p:nvGrpSpPr>
          <p:grpSpPr>
            <a:xfrm>
              <a:off x="7378700" y="1130300"/>
              <a:ext cx="4140200" cy="2361007"/>
              <a:chOff x="660400" y="1130300"/>
              <a:chExt cx="4140200" cy="2361007"/>
            </a:xfrm>
          </p:grpSpPr>
          <p:sp>
            <p:nvSpPr>
              <p:cNvPr descr="e1513f87-aee4-41c2-9125-d9f865b3396a" id="4" name="Number3">
                <a:extLst>
                  <a:ext uri="{FF2B5EF4-FFF2-40B4-BE49-F238E27FC236}">
                    <a16:creationId id="{85A6B5EC-B699-48F6-1F53-C1F0A1927D2F}"/>
                  </a:ext>
                </a:extLst>
              </p:cNvPr>
              <p:cNvSpPr/>
              <p:nvPr/>
            </p:nvSpPr>
            <p:spPr>
              <a:xfrm flipH="true" flipV="false">
                <a:off x="660400" y="1130300"/>
                <a:ext cx="472502" cy="472662"/>
              </a:xfrm>
              <a:prstGeom prst="rect">
                <a:avLst/>
              </a:prstGeom>
              <a:noFill/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/>
              </a:bodyPr>
              <a:lstStyle/>
              <a:p>
                <a:pPr algn="ctr"/>
                <a:r>
                  <a:rPr b="false" i="false" lang="en-US" sz="1600" u="none">
                    <a:solidFill>
                      <a:srgbClr val="1E4DCD"/>
                    </a:solidFill>
                    <a:latin typeface="Arial"/>
                  </a:rPr>
                  <a:t>3.</a:t>
                </a:r>
              </a:p>
            </p:txBody>
          </p:sp>
          <p:sp>
            <p:nvSpPr>
              <p:cNvPr descr="e4d5d0f5-799a-4914-835d-2ed93bdb3104" id="5" name="Bullet3">
                <a:extLst>
                  <a:ext uri="{FF2B5EF4-FFF2-40B4-BE49-F238E27FC236}">
                    <a16:creationId id="{D0C05D40-1876-6921-B838-7FA46166FB97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158302" y="1130300"/>
                <a:ext cx="3642298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预测结果内容</a:t>
                </a:r>
              </a:p>
            </p:txBody>
          </p:sp>
          <p:sp>
            <p:nvSpPr>
              <p:cNvPr descr="5cf2dc43-0064-414d-87c5-5f6f7e186d00" id="6" name="Text3">
                <a:extLst>
                  <a:ext uri="{FF2B5EF4-FFF2-40B4-BE49-F238E27FC236}">
                    <a16:creationId id="{C8BDF56F-02A1-F010-634E-1E65257DB6AB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158302" y="1602961"/>
                <a:ext cx="3642298" cy="1888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FFFFFF"/>
                    </a:solidFill>
                    <a:ea typeface="微软雅黑"/>
                  </a:rPr>
                  <a:t>给出forecast、trend、seasonality等多项预测结果。</a:t>
                </a:r>
              </a:p>
            </p:txBody>
          </p:sp>
        </p:grpSp>
        <p:grpSp>
          <p:nvGrpSpPr>
            <p:cNvPr descr="470dd083-938f-465d-8420-0d54944306f2" id="7" name="组合 6">
              <a:extLst>
                <a:ext uri="{FF2B5EF4-FFF2-40B4-BE49-F238E27FC236}">
                  <a16:creationId id="{D7423661-6CC8-FB3D-2496-5D1450B3EA03}"/>
                </a:ext>
              </a:extLst>
            </p:cNvPr>
            <p:cNvGrpSpPr/>
            <p:nvPr/>
          </p:nvGrpSpPr>
          <p:grpSpPr>
            <a:xfrm>
              <a:off x="7378700" y="3773093"/>
              <a:ext cx="4140200" cy="2361007"/>
              <a:chOff x="660400" y="1130300"/>
              <a:chExt cx="4140200" cy="2361007"/>
            </a:xfrm>
          </p:grpSpPr>
          <p:sp>
            <p:nvSpPr>
              <p:cNvPr descr="ced74299-7ed4-4927-8850-aa568f064c55" id="8" name="Number4">
                <a:extLst>
                  <a:ext uri="{FF2B5EF4-FFF2-40B4-BE49-F238E27FC236}">
                    <a16:creationId id="{21D42322-4B7E-4C21-CD1B-5E018E2935DF}"/>
                  </a:ext>
                </a:extLst>
              </p:cNvPr>
              <p:cNvSpPr/>
              <p:nvPr/>
            </p:nvSpPr>
            <p:spPr>
              <a:xfrm flipH="true" flipV="false">
                <a:off x="660400" y="1130300"/>
                <a:ext cx="472502" cy="472662"/>
              </a:xfrm>
              <a:prstGeom prst="rect">
                <a:avLst/>
              </a:prstGeom>
              <a:noFill/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/>
              </a:bodyPr>
              <a:lstStyle/>
              <a:p>
                <a:pPr algn="ctr"/>
                <a:r>
                  <a:rPr b="false" i="false" lang="en-US" sz="1600" u="none">
                    <a:solidFill>
                      <a:srgbClr val="1E4DCD"/>
                    </a:solidFill>
                    <a:latin typeface="Arial"/>
                  </a:rPr>
                  <a:t>4.</a:t>
                </a:r>
              </a:p>
            </p:txBody>
          </p:sp>
          <p:sp>
            <p:nvSpPr>
              <p:cNvPr descr="ccf0a914-a864-4b6e-bf6b-eabac722966f" id="9" name="Bullet4">
                <a:extLst>
                  <a:ext uri="{FF2B5EF4-FFF2-40B4-BE49-F238E27FC236}">
                    <a16:creationId id="{B0A3888A-ADA3-131A-5D42-43BAF6DE9D4D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158302" y="1130300"/>
                <a:ext cx="3642298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与标准Prophet区别</a:t>
                </a:r>
              </a:p>
            </p:txBody>
          </p:sp>
          <p:sp>
            <p:nvSpPr>
              <p:cNvPr descr="d4a7d95c-51f3-46cc-bfa7-4c3379d49e8c" id="10" name="Text4">
                <a:extLst>
                  <a:ext uri="{FF2B5EF4-FFF2-40B4-BE49-F238E27FC236}">
                    <a16:creationId id="{1EE7E17A-F705-B337-7AE7-E471D199292D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158302" y="1602961"/>
                <a:ext cx="3642298" cy="1888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FFFFFF"/>
                    </a:solidFill>
                    <a:ea typeface="微软雅黑"/>
                  </a:rPr>
                  <a:t>项目中的Prophet是简化实现，有诸多不同之处。</a:t>
                </a:r>
              </a:p>
            </p:txBody>
          </p:sp>
        </p:grpSp>
      </p:grpSp>
      <p:sp>
        <p:nvSpPr>
          <p:cNvPr descr="697f60e6-d590-4202-9a4a-bde26f963db9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FFFFFF"/>
                </a:solidFill>
                <a:latin typeface="Arial"/>
              </a:rPr>
              <a:t>Prophet时序预测算法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661c39d8-a75b-4ce0-bc93-31e2100ce72f" id="62" name="f3a6d23e-f17e-4b19-9ad2-04b4a318ed61.source.5.zh-Hans.pptx">
            <a:extLst>
              <a:ext uri="{FF2B5EF4-FFF2-40B4-BE49-F238E27FC236}">
                <a16:creationId id="{A96B350F-1555-3388-62E6-8A2E842AE65E}"/>
              </a:ext>
            </a:extLst>
          </p:cNvPr>
          <p:cNvGrpSpPr/>
          <p:nvPr/>
        </p:nvGrpSpPr>
        <p:grpSpPr>
          <a:xfrm>
            <a:off x="0" y="1130301"/>
            <a:ext cx="12192000" cy="5727699"/>
            <a:chOff x="0" y="1130301"/>
            <a:chExt cx="12192000" cy="5727699"/>
          </a:xfrm>
        </p:grpSpPr>
        <p:sp>
          <p:nvSpPr>
            <p:cNvPr descr="b038073b-db31-4760-b326-c02f7e857aa7" id="5" name="PictureMisc1">
              <a:extLst>
                <a:ext uri="{FF2B5EF4-FFF2-40B4-BE49-F238E27FC236}">
                  <a16:creationId id="{5CB21C72-7424-1223-BC24-30255B54B0B1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0" y="5562667"/>
              <a:ext cx="12192000" cy="1295333"/>
            </a:xfrm>
            <a:prstGeom prst="rect">
              <a:avLst/>
            </a:prstGeom>
            <a:blipFill rotWithShape="true">
              <a:blip r:embed="rId5"/>
              <a:srcRect/>
              <a:stretch>
                <a:fillRect b="-418803" l="0" r="0" t="-8697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/>
            <a:lstStyle/>
            <a:p>
              <a:pPr algn="ctr"/>
            </a:p>
          </p:txBody>
        </p:sp>
        <p:sp>
          <p:nvSpPr>
            <p:cNvPr descr="cbb8378c-ca33-499b-a76a-91cc40fc7a31" id="11" name="c">
              <a:extLst>
                <a:ext uri="{FF2B5EF4-FFF2-40B4-BE49-F238E27FC236}">
                  <a16:creationId id="{22C44FD3-37FC-D6ED-4FC0-FB9C14B649A0}"/>
                </a:ext>
              </a:extLst>
            </p:cNvPr>
            <p:cNvSpPr/>
            <p:nvPr/>
          </p:nvSpPr>
          <p:spPr>
            <a:xfrm flipH="false" flipV="false">
              <a:off x="660399" y="1777184"/>
              <a:ext cx="10858500" cy="4356916"/>
            </a:xfrm>
            <a:prstGeom prst="roundRect">
              <a:avLst>
                <a:gd fmla="val 3015" name="adj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alpha val="90000"/>
                  </a:schemeClr>
                </a:gs>
              </a:gsLst>
              <a:lin ang="5400000" scaled="1"/>
              <a:tileRect/>
            </a:gradFill>
            <a:ln w="6350">
              <a:gradFill flip="none" rotWithShape="1">
                <a:gsLst>
                  <a:gs pos="0">
                    <a:schemeClr val="tx1">
                      <a:alpha val="50000"/>
                    </a:schemeClr>
                  </a:gs>
                  <a:gs pos="100000">
                    <a:schemeClr val="tx1">
                      <a:alpha val="0"/>
                    </a:schemeClr>
                  </a:gs>
                </a:gsLst>
                <a:lin ang="5400000" scaled="1"/>
                <a:tileRect/>
              </a:gra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wrap="none">
              <a:normAutofit/>
            </a:bodyPr>
            <a:lstStyle/>
            <a:p>
              <a:pPr algn="ctr">
                <a:lnSpc>
                  <a:spcPct val="120000"/>
                </a:lnSpc>
              </a:pPr>
            </a:p>
          </p:txBody>
        </p:sp>
        <p:sp>
          <p:nvSpPr>
            <p:cNvPr descr="ea0666be-afcb-45b5-ad0f-902b41d075c3" id="12" name="Title">
              <a:extLst>
                <a:ext uri="{FF2B5EF4-FFF2-40B4-BE49-F238E27FC236}">
                  <a16:creationId id="{5711FB8E-3188-1570-3782-61C7FA93263B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660399" y="1130301"/>
              <a:ext cx="10858500" cy="586098"/>
            </a:xfrm>
            <a:prstGeom prst="rect">
              <a:avLst/>
            </a:prstGeom>
            <a:noFill/>
            <a:ln w="762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wrap="square">
              <a:normAutofit/>
            </a:bodyPr>
            <a:lstStyle/>
            <a:p>
              <a:pPr algn="l"/>
              <a:r>
                <a:rPr b="true" i="false" lang="en-US" sz="2400" u="none">
                  <a:solidFill>
                    <a:srgbClr val="FFFFFF"/>
                  </a:solidFill>
                  <a:ea typeface="微软雅黑"/>
                </a:rPr>
                <a:t>学习健康评估原理与方法</a:t>
              </a:r>
            </a:p>
          </p:txBody>
        </p:sp>
        <p:grpSp>
          <p:nvGrpSpPr>
            <p:cNvPr descr="f2c1da8b-9e84-4c56-bebc-bad8626a01cf" id="57" name="组合 56">
              <a:extLst>
                <a:ext uri="{FF2B5EF4-FFF2-40B4-BE49-F238E27FC236}">
                  <a16:creationId id="{3A2EA77C-26F9-AD23-6A58-554B7661A2EF}"/>
                </a:ext>
              </a:extLst>
            </p:cNvPr>
            <p:cNvGrpSpPr/>
            <p:nvPr/>
          </p:nvGrpSpPr>
          <p:grpSpPr>
            <a:xfrm>
              <a:off x="885625" y="1931699"/>
              <a:ext cx="5019064" cy="1200320"/>
              <a:chOff x="885625" y="1931699"/>
              <a:chExt cx="5019064" cy="1200320"/>
            </a:xfrm>
          </p:grpSpPr>
          <p:sp>
            <p:nvSpPr>
              <p:cNvPr descr="3cecd764-1c02-47b0-9d0a-3bf35450378b" id="47" name="Number1">
                <a:extLst>
                  <a:ext uri="{FF2B5EF4-FFF2-40B4-BE49-F238E27FC236}">
                    <a16:creationId id="{2C45627F-EC8A-D315-E6FF-555136774D4C}"/>
                  </a:ext>
                </a:extLst>
              </p:cNvPr>
              <p:cNvSpPr/>
              <p:nvPr/>
            </p:nvSpPr>
            <p:spPr>
              <a:xfrm flipH="true" flipV="false">
                <a:off x="885625" y="1931699"/>
                <a:ext cx="472502" cy="472662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/>
              </a:bodyPr>
              <a:lstStyle/>
              <a:p>
                <a:pPr algn="ctr"/>
                <a:r>
                  <a:rPr b="true" i="false" lang="en-US" sz="1200" u="none">
                    <a:solidFill>
                      <a:srgbClr val="1E4DCD"/>
                    </a:solidFill>
                    <a:latin typeface="Arial"/>
                  </a:rPr>
                  <a:t>1</a:t>
                </a:r>
              </a:p>
            </p:txBody>
          </p:sp>
          <p:sp>
            <p:nvSpPr>
              <p:cNvPr descr="f96f186a-9c9b-4050-8b68-b0bfc573a857" id="48" name="Bullet1">
                <a:extLst>
                  <a:ext uri="{FF2B5EF4-FFF2-40B4-BE49-F238E27FC236}">
                    <a16:creationId id="{3AAC0995-DD5A-0261-C845-C6F03B5BB21E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383527" y="1931699"/>
                <a:ext cx="4521162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AHP原理阐述</a:t>
                </a:r>
              </a:p>
            </p:txBody>
          </p:sp>
          <p:sp>
            <p:nvSpPr>
              <p:cNvPr descr="da789da8-8c57-48fa-ab29-8224c2414bdc" id="49" name="Text1">
                <a:extLst>
                  <a:ext uri="{FF2B5EF4-FFF2-40B4-BE49-F238E27FC236}">
                    <a16:creationId id="{E7F97551-39CA-CB77-9DEC-3F99F3EEC0EC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383527" y="2404362"/>
                <a:ext cx="4521162" cy="7276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FFFFFF"/>
                    </a:solidFill>
                    <a:latin typeface="Arial"/>
                  </a:rPr>
                  <a:t>AHP是多准则决策方法，用于综合评估项目健康。</a:t>
                </a:r>
              </a:p>
            </p:txBody>
          </p:sp>
        </p:grpSp>
        <p:grpSp>
          <p:nvGrpSpPr>
            <p:cNvPr descr="8bd134e4-48a9-4435-8dcd-35f7a877d1b2" id="58" name="组合 57">
              <a:extLst>
                <a:ext uri="{FF2B5EF4-FFF2-40B4-BE49-F238E27FC236}">
                  <a16:creationId id="{B6EAD5C2-4402-5A62-4792-9DA2873D4FE7}"/>
                </a:ext>
              </a:extLst>
            </p:cNvPr>
            <p:cNvGrpSpPr/>
            <p:nvPr/>
          </p:nvGrpSpPr>
          <p:grpSpPr>
            <a:xfrm>
              <a:off x="885625" y="3378915"/>
              <a:ext cx="5019064" cy="1200320"/>
              <a:chOff x="885625" y="3378915"/>
              <a:chExt cx="5019064" cy="1200320"/>
            </a:xfrm>
          </p:grpSpPr>
          <p:sp>
            <p:nvSpPr>
              <p:cNvPr descr="0441718b-e9f7-4f51-8cfb-96d16705f977" id="44" name="Number2">
                <a:extLst>
                  <a:ext uri="{FF2B5EF4-FFF2-40B4-BE49-F238E27FC236}">
                    <a16:creationId id="{5D1747CE-515E-9206-FE86-8D5C3F2E4FAD}"/>
                  </a:ext>
                </a:extLst>
              </p:cNvPr>
              <p:cNvSpPr/>
              <p:nvPr/>
            </p:nvSpPr>
            <p:spPr>
              <a:xfrm flipH="true" flipV="false">
                <a:off x="885625" y="3378915"/>
                <a:ext cx="472502" cy="472662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/>
              </a:bodyPr>
              <a:lstStyle/>
              <a:p>
                <a:pPr algn="ctr"/>
                <a:r>
                  <a:rPr b="true" i="false" lang="en-US" sz="1200" u="none">
                    <a:solidFill>
                      <a:srgbClr val="1E4DCD"/>
                    </a:solidFill>
                    <a:latin typeface="Arial"/>
                  </a:rPr>
                  <a:t>2</a:t>
                </a:r>
              </a:p>
            </p:txBody>
          </p:sp>
          <p:sp>
            <p:nvSpPr>
              <p:cNvPr descr="0e999886-6b06-471c-a78c-0dfbd1b2b2df" id="45" name="Bullet2">
                <a:extLst>
                  <a:ext uri="{FF2B5EF4-FFF2-40B4-BE49-F238E27FC236}">
                    <a16:creationId id="{6F7A296B-F2BF-F1EA-53B7-1595B41BEC6B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383527" y="3378915"/>
                <a:ext cx="4521162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健康评估维度</a:t>
                </a:r>
              </a:p>
            </p:txBody>
          </p:sp>
          <p:sp>
            <p:nvSpPr>
              <p:cNvPr descr="27a6b40a-e040-4437-b44a-b760220ec186" id="46" name="Text2">
                <a:extLst>
                  <a:ext uri="{FF2B5EF4-FFF2-40B4-BE49-F238E27FC236}">
                    <a16:creationId id="{DC8A1484-95B0-7A35-A51C-214616735302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383527" y="3851578"/>
                <a:ext cx="4521162" cy="7276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FFFFFF"/>
                    </a:solidFill>
                    <a:ea typeface="微软雅黑"/>
                  </a:rPr>
                  <a:t>从动量、稳定性、潜力、安全性四个维度评估。</a:t>
                </a:r>
              </a:p>
            </p:txBody>
          </p:sp>
        </p:grpSp>
        <p:grpSp>
          <p:nvGrpSpPr>
            <p:cNvPr descr="8a9350e1-ba03-425c-a4a4-fccfc04c8749" id="59" name="组合 58">
              <a:extLst>
                <a:ext uri="{FF2B5EF4-FFF2-40B4-BE49-F238E27FC236}">
                  <a16:creationId id="{B816AAEA-F576-5A58-7FD6-8F33F8152CE5}"/>
                </a:ext>
              </a:extLst>
            </p:cNvPr>
            <p:cNvGrpSpPr/>
            <p:nvPr/>
          </p:nvGrpSpPr>
          <p:grpSpPr>
            <a:xfrm>
              <a:off x="885625" y="4826130"/>
              <a:ext cx="5019064" cy="1200320"/>
              <a:chOff x="885625" y="4826130"/>
              <a:chExt cx="5019064" cy="1200320"/>
            </a:xfrm>
          </p:grpSpPr>
          <p:sp>
            <p:nvSpPr>
              <p:cNvPr descr="3bb7c403-67ff-4ec5-81c5-fbe32965ff98" id="41" name="Number3">
                <a:extLst>
                  <a:ext uri="{FF2B5EF4-FFF2-40B4-BE49-F238E27FC236}">
                    <a16:creationId id="{6E977ED8-66E2-BF50-F11D-78CF81905457}"/>
                  </a:ext>
                </a:extLst>
              </p:cNvPr>
              <p:cNvSpPr/>
              <p:nvPr/>
            </p:nvSpPr>
            <p:spPr>
              <a:xfrm flipH="true" flipV="false">
                <a:off x="885625" y="4826130"/>
                <a:ext cx="472502" cy="472662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/>
              </a:bodyPr>
              <a:lstStyle/>
              <a:p>
                <a:pPr algn="ctr"/>
                <a:r>
                  <a:rPr b="true" i="false" lang="en-US" sz="1200" u="none">
                    <a:solidFill>
                      <a:srgbClr val="1E4DCD"/>
                    </a:solidFill>
                    <a:latin typeface="Arial"/>
                  </a:rPr>
                  <a:t>3</a:t>
                </a:r>
              </a:p>
            </p:txBody>
          </p:sp>
          <p:sp>
            <p:nvSpPr>
              <p:cNvPr descr="c3f24240-6d3f-47b3-8521-12afc279baf5" id="42" name="Bullet3">
                <a:extLst>
                  <a:ext uri="{FF2B5EF4-FFF2-40B4-BE49-F238E27FC236}">
                    <a16:creationId id="{FE069A96-A488-0BAF-0C27-607CAE7600B1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383527" y="4826130"/>
                <a:ext cx="4521162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动态权重矩阵</a:t>
                </a:r>
              </a:p>
            </p:txBody>
          </p:sp>
          <p:sp>
            <p:nvSpPr>
              <p:cNvPr descr="676c3160-cd79-454f-943f-b2e3a7dfa32c" id="43" name="Text3">
                <a:extLst>
                  <a:ext uri="{FF2B5EF4-FFF2-40B4-BE49-F238E27FC236}">
                    <a16:creationId id="{C13E37D2-C5A8-6A1D-44C8-25EC815D620B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383527" y="5298793"/>
                <a:ext cx="4521162" cy="7276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FFFFFF"/>
                    </a:solidFill>
                    <a:ea typeface="微软雅黑"/>
                  </a:rPr>
                  <a:t>根据项目层级动态调整各维度权重。</a:t>
                </a:r>
              </a:p>
            </p:txBody>
          </p:sp>
        </p:grpSp>
        <p:grpSp>
          <p:nvGrpSpPr>
            <p:cNvPr descr="7ce30d2f-6134-4b43-a26a-cd27daff93ef" id="60" name="组合 59">
              <a:extLst>
                <a:ext uri="{FF2B5EF4-FFF2-40B4-BE49-F238E27FC236}">
                  <a16:creationId id="{97D2331F-3304-0E28-EC92-EFFD940E614F}"/>
                </a:ext>
              </a:extLst>
            </p:cNvPr>
            <p:cNvGrpSpPr/>
            <p:nvPr/>
          </p:nvGrpSpPr>
          <p:grpSpPr>
            <a:xfrm>
              <a:off x="6026873" y="1931699"/>
              <a:ext cx="5019064" cy="1822378"/>
              <a:chOff x="6026873" y="1931699"/>
              <a:chExt cx="5019064" cy="1822378"/>
            </a:xfrm>
          </p:grpSpPr>
          <p:sp>
            <p:nvSpPr>
              <p:cNvPr descr="06bd4229-a205-4151-878a-bf8526f36f2b" id="38" name="Number4">
                <a:extLst>
                  <a:ext uri="{FF2B5EF4-FFF2-40B4-BE49-F238E27FC236}">
                    <a16:creationId id="{EDD16DCF-AC87-BC7D-BFB7-5C0173404AA7}"/>
                  </a:ext>
                </a:extLst>
              </p:cNvPr>
              <p:cNvSpPr/>
              <p:nvPr/>
            </p:nvSpPr>
            <p:spPr>
              <a:xfrm flipH="true" flipV="false">
                <a:off x="6026873" y="1931699"/>
                <a:ext cx="472502" cy="472662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/>
              </a:bodyPr>
              <a:lstStyle/>
              <a:p>
                <a:pPr algn="ctr"/>
                <a:r>
                  <a:rPr b="true" i="false" lang="en-US" sz="1200" u="none">
                    <a:solidFill>
                      <a:srgbClr val="1E4DCD"/>
                    </a:solidFill>
                    <a:latin typeface="Arial"/>
                  </a:rPr>
                  <a:t>4</a:t>
                </a:r>
              </a:p>
            </p:txBody>
          </p:sp>
          <p:sp>
            <p:nvSpPr>
              <p:cNvPr descr="4d9c4760-386a-41c9-9dd1-2e4b03c0f668" id="39" name="Bullet4">
                <a:extLst>
                  <a:ext uri="{FF2B5EF4-FFF2-40B4-BE49-F238E27FC236}">
                    <a16:creationId id="{AF0A9053-2A0D-33BE-E0A8-1151D0661564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6524775" y="1931699"/>
                <a:ext cx="4521162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调整因子作用</a:t>
                </a:r>
              </a:p>
            </p:txBody>
          </p:sp>
          <p:sp>
            <p:nvSpPr>
              <p:cNvPr descr="da877934-122a-439d-9e85-3e794605514c" id="40" name="Text4">
                <a:extLst>
                  <a:ext uri="{FF2B5EF4-FFF2-40B4-BE49-F238E27FC236}">
                    <a16:creationId id="{9A783DBB-BD4B-3041-CCC8-CF0B5A4EE440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6524775" y="2404361"/>
                <a:ext cx="4521162" cy="13497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FFFFFF"/>
                    </a:solidFill>
                    <a:ea typeface="微软雅黑"/>
                  </a:rPr>
                  <a:t>引入活力状态和预测置信度调整因子。</a:t>
                </a:r>
              </a:p>
            </p:txBody>
          </p:sp>
        </p:grpSp>
        <p:grpSp>
          <p:nvGrpSpPr>
            <p:cNvPr descr="b64c8ad7-d097-4060-add0-d3bf453c27f6" id="61" name="组合 60">
              <a:extLst>
                <a:ext uri="{FF2B5EF4-FFF2-40B4-BE49-F238E27FC236}">
                  <a16:creationId id="{C636BEE5-2181-3905-F594-2FAD83AEB1FA}"/>
                </a:ext>
              </a:extLst>
            </p:cNvPr>
            <p:cNvGrpSpPr/>
            <p:nvPr/>
          </p:nvGrpSpPr>
          <p:grpSpPr>
            <a:xfrm>
              <a:off x="6026873" y="4204072"/>
              <a:ext cx="5019064" cy="1822378"/>
              <a:chOff x="6026873" y="4204072"/>
              <a:chExt cx="5019064" cy="1822378"/>
            </a:xfrm>
          </p:grpSpPr>
          <p:sp>
            <p:nvSpPr>
              <p:cNvPr descr="6fe222a8-a2c9-4199-b74d-8e147a8a5283" id="35" name="Number5">
                <a:extLst>
                  <a:ext uri="{FF2B5EF4-FFF2-40B4-BE49-F238E27FC236}">
                    <a16:creationId id="{7133AD7E-0CDF-BC61-6551-0E86A2997E9A}"/>
                  </a:ext>
                </a:extLst>
              </p:cNvPr>
              <p:cNvSpPr/>
              <p:nvPr/>
            </p:nvSpPr>
            <p:spPr>
              <a:xfrm flipH="true" flipV="false">
                <a:off x="6026873" y="4204072"/>
                <a:ext cx="472502" cy="472662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/>
              </a:bodyPr>
              <a:lstStyle/>
              <a:p>
                <a:pPr algn="ctr"/>
                <a:r>
                  <a:rPr b="true" i="false" lang="en-US" sz="1200" u="none">
                    <a:solidFill>
                      <a:srgbClr val="1E4DCD"/>
                    </a:solidFill>
                    <a:latin typeface="Arial"/>
                  </a:rPr>
                  <a:t>5</a:t>
                </a:r>
              </a:p>
            </p:txBody>
          </p:sp>
          <p:sp>
            <p:nvSpPr>
              <p:cNvPr descr="392177ae-d717-4398-b461-9594df3a4377" id="36" name="Bullet5">
                <a:extLst>
                  <a:ext uri="{FF2B5EF4-FFF2-40B4-BE49-F238E27FC236}">
                    <a16:creationId id="{7B712023-EBD3-E4D5-3D60-4BAA8A48AE41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6524775" y="4204072"/>
                <a:ext cx="4521162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健康值计算流程</a:t>
                </a:r>
              </a:p>
            </p:txBody>
          </p:sp>
          <p:sp>
            <p:nvSpPr>
              <p:cNvPr descr="9c843c4e-5deb-44ad-a08a-66321716525c" id="37" name="Text5">
                <a:extLst>
                  <a:ext uri="{FF2B5EF4-FFF2-40B4-BE49-F238E27FC236}">
                    <a16:creationId id="{62634189-8DE2-3097-C0D6-8B0C462D3F59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6524775" y="4676734"/>
                <a:ext cx="4521162" cy="13497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FFFFFF"/>
                    </a:solidFill>
                    <a:ea typeface="微软雅黑"/>
                  </a:rPr>
                  <a:t>详细说明健康值的计算步骤和等级划分。</a:t>
                </a:r>
              </a:p>
            </p:txBody>
          </p:sp>
        </p:grpSp>
      </p:grpSp>
      <p:sp>
        <p:nvSpPr>
          <p:cNvPr descr="697f60e6-d590-4202-9a4a-bde26f963db9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FFFFFF"/>
                </a:solidFill>
                <a:latin typeface="Arial"/>
              </a:rPr>
              <a:t>AHP动态权重健康评估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fef5db79-74d0-42f6-b04d-e7d3e85b9fc2" id="36" name="443c29c6-7377-4264-9227-ac97e1dfaec4.source.2.zh-Hans.pptx">
            <a:extLst>
              <a:ext uri="{FF2B5EF4-FFF2-40B4-BE49-F238E27FC236}">
                <a16:creationId id="{F3268BF3-B9E1-7464-C48B-7E7B8B62D430}"/>
              </a:ext>
            </a:extLst>
          </p:cNvPr>
          <p:cNvGrpSpPr/>
          <p:nvPr/>
        </p:nvGrpSpPr>
        <p:grpSpPr>
          <a:xfrm>
            <a:off x="922668" y="2019391"/>
            <a:ext cx="10596232" cy="3334661"/>
            <a:chOff x="922668" y="2019391"/>
            <a:chExt cx="10596232" cy="3334661"/>
          </a:xfrm>
        </p:grpSpPr>
        <p:grpSp>
          <p:nvGrpSpPr>
            <p:cNvPr descr="e094c1bb-720c-4c7c-ae2c-dd113f3e3490" id="34" name="组合 33">
              <a:extLst>
                <a:ext uri="{FF2B5EF4-FFF2-40B4-BE49-F238E27FC236}">
                  <a16:creationId id="{B03F2F63-23D6-6451-DAD1-629F7669445C}"/>
                </a:ext>
              </a:extLst>
            </p:cNvPr>
            <p:cNvGrpSpPr/>
            <p:nvPr/>
          </p:nvGrpSpPr>
          <p:grpSpPr>
            <a:xfrm>
              <a:off x="922668" y="2019391"/>
              <a:ext cx="5816799" cy="1588168"/>
              <a:chOff x="922668" y="2019391"/>
              <a:chExt cx="5816799" cy="1588168"/>
            </a:xfrm>
          </p:grpSpPr>
          <p:sp>
            <p:nvSpPr>
              <p:cNvPr descr="96da2278-3fe5-4e7e-8698-b4ba90b2cffe" id="22" name="Text1">
                <a:extLst>
                  <a:ext uri="{FF2B5EF4-FFF2-40B4-BE49-F238E27FC236}">
                    <a16:creationId id="{544D5AE7-E7A8-62B8-DEB8-086240DD7B1D}"/>
                  </a:ext>
                </a:extLst>
              </p:cNvPr>
              <p:cNvSpPr txBox="1"/>
              <p:nvPr/>
            </p:nvSpPr>
            <p:spPr>
              <a:xfrm flipH="false" flipV="false">
                <a:off x="1505499" y="2490976"/>
                <a:ext cx="5233968" cy="1116583"/>
              </a:xfrm>
              <a:prstGeom prst="rect">
                <a:avLst/>
              </a:prstGeom>
              <a:noFill/>
            </p:spPr>
            <p:txBody>
              <a:bodyPr anchor="t" anchorCtr="false" rtlCol="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基于质量动量、贡献者引力、PR加速度等指标。</a:t>
                </a:r>
              </a:p>
            </p:txBody>
          </p:sp>
          <p:sp>
            <p:nvSpPr>
              <p:cNvPr descr="36ca9422-cb2c-43c5-a626-3f577df29e80" id="23" name="Bullet1">
                <a:extLst>
                  <a:ext uri="{FF2B5EF4-FFF2-40B4-BE49-F238E27FC236}">
                    <a16:creationId id="{7108069E-0BB0-FBAE-6C2A-A62F4567FAEC}"/>
                  </a:ext>
                </a:extLst>
              </p:cNvPr>
              <p:cNvSpPr txBox="1"/>
              <p:nvPr/>
            </p:nvSpPr>
            <p:spPr>
              <a:xfrm flipH="false" flipV="false">
                <a:off x="1505498" y="2019391"/>
                <a:ext cx="5233968" cy="471586"/>
              </a:xfrm>
              <a:prstGeom prst="rect">
                <a:avLst/>
              </a:prstGeom>
              <a:noFill/>
            </p:spPr>
            <p:txBody>
              <a:bodyPr anchor="b" anchorCtr="false" rtlCol="0" wrap="square">
                <a:normAutofit/>
              </a:bodyPr>
              <a:lstStyle/>
              <a:p>
                <a:pPr algn="l"/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计算指标选择</a:t>
                </a:r>
              </a:p>
            </p:txBody>
          </p:sp>
          <p:sp>
            <p:nvSpPr>
              <p:cNvPr descr="1deab45d-d1fb-4d41-87d2-000331dac11c" id="27" name="Number1">
                <a:extLst>
                  <a:ext uri="{FF2B5EF4-FFF2-40B4-BE49-F238E27FC236}">
                    <a16:creationId id="{935EFA10-210E-396F-2023-8B84586EFC7D}"/>
                  </a:ext>
                </a:extLst>
              </p:cNvPr>
              <p:cNvSpPr/>
              <p:nvPr/>
            </p:nvSpPr>
            <p:spPr>
              <a:xfrm flipH="false" flipV="false">
                <a:off x="922668" y="2124396"/>
                <a:ext cx="366580" cy="366580"/>
              </a:xfrm>
              <a:prstGeom prst="rect">
                <a:avLst/>
              </a:prstGeom>
              <a:solidFill>
                <a:schemeClr val="accent1"/>
              </a:solidFill>
              <a:ln cap="rnd" w="12700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square">
                <a:prstTxWarp prst="textNoShape">
                  <a:avLst/>
                </a:prstTxWarp>
                <a:normAutofit fontScale="92500" lnSpcReduction="10000"/>
              </a:bodyPr>
              <a:lstStyle/>
              <a:p>
                <a:pPr algn="ctr"/>
                <a:r>
                  <a:rPr b="true" i="false" lang="en-US" sz="2000" u="none">
                    <a:solidFill>
                      <a:srgbClr val="000000"/>
                    </a:solidFill>
                    <a:latin typeface="Aptos"/>
                  </a:rPr>
                  <a:t>1</a:t>
                </a:r>
              </a:p>
            </p:txBody>
          </p:sp>
        </p:grpSp>
        <p:grpSp>
          <p:nvGrpSpPr>
            <p:cNvPr descr="6314a35c-713c-4d9a-a644-d48c8bb1ad1a" id="35" name="组合 34">
              <a:extLst>
                <a:ext uri="{FF2B5EF4-FFF2-40B4-BE49-F238E27FC236}">
                  <a16:creationId id="{81B94398-C347-29AE-3E78-161A7D9FB967}"/>
                </a:ext>
              </a:extLst>
            </p:cNvPr>
            <p:cNvGrpSpPr/>
            <p:nvPr/>
          </p:nvGrpSpPr>
          <p:grpSpPr>
            <a:xfrm>
              <a:off x="922668" y="3765884"/>
              <a:ext cx="5816799" cy="1588168"/>
              <a:chOff x="922668" y="3765884"/>
              <a:chExt cx="5816799" cy="1588168"/>
            </a:xfrm>
          </p:grpSpPr>
          <p:sp>
            <p:nvSpPr>
              <p:cNvPr descr="9caeb944-1ee6-48a3-b04e-083e132fced0" id="31" name="Text2">
                <a:extLst>
                  <a:ext uri="{FF2B5EF4-FFF2-40B4-BE49-F238E27FC236}">
                    <a16:creationId id="{225474EF-3082-639F-BC2C-DA718433335D}"/>
                  </a:ext>
                </a:extLst>
              </p:cNvPr>
              <p:cNvSpPr txBox="1"/>
              <p:nvPr/>
            </p:nvSpPr>
            <p:spPr>
              <a:xfrm flipH="false" flipV="false">
                <a:off x="1505499" y="4237469"/>
                <a:ext cx="5233968" cy="1116583"/>
              </a:xfrm>
              <a:prstGeom prst="rect">
                <a:avLst/>
              </a:prstGeom>
              <a:noFill/>
            </p:spPr>
            <p:txBody>
              <a:bodyPr anchor="t" anchorCtr="false" rtlCol="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各指标按权重计算总分，范围在0 - 100。</a:t>
                </a:r>
              </a:p>
            </p:txBody>
          </p:sp>
          <p:sp>
            <p:nvSpPr>
              <p:cNvPr descr="77f936dc-fb97-4405-8844-1b05444815e4" id="32" name="Bullet2">
                <a:extLst>
                  <a:ext uri="{FF2B5EF4-FFF2-40B4-BE49-F238E27FC236}">
                    <a16:creationId id="{61ECD66C-9329-0FF2-131B-6EEA27061A37}"/>
                  </a:ext>
                </a:extLst>
              </p:cNvPr>
              <p:cNvSpPr txBox="1"/>
              <p:nvPr/>
            </p:nvSpPr>
            <p:spPr>
              <a:xfrm flipH="false" flipV="false">
                <a:off x="1505498" y="3765884"/>
                <a:ext cx="5233968" cy="471586"/>
              </a:xfrm>
              <a:prstGeom prst="rect">
                <a:avLst/>
              </a:prstGeom>
              <a:noFill/>
            </p:spPr>
            <p:txBody>
              <a:bodyPr anchor="b" anchorCtr="false" rtlCol="0" wrap="square">
                <a:normAutofit/>
              </a:bodyPr>
              <a:lstStyle/>
              <a:p>
                <a:pPr algn="l"/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动量总分构成</a:t>
                </a:r>
              </a:p>
            </p:txBody>
          </p:sp>
          <p:sp>
            <p:nvSpPr>
              <p:cNvPr descr="7c8c00f8-7bc1-49bb-ac65-176dae870f5b" id="33" name="Number2">
                <a:extLst>
                  <a:ext uri="{FF2B5EF4-FFF2-40B4-BE49-F238E27FC236}">
                    <a16:creationId id="{1C241491-2FB8-0073-9412-1AFAE81ACA00}"/>
                  </a:ext>
                </a:extLst>
              </p:cNvPr>
              <p:cNvSpPr/>
              <p:nvPr/>
            </p:nvSpPr>
            <p:spPr>
              <a:xfrm flipH="false" flipV="false">
                <a:off x="922668" y="3870889"/>
                <a:ext cx="366580" cy="366580"/>
              </a:xfrm>
              <a:prstGeom prst="rect">
                <a:avLst/>
              </a:prstGeom>
              <a:solidFill>
                <a:schemeClr val="tx2">
                  <a:alpha val="80000"/>
                </a:schemeClr>
              </a:solidFill>
              <a:ln cap="rnd" w="12700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square">
                <a:prstTxWarp prst="textNoShape">
                  <a:avLst/>
                </a:prstTxWarp>
                <a:normAutofit fontScale="92500" lnSpcReduction="10000"/>
              </a:bodyPr>
              <a:lstStyle/>
              <a:p>
                <a:pPr algn="ctr"/>
                <a:r>
                  <a:rPr b="true" i="false" lang="en-US" sz="2000" u="none">
                    <a:solidFill>
                      <a:srgbClr val="000000"/>
                    </a:solidFill>
                    <a:latin typeface="Aptos"/>
                  </a:rPr>
                  <a:t>2</a:t>
                </a:r>
              </a:p>
            </p:txBody>
          </p:sp>
        </p:grpSp>
        <p:sp>
          <p:nvSpPr>
            <p:cNvPr descr="10bb63b9-ce29-48de-9900-4609a32a701e" id="14" name="Title">
              <a:extLst>
                <a:ext uri="{FF2B5EF4-FFF2-40B4-BE49-F238E27FC236}">
                  <a16:creationId id="{2B75366D-303F-C407-AAD6-80985CF8EEB3}"/>
                </a:ext>
              </a:extLst>
            </p:cNvPr>
            <p:cNvSpPr/>
            <p:nvPr/>
          </p:nvSpPr>
          <p:spPr>
            <a:xfrm flipH="false" flipV="false">
              <a:off x="7247467" y="2718995"/>
              <a:ext cx="4271433" cy="1588459"/>
            </a:xfrm>
            <a:prstGeom prst="rect">
              <a:avLst/>
            </a:prstGeom>
          </p:spPr>
          <p:txBody>
            <a:bodyPr anchor="ctr" anchorCtr="false" wrap="square">
              <a:normAutofit/>
            </a:bodyPr>
            <a:lstStyle/>
            <a:p>
              <a:pPr algn="l"/>
              <a:r>
                <a:rPr b="true" i="false" lang="en-US" sz="3200" u="none">
                  <a:solidFill>
                    <a:srgbClr val="FFFFFF"/>
                  </a:solidFill>
                  <a:ea typeface="微软雅黑"/>
                </a:rPr>
                <a:t>计算项目发展动力</a:t>
              </a:r>
            </a:p>
          </p:txBody>
        </p:sp>
      </p:grpSp>
      <p:sp>
        <p:nvSpPr>
          <p:cNvPr descr="697f60e6-d590-4202-9a4a-bde26f963db9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FFFFFF"/>
                </a:solidFill>
                <a:ea typeface="微软雅黑"/>
              </a:rPr>
              <a:t>动量计算器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fef5db79-74d0-42f6-b04d-e7d3e85b9fc2" id="36" name="443c29c6-7377-4264-9227-ac97e1dfaec4.source.2.zh-Hans.pptx">
            <a:extLst>
              <a:ext uri="{FF2B5EF4-FFF2-40B4-BE49-F238E27FC236}">
                <a16:creationId id="{F3268BF3-B9E1-7464-C48B-7E7B8B62D430}"/>
              </a:ext>
            </a:extLst>
          </p:cNvPr>
          <p:cNvGrpSpPr/>
          <p:nvPr/>
        </p:nvGrpSpPr>
        <p:grpSpPr>
          <a:xfrm>
            <a:off x="922668" y="2019391"/>
            <a:ext cx="10596232" cy="3334661"/>
            <a:chOff x="922668" y="2019391"/>
            <a:chExt cx="10596232" cy="3334661"/>
          </a:xfrm>
        </p:grpSpPr>
        <p:grpSp>
          <p:nvGrpSpPr>
            <p:cNvPr descr="e094c1bb-720c-4c7c-ae2c-dd113f3e3490" id="34" name="组合 33">
              <a:extLst>
                <a:ext uri="{FF2B5EF4-FFF2-40B4-BE49-F238E27FC236}">
                  <a16:creationId id="{B03F2F63-23D6-6451-DAD1-629F7669445C}"/>
                </a:ext>
              </a:extLst>
            </p:cNvPr>
            <p:cNvGrpSpPr/>
            <p:nvPr/>
          </p:nvGrpSpPr>
          <p:grpSpPr>
            <a:xfrm>
              <a:off x="922668" y="2019391"/>
              <a:ext cx="5816799" cy="1588168"/>
              <a:chOff x="922668" y="2019391"/>
              <a:chExt cx="5816799" cy="1588168"/>
            </a:xfrm>
          </p:grpSpPr>
          <p:sp>
            <p:nvSpPr>
              <p:cNvPr descr="96da2278-3fe5-4e7e-8698-b4ba90b2cffe" id="22" name="Text1">
                <a:extLst>
                  <a:ext uri="{FF2B5EF4-FFF2-40B4-BE49-F238E27FC236}">
                    <a16:creationId id="{544D5AE7-E7A8-62B8-DEB8-086240DD7B1D}"/>
                  </a:ext>
                </a:extLst>
              </p:cNvPr>
              <p:cNvSpPr txBox="1"/>
              <p:nvPr/>
            </p:nvSpPr>
            <p:spPr>
              <a:xfrm flipH="false" flipV="false">
                <a:off x="1505499" y="2490976"/>
                <a:ext cx="5233968" cy="1116583"/>
              </a:xfrm>
              <a:prstGeom prst="rect">
                <a:avLst/>
              </a:prstGeom>
              <a:noFill/>
            </p:spPr>
            <p:txBody>
              <a:bodyPr anchor="t" anchorCtr="false" rtlCol="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包括技术债阻力、熵增趋势、Issue压力等指标。</a:t>
                </a:r>
              </a:p>
            </p:txBody>
          </p:sp>
          <p:sp>
            <p:nvSpPr>
              <p:cNvPr descr="36ca9422-cb2c-43c5-a626-3f577df29e80" id="23" name="Bullet1">
                <a:extLst>
                  <a:ext uri="{FF2B5EF4-FFF2-40B4-BE49-F238E27FC236}">
                    <a16:creationId id="{7108069E-0BB0-FBAE-6C2A-A62F4567FAEC}"/>
                  </a:ext>
                </a:extLst>
              </p:cNvPr>
              <p:cNvSpPr txBox="1"/>
              <p:nvPr/>
            </p:nvSpPr>
            <p:spPr>
              <a:xfrm flipH="false" flipV="false">
                <a:off x="1505498" y="2019391"/>
                <a:ext cx="5233968" cy="471586"/>
              </a:xfrm>
              <a:prstGeom prst="rect">
                <a:avLst/>
              </a:prstGeom>
              <a:noFill/>
            </p:spPr>
            <p:txBody>
              <a:bodyPr anchor="b" anchorCtr="false" rtlCol="0" wrap="square">
                <a:normAutofit/>
              </a:bodyPr>
              <a:lstStyle/>
              <a:p>
                <a:pPr algn="l"/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计算指标确定</a:t>
                </a:r>
              </a:p>
            </p:txBody>
          </p:sp>
          <p:sp>
            <p:nvSpPr>
              <p:cNvPr descr="1deab45d-d1fb-4d41-87d2-000331dac11c" id="27" name="Number1">
                <a:extLst>
                  <a:ext uri="{FF2B5EF4-FFF2-40B4-BE49-F238E27FC236}">
                    <a16:creationId id="{935EFA10-210E-396F-2023-8B84586EFC7D}"/>
                  </a:ext>
                </a:extLst>
              </p:cNvPr>
              <p:cNvSpPr/>
              <p:nvPr/>
            </p:nvSpPr>
            <p:spPr>
              <a:xfrm flipH="false" flipV="false">
                <a:off x="922668" y="2124396"/>
                <a:ext cx="366580" cy="366580"/>
              </a:xfrm>
              <a:prstGeom prst="rect">
                <a:avLst/>
              </a:prstGeom>
              <a:solidFill>
                <a:schemeClr val="accent1"/>
              </a:solidFill>
              <a:ln cap="rnd" w="12700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square">
                <a:prstTxWarp prst="textNoShape">
                  <a:avLst/>
                </a:prstTxWarp>
                <a:normAutofit fontScale="92500" lnSpcReduction="10000"/>
              </a:bodyPr>
              <a:lstStyle/>
              <a:p>
                <a:pPr algn="ctr"/>
                <a:r>
                  <a:rPr b="true" i="false" lang="en-US" sz="2000" u="none">
                    <a:solidFill>
                      <a:srgbClr val="000000"/>
                    </a:solidFill>
                    <a:latin typeface="Aptos"/>
                  </a:rPr>
                  <a:t>1</a:t>
                </a:r>
              </a:p>
            </p:txBody>
          </p:sp>
        </p:grpSp>
        <p:grpSp>
          <p:nvGrpSpPr>
            <p:cNvPr descr="6314a35c-713c-4d9a-a644-d48c8bb1ad1a" id="35" name="组合 34">
              <a:extLst>
                <a:ext uri="{FF2B5EF4-FFF2-40B4-BE49-F238E27FC236}">
                  <a16:creationId id="{81B94398-C347-29AE-3E78-161A7D9FB967}"/>
                </a:ext>
              </a:extLst>
            </p:cNvPr>
            <p:cNvGrpSpPr/>
            <p:nvPr/>
          </p:nvGrpSpPr>
          <p:grpSpPr>
            <a:xfrm>
              <a:off x="922668" y="3765884"/>
              <a:ext cx="5816799" cy="1588168"/>
              <a:chOff x="922668" y="3765884"/>
              <a:chExt cx="5816799" cy="1588168"/>
            </a:xfrm>
          </p:grpSpPr>
          <p:sp>
            <p:nvSpPr>
              <p:cNvPr descr="9caeb944-1ee6-48a3-b04e-083e132fced0" id="31" name="Text2">
                <a:extLst>
                  <a:ext uri="{FF2B5EF4-FFF2-40B4-BE49-F238E27FC236}">
                    <a16:creationId id="{225474EF-3082-639F-BC2C-DA718433335D}"/>
                  </a:ext>
                </a:extLst>
              </p:cNvPr>
              <p:cNvSpPr txBox="1"/>
              <p:nvPr/>
            </p:nvSpPr>
            <p:spPr>
              <a:xfrm flipH="false" flipV="false">
                <a:off x="1505499" y="4237469"/>
                <a:ext cx="5233968" cy="1116583"/>
              </a:xfrm>
              <a:prstGeom prst="rect">
                <a:avLst/>
              </a:prstGeom>
              <a:noFill/>
            </p:spPr>
            <p:txBody>
              <a:bodyPr anchor="t" anchorCtr="false" rtlCol="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各指标按权重计算总分，范围在0 - 100。</a:t>
                </a:r>
              </a:p>
            </p:txBody>
          </p:sp>
          <p:sp>
            <p:nvSpPr>
              <p:cNvPr descr="77f936dc-fb97-4405-8844-1b05444815e4" id="32" name="Bullet2">
                <a:extLst>
                  <a:ext uri="{FF2B5EF4-FFF2-40B4-BE49-F238E27FC236}">
                    <a16:creationId id="{61ECD66C-9329-0FF2-131B-6EEA27061A37}"/>
                  </a:ext>
                </a:extLst>
              </p:cNvPr>
              <p:cNvSpPr txBox="1"/>
              <p:nvPr/>
            </p:nvSpPr>
            <p:spPr>
              <a:xfrm flipH="false" flipV="false">
                <a:off x="1505498" y="3765884"/>
                <a:ext cx="5233968" cy="471586"/>
              </a:xfrm>
              <a:prstGeom prst="rect">
                <a:avLst/>
              </a:prstGeom>
              <a:noFill/>
            </p:spPr>
            <p:txBody>
              <a:bodyPr anchor="b" anchorCtr="false" rtlCol="0" wrap="square">
                <a:normAutofit/>
              </a:bodyPr>
              <a:lstStyle/>
              <a:p>
                <a:pPr algn="l"/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阻力总分计算</a:t>
                </a:r>
              </a:p>
            </p:txBody>
          </p:sp>
          <p:sp>
            <p:nvSpPr>
              <p:cNvPr descr="7c8c00f8-7bc1-49bb-ac65-176dae870f5b" id="33" name="Number2">
                <a:extLst>
                  <a:ext uri="{FF2B5EF4-FFF2-40B4-BE49-F238E27FC236}">
                    <a16:creationId id="{1C241491-2FB8-0073-9412-1AFAE81ACA00}"/>
                  </a:ext>
                </a:extLst>
              </p:cNvPr>
              <p:cNvSpPr/>
              <p:nvPr/>
            </p:nvSpPr>
            <p:spPr>
              <a:xfrm flipH="false" flipV="false">
                <a:off x="922668" y="3870889"/>
                <a:ext cx="366580" cy="366580"/>
              </a:xfrm>
              <a:prstGeom prst="rect">
                <a:avLst/>
              </a:prstGeom>
              <a:solidFill>
                <a:schemeClr val="tx2">
                  <a:alpha val="80000"/>
                </a:schemeClr>
              </a:solidFill>
              <a:ln cap="rnd" w="12700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square">
                <a:prstTxWarp prst="textNoShape">
                  <a:avLst/>
                </a:prstTxWarp>
                <a:normAutofit fontScale="92500" lnSpcReduction="10000"/>
              </a:bodyPr>
              <a:lstStyle/>
              <a:p>
                <a:pPr algn="ctr"/>
                <a:r>
                  <a:rPr b="true" i="false" lang="en-US" sz="2000" u="none">
                    <a:solidFill>
                      <a:srgbClr val="000000"/>
                    </a:solidFill>
                    <a:latin typeface="Aptos"/>
                  </a:rPr>
                  <a:t>2</a:t>
                </a:r>
              </a:p>
            </p:txBody>
          </p:sp>
        </p:grpSp>
        <p:sp>
          <p:nvSpPr>
            <p:cNvPr descr="10bb63b9-ce29-48de-9900-4609a32a701e" id="14" name="Title">
              <a:extLst>
                <a:ext uri="{FF2B5EF4-FFF2-40B4-BE49-F238E27FC236}">
                  <a16:creationId id="{2B75366D-303F-C407-AAD6-80985CF8EEB3}"/>
                </a:ext>
              </a:extLst>
            </p:cNvPr>
            <p:cNvSpPr/>
            <p:nvPr/>
          </p:nvSpPr>
          <p:spPr>
            <a:xfrm flipH="false" flipV="false">
              <a:off x="7247467" y="2718995"/>
              <a:ext cx="4271433" cy="1588459"/>
            </a:xfrm>
            <a:prstGeom prst="rect">
              <a:avLst/>
            </a:prstGeom>
          </p:spPr>
          <p:txBody>
            <a:bodyPr anchor="ctr" anchorCtr="false" wrap="square">
              <a:normAutofit/>
            </a:bodyPr>
            <a:lstStyle/>
            <a:p>
              <a:pPr algn="l"/>
              <a:r>
                <a:rPr b="true" i="false" lang="en-US" sz="3200" u="none">
                  <a:solidFill>
                    <a:srgbClr val="FFFFFF"/>
                  </a:solidFill>
                  <a:ea typeface="微软雅黑"/>
                </a:rPr>
                <a:t>评估项目发展阻力</a:t>
              </a:r>
            </a:p>
          </p:txBody>
        </p:sp>
      </p:grpSp>
      <p:sp>
        <p:nvSpPr>
          <p:cNvPr descr="697f60e6-d590-4202-9a4a-bde26f963db9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FFFFFF"/>
                </a:solidFill>
                <a:ea typeface="微软雅黑"/>
              </a:rPr>
              <a:t>阻力计算器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300bff8c-2ec8-44ee-a1c2-00f5089f7fda" id="79" name="720d478c-9421-4f0f-9cb9-00c560b38fe9.source.2.zh-Hans.pptx">
            <a:extLst>
              <a:ext uri="{FF2B5EF4-FFF2-40B4-BE49-F238E27FC236}">
                <a16:creationId id="{C06E53D7-290D-C929-B441-EE95C6971F60}"/>
              </a:ext>
            </a:extLst>
          </p:cNvPr>
          <p:cNvGrpSpPr/>
          <p:nvPr/>
        </p:nvGrpSpPr>
        <p:grpSpPr>
          <a:xfrm>
            <a:off x="660400" y="1130301"/>
            <a:ext cx="10864850" cy="5003799"/>
            <a:chOff x="660400" y="1130301"/>
            <a:chExt cx="10864850" cy="5003799"/>
          </a:xfrm>
        </p:grpSpPr>
        <p:sp>
          <p:nvSpPr>
            <p:cNvPr descr="ddef9f25-e4ad-452a-8841-b0e8340f0115" id="59" name="Title">
              <a:extLst>
                <a:ext uri="{FF2B5EF4-FFF2-40B4-BE49-F238E27FC236}">
                  <a16:creationId id="{22BB8C5B-8FB8-4BAF-6C23-65266B0DE99F}"/>
                </a:ext>
              </a:extLst>
            </p:cNvPr>
            <p:cNvSpPr>
              <a:spLocks noChangeAspect="1"/>
            </p:cNvSpPr>
            <p:nvPr/>
          </p:nvSpPr>
          <p:spPr>
            <a:xfrm flipH="false" flipV="false">
              <a:off x="666750" y="1130301"/>
              <a:ext cx="10858500" cy="5460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bIns="45720" lIns="91440" rIns="91440" rtlCol="0" tIns="45720" wrap="square">
              <a:normAutofit/>
            </a:bodyPr>
            <a:lstStyle/>
            <a:p>
              <a:pPr algn="l"/>
              <a:r>
                <a:rPr b="true" i="false" lang="en-US" sz="2400" u="none">
                  <a:solidFill>
                    <a:srgbClr val="FFFFFF"/>
                  </a:solidFill>
                  <a:ea typeface="微软雅黑"/>
                </a:rPr>
                <a:t>预测项目增长潜力</a:t>
              </a:r>
            </a:p>
          </p:txBody>
        </p:sp>
        <p:grpSp>
          <p:nvGrpSpPr>
            <p:cNvPr descr="db48d809-fff5-45b1-a2f5-95bc5e268aa6" id="60" name="组合 59">
              <a:extLst>
                <a:ext uri="{FF2B5EF4-FFF2-40B4-BE49-F238E27FC236}">
                  <a16:creationId id="{6875CBA7-2BE9-8718-98D3-065A20E9DF5E}"/>
                </a:ext>
              </a:extLst>
            </p:cNvPr>
            <p:cNvGrpSpPr/>
            <p:nvPr/>
          </p:nvGrpSpPr>
          <p:grpSpPr>
            <a:xfrm>
              <a:off x="660400" y="1715072"/>
              <a:ext cx="10858499" cy="2103531"/>
              <a:chOff x="1143981" y="1715072"/>
              <a:chExt cx="10858499" cy="2103531"/>
            </a:xfrm>
          </p:grpSpPr>
          <p:grpSp>
            <p:nvGrpSpPr>
              <p:cNvPr descr="66cebd93-7dff-4859-a406-222759ed7af2" id="73" name="组合 72">
                <a:extLst>
                  <a:ext uri="{FF2B5EF4-FFF2-40B4-BE49-F238E27FC236}">
                    <a16:creationId id="{56C25147-4ABF-FCBF-C9BE-B062B56A8DD7}"/>
                  </a:ext>
                </a:extLst>
              </p:cNvPr>
              <p:cNvGrpSpPr/>
              <p:nvPr/>
            </p:nvGrpSpPr>
            <p:grpSpPr>
              <a:xfrm>
                <a:off x="1362925" y="1715072"/>
                <a:ext cx="10639555" cy="2103531"/>
                <a:chOff x="660398" y="1715072"/>
                <a:chExt cx="10639555" cy="2103531"/>
              </a:xfrm>
            </p:grpSpPr>
            <p:sp>
              <p:nvSpPr>
                <p:cNvPr descr="0a8ada03-48cb-45ec-8ffb-9c55da57d554" id="75" name="ComponentBackground1">
                  <a:extLst>
                    <a:ext uri="{FF2B5EF4-FFF2-40B4-BE49-F238E27FC236}">
                      <a16:creationId id="{792D1ACB-EFC4-884C-6DCF-DBD350225D1F}"/>
                    </a:ext>
                  </a:extLst>
                </p:cNvPr>
                <p:cNvSpPr/>
                <p:nvPr/>
              </p:nvSpPr>
              <p:spPr>
                <a:xfrm flipH="false" flipV="false">
                  <a:off x="660398" y="1715072"/>
                  <a:ext cx="10639555" cy="2103531"/>
                </a:xfrm>
                <a:prstGeom prst="roundRect">
                  <a:avLst>
                    <a:gd fmla="val 8000" name="adj"/>
                  </a:avLst>
                </a:prstGeom>
                <a:solidFill>
                  <a:schemeClr val="tx1">
                    <a:alpha val="5000"/>
                  </a:schemeClr>
                </a:solidFill>
                <a:ln w="635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 anchorCtr="false" bIns="45720" lIns="91440" rIns="91440" tIns="45720" wrap="square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</a:p>
              </p:txBody>
            </p:sp>
            <p:sp>
              <p:nvSpPr>
                <p:cNvPr descr="abb941c2-d8f5-462d-8be7-77e0adf1bc8a" id="76" name="Text1">
                  <a:extLst>
                    <a:ext uri="{FF2B5EF4-FFF2-40B4-BE49-F238E27FC236}">
                      <a16:creationId id="{C4914216-8D47-9A73-718A-B99AC4D2A212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942123" y="2195528"/>
                  <a:ext cx="10256882" cy="1528828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t" anchorCtr="false" bIns="45720" lIns="91440" rIns="91440" rtlCol="0" tIns="45720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lt1"/>
                      </a:solidFill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lt1"/>
                      </a:solidFill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lt1"/>
                      </a:solidFill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lt1"/>
                      </a:solidFill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lt1"/>
                      </a:solidFill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lt1"/>
                      </a:solidFill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lt1"/>
                      </a:solidFill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lt1"/>
                      </a:solidFill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FFFFFF"/>
                      </a:solidFill>
                      <a:ea typeface="微软雅黑"/>
                    </a:rPr>
                    <a:t>采用悲观估计方法计算增长天花板和剩余空间。</a:t>
                  </a:r>
                </a:p>
              </p:txBody>
            </p:sp>
            <p:sp>
              <p:nvSpPr>
                <p:cNvPr descr="80bef70a-1aab-47e8-8296-7e28fcafd0c2" id="77" name="Bullet1">
                  <a:extLst>
                    <a:ext uri="{FF2B5EF4-FFF2-40B4-BE49-F238E27FC236}">
                      <a16:creationId id="{7BDAD77B-03C6-8CCD-B317-73B02FF11068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942123" y="1753484"/>
                  <a:ext cx="10256899" cy="44204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lIns="91440" rIns="91440" rtlCol="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b="true" i="false" lang="en-US" sz="1800" u="none">
                      <a:solidFill>
                        <a:srgbClr val="FFFFFF"/>
                      </a:solidFill>
                      <a:ea typeface="微软雅黑"/>
                    </a:rPr>
                    <a:t>计算方法说明</a:t>
                  </a:r>
                </a:p>
              </p:txBody>
            </p:sp>
          </p:grpSp>
          <p:sp>
            <p:nvSpPr>
              <p:cNvPr descr="07f62eb6-e86a-494f-86d6-af89bc297323" id="74" name="Number1">
                <a:extLst>
                  <a:ext uri="{FF2B5EF4-FFF2-40B4-BE49-F238E27FC236}">
                    <a16:creationId id="{F21DB6A3-095D-4645-5CF8-184FAE167C4D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1143981" y="1753484"/>
                <a:ext cx="442045" cy="442045"/>
              </a:xfrm>
              <a:prstGeom prst="roundRect">
                <a:avLst/>
              </a:prstGeom>
              <a:solidFill>
                <a:schemeClr val="accent1"/>
              </a:solidFill>
              <a:ln cap="flat" w="12700">
                <a:noFill/>
                <a:prstDash val="solid"/>
                <a:miter/>
              </a:ln>
            </p:spPr>
            <p:txBody>
              <a:bodyPr anchor="ctr" anchorCtr="false" rtlCol="0" wrap="none">
                <a:normAutofit/>
              </a:bodyPr>
              <a:lstStyle/>
              <a:p>
                <a:pPr algn="ctr"/>
                <a:r>
                  <a:rPr b="false" i="false" lang="en-US" sz="1600" u="none">
                    <a:solidFill>
                      <a:srgbClr val="FFFFFF"/>
                    </a:solidFill>
                    <a:latin typeface="Arial"/>
                  </a:rPr>
                  <a:t>1</a:t>
                </a:r>
              </a:p>
            </p:txBody>
          </p:sp>
        </p:grpSp>
        <p:grpSp>
          <p:nvGrpSpPr>
            <p:cNvPr descr="ad23c978-0021-4071-b342-df16a3e4caea" id="61" name="组合 60">
              <a:extLst>
                <a:ext uri="{FF2B5EF4-FFF2-40B4-BE49-F238E27FC236}">
                  <a16:creationId id="{76FFB0D5-641D-692A-BF22-AC8FEE9BAB26}"/>
                </a:ext>
              </a:extLst>
            </p:cNvPr>
            <p:cNvGrpSpPr/>
            <p:nvPr/>
          </p:nvGrpSpPr>
          <p:grpSpPr>
            <a:xfrm>
              <a:off x="660400" y="4030569"/>
              <a:ext cx="10858499" cy="2103531"/>
              <a:chOff x="1143981" y="1715072"/>
              <a:chExt cx="10858499" cy="2103531"/>
            </a:xfrm>
          </p:grpSpPr>
          <p:grpSp>
            <p:nvGrpSpPr>
              <p:cNvPr descr="9a438778-2e45-4210-a83f-c2d3d2c6b02d" id="68" name="组合 67">
                <a:extLst>
                  <a:ext uri="{FF2B5EF4-FFF2-40B4-BE49-F238E27FC236}">
                    <a16:creationId id="{FB6E00FF-A37C-9739-5296-B09C653437DA}"/>
                  </a:ext>
                </a:extLst>
              </p:cNvPr>
              <p:cNvGrpSpPr/>
              <p:nvPr/>
            </p:nvGrpSpPr>
            <p:grpSpPr>
              <a:xfrm>
                <a:off x="1362925" y="1715072"/>
                <a:ext cx="10639555" cy="2103531"/>
                <a:chOff x="660398" y="1715072"/>
                <a:chExt cx="10639555" cy="2103531"/>
              </a:xfrm>
            </p:grpSpPr>
            <p:sp>
              <p:nvSpPr>
                <p:cNvPr descr="672fd624-88a3-49b7-8498-7fe8be61fe0b" id="70" name="ComponentBackground2">
                  <a:extLst>
                    <a:ext uri="{FF2B5EF4-FFF2-40B4-BE49-F238E27FC236}">
                      <a16:creationId id="{B4CEA147-52E6-2E7A-5195-188D3F6AD602}"/>
                    </a:ext>
                  </a:extLst>
                </p:cNvPr>
                <p:cNvSpPr/>
                <p:nvPr/>
              </p:nvSpPr>
              <p:spPr>
                <a:xfrm flipH="false" flipV="false">
                  <a:off x="660398" y="1715072"/>
                  <a:ext cx="10639555" cy="2103531"/>
                </a:xfrm>
                <a:prstGeom prst="roundRect">
                  <a:avLst>
                    <a:gd fmla="val 8000" name="adj"/>
                  </a:avLst>
                </a:prstGeom>
                <a:solidFill>
                  <a:schemeClr val="tx1">
                    <a:alpha val="5000"/>
                  </a:schemeClr>
                </a:solidFill>
                <a:ln w="635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 anchorCtr="false" bIns="45720" lIns="91440" rIns="91440" tIns="45720" wrap="square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</a:p>
              </p:txBody>
            </p:sp>
            <p:sp>
              <p:nvSpPr>
                <p:cNvPr descr="3a143eea-71df-43b2-9d63-6d1246fba83c" id="71" name="Text2">
                  <a:extLst>
                    <a:ext uri="{FF2B5EF4-FFF2-40B4-BE49-F238E27FC236}">
                      <a16:creationId id="{E9F7E195-574F-8347-AD1F-C4D3B57CF5DE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942123" y="2195528"/>
                  <a:ext cx="10256882" cy="1528828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t" anchorCtr="false" bIns="45720" lIns="91440" rIns="91440" rtlCol="0" tIns="45720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lt1"/>
                      </a:solidFill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lt1"/>
                      </a:solidFill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lt1"/>
                      </a:solidFill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lt1"/>
                      </a:solidFill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lt1"/>
                      </a:solidFill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lt1"/>
                      </a:solidFill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lt1"/>
                      </a:solidFill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lt1"/>
                      </a:solidFill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FFFFFF"/>
                      </a:solidFill>
                      <a:ea typeface="微软雅黑"/>
                    </a:rPr>
                    <a:t>根据剩余空间计算潜力评分，范围在0 - 100。</a:t>
                  </a:r>
                </a:p>
              </p:txBody>
            </p:sp>
            <p:sp>
              <p:nvSpPr>
                <p:cNvPr descr="c6fe763c-bee2-4a77-beaf-99fc686c983f" id="72" name="Bullet2">
                  <a:extLst>
                    <a:ext uri="{FF2B5EF4-FFF2-40B4-BE49-F238E27FC236}">
                      <a16:creationId id="{B1283C41-5ADB-E1F0-A32E-7D532D9FE011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942123" y="1753484"/>
                  <a:ext cx="10256899" cy="44204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lIns="91440" rIns="91440" rtlCol="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b="true" i="false" lang="en-US" sz="1800" u="none">
                      <a:solidFill>
                        <a:srgbClr val="FFFFFF"/>
                      </a:solidFill>
                      <a:ea typeface="微软雅黑"/>
                    </a:rPr>
                    <a:t>潜力评分计算</a:t>
                  </a:r>
                </a:p>
              </p:txBody>
            </p:sp>
          </p:grpSp>
          <p:sp>
            <p:nvSpPr>
              <p:cNvPr descr="6862c4b3-8434-4fc6-a5d5-6eb9b71e3b38" id="69" name="Number2">
                <a:extLst>
                  <a:ext uri="{FF2B5EF4-FFF2-40B4-BE49-F238E27FC236}">
                    <a16:creationId id="{52D7BBC8-BF90-E3B4-F901-3B296710040B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1143981" y="1753484"/>
                <a:ext cx="442045" cy="442045"/>
              </a:xfrm>
              <a:prstGeom prst="roundRect">
                <a:avLst/>
              </a:prstGeom>
              <a:solidFill>
                <a:schemeClr val="accent1"/>
              </a:solidFill>
              <a:ln cap="flat" w="12700">
                <a:noFill/>
                <a:prstDash val="solid"/>
                <a:miter/>
              </a:ln>
            </p:spPr>
            <p:txBody>
              <a:bodyPr anchor="ctr" anchorCtr="false" rtlCol="0" wrap="none">
                <a:normAutofit/>
              </a:bodyPr>
              <a:lstStyle/>
              <a:p>
                <a:pPr algn="ctr"/>
                <a:r>
                  <a:rPr b="false" i="false" lang="en-US" sz="1600" u="none">
                    <a:solidFill>
                      <a:srgbClr val="FFFFFF"/>
                    </a:solidFill>
                    <a:latin typeface="Arial"/>
                  </a:rPr>
                  <a:t>2</a:t>
                </a:r>
              </a:p>
            </p:txBody>
          </p:sp>
        </p:grpSp>
      </p:grpSp>
      <p:sp>
        <p:nvSpPr>
          <p:cNvPr descr="697f60e6-d590-4202-9a4a-bde26f963db9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FFFFFF"/>
                </a:solidFill>
                <a:ea typeface="微软雅黑"/>
              </a:rPr>
              <a:t>潜力计算器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5a313828-23d7-4ea6-a4e2-97ee082f97f9" id="24" name="1ad6fde6-1572-4922-bad7-3146316565f6.source.3.zh-Hans.pptx">
            <a:extLst>
              <a:ext uri="{FF2B5EF4-FFF2-40B4-BE49-F238E27FC236}">
                <a16:creationId id="{7809B40B-192C-6250-8CE4-147206FB5BCC}"/>
              </a:ext>
            </a:extLst>
          </p:cNvPr>
          <p:cNvGrpSpPr/>
          <p:nvPr/>
        </p:nvGrpSpPr>
        <p:grpSpPr>
          <a:xfrm>
            <a:off x="660399" y="1130301"/>
            <a:ext cx="10858501" cy="5003795"/>
            <a:chOff x="660399" y="1130301"/>
            <a:chExt cx="10858501" cy="5003795"/>
          </a:xfrm>
        </p:grpSpPr>
        <p:cxnSp>
          <p:nvCxnSpPr>
            <p:cNvPr descr="eb042e3b-6ba3-4304-b57f-3120ef31f38f" id="17" name="îşļíďè">
              <a:extLst>
                <a:ext uri="{FF2B5EF4-FFF2-40B4-BE49-F238E27FC236}">
                  <a16:creationId id="{5439FB8A-7CCB-1C8A-7E55-AA3555D4BFDA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660400" y="2914451"/>
              <a:ext cx="3619552" cy="0"/>
            </a:xfrm>
            <a:prstGeom prst="straightConnector1">
              <a:avLst/>
            </a:prstGeom>
            <a:ln w="25400">
              <a:solidFill>
                <a:schemeClr val="accent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d7dcc802-cb71-42af-b023-188947ab3857" id="13" name="ï$ḻîḍê">
              <a:extLst>
                <a:ext uri="{FF2B5EF4-FFF2-40B4-BE49-F238E27FC236}">
                  <a16:creationId id="{A194B0C8-26D0-D0B1-C339-BCE958625BC4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4279874" y="2914451"/>
              <a:ext cx="3619552" cy="0"/>
            </a:xfrm>
            <a:prstGeom prst="straightConnector1">
              <a:avLst/>
            </a:prstGeom>
            <a:ln w="25400">
              <a:solidFill>
                <a:schemeClr val="accent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cec58f2f-b911-4d0c-bc9b-e5b61574e760" id="9" name="iṥ1iḍè">
              <a:extLst>
                <a:ext uri="{FF2B5EF4-FFF2-40B4-BE49-F238E27FC236}">
                  <a16:creationId id="{8298C47B-959B-0CA9-C441-307AF3DE82C1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7899348" y="2914451"/>
              <a:ext cx="3619552" cy="0"/>
            </a:xfrm>
            <a:prstGeom prst="straightConnector1">
              <a:avLst/>
            </a:prstGeom>
            <a:ln w="25400">
              <a:solidFill>
                <a:schemeClr val="accent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descr="8a5f2bcd-343d-4af2-843e-6b16756c1800" id="33" name="ïsļiḓê">
              <a:extLst>
                <a:ext uri="{FF2B5EF4-FFF2-40B4-BE49-F238E27FC236}">
                  <a16:creationId id="{2D9906CE-7182-5270-4691-198CD9C3B243}"/>
                </a:ext>
              </a:extLst>
            </p:cNvPr>
            <p:cNvSpPr/>
            <p:nvPr/>
          </p:nvSpPr>
          <p:spPr>
            <a:xfrm flipH="false" flipV="false">
              <a:off x="787722" y="2945916"/>
              <a:ext cx="289367" cy="249454"/>
            </a:xfrm>
            <a:prstGeom prst="triangle">
              <a:avLst/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/>
            <a:lstStyle/>
            <a:p>
              <a:pPr algn="ctr"/>
            </a:p>
          </p:txBody>
        </p:sp>
        <p:sp>
          <p:nvSpPr>
            <p:cNvPr descr="8cf3dad6-1407-46a7-8363-078115023d1d" id="36" name="îṣļíḋè">
              <a:extLst>
                <a:ext uri="{FF2B5EF4-FFF2-40B4-BE49-F238E27FC236}">
                  <a16:creationId id="{FAE909FB-65ED-D03E-153E-D59D02C6F65B}"/>
                </a:ext>
              </a:extLst>
            </p:cNvPr>
            <p:cNvSpPr/>
            <p:nvPr/>
          </p:nvSpPr>
          <p:spPr>
            <a:xfrm flipH="false" flipV="false">
              <a:off x="8026504" y="2945916"/>
              <a:ext cx="289367" cy="249454"/>
            </a:xfrm>
            <a:prstGeom prst="triangle">
              <a:avLst/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/>
            <a:lstStyle/>
            <a:p>
              <a:pPr algn="ctr"/>
            </a:p>
          </p:txBody>
        </p:sp>
        <p:sp>
          <p:nvSpPr>
            <p:cNvPr descr="9464846d-a8a1-474a-9e8a-d0c1d3fb34d5" id="8" name="Title">
              <a:extLst>
                <a:ext uri="{FF2B5EF4-FFF2-40B4-BE49-F238E27FC236}">
                  <a16:creationId id="{A175D9ED-5BF4-8B31-D7F2-4FA140414543}"/>
                </a:ext>
              </a:extLst>
            </p:cNvPr>
            <p:cNvSpPr txBox="1"/>
            <p:nvPr/>
          </p:nvSpPr>
          <p:spPr>
            <a:xfrm flipH="false" flipV="false">
              <a:off x="660400" y="1130301"/>
              <a:ext cx="10858500" cy="854234"/>
            </a:xfrm>
            <a:prstGeom prst="rect">
              <a:avLst/>
            </a:prstGeom>
            <a:noFill/>
          </p:spPr>
          <p:txBody>
            <a:bodyPr anchor="t" anchorCtr="true" rtlCol="0" wrap="square">
              <a:norm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b="true" i="false" lang="en-US" strike="noStrike" sz="2400" u="none">
                  <a:solidFill>
                    <a:srgbClr val="FFFFFF"/>
                  </a:solidFill>
                  <a:ea typeface="微软雅黑"/>
                </a:rPr>
                <a:t>验证预测模型准确性</a:t>
              </a:r>
            </a:p>
          </p:txBody>
        </p:sp>
        <p:grpSp>
          <p:nvGrpSpPr>
            <p:cNvPr descr="c2744d88-33de-49f8-bb2d-9ae01060d453" id="20" name="组合 19">
              <a:extLst>
                <a:ext uri="{FF2B5EF4-FFF2-40B4-BE49-F238E27FC236}">
                  <a16:creationId id="{2BE4DC0F-BC5C-6586-C1AB-5DA4581BEAD8}"/>
                </a:ext>
              </a:extLst>
            </p:cNvPr>
            <p:cNvGrpSpPr/>
            <p:nvPr/>
          </p:nvGrpSpPr>
          <p:grpSpPr>
            <a:xfrm>
              <a:off x="660399" y="2265454"/>
              <a:ext cx="3170987" cy="3868642"/>
              <a:chOff x="660399" y="2265454"/>
              <a:chExt cx="3170987" cy="3868642"/>
            </a:xfrm>
          </p:grpSpPr>
          <p:sp>
            <p:nvSpPr>
              <p:cNvPr descr="17a67c16-ea9b-447d-9703-1cfcfdf48912" id="15" name="Number1">
                <a:extLst>
                  <a:ext uri="{FF2B5EF4-FFF2-40B4-BE49-F238E27FC236}">
                    <a16:creationId id="{DD140F51-3781-C6A2-1134-EA9A7972B0B5}"/>
                  </a:ext>
                </a:extLst>
              </p:cNvPr>
              <p:cNvSpPr txBox="1"/>
              <p:nvPr/>
            </p:nvSpPr>
            <p:spPr>
              <a:xfrm flipH="false" flipV="false">
                <a:off x="660400" y="2265454"/>
                <a:ext cx="1197544" cy="648997"/>
              </a:xfrm>
              <a:prstGeom prst="rect">
                <a:avLst/>
              </a:prstGeom>
              <a:noFill/>
            </p:spPr>
            <p:txBody>
              <a:bodyPr anchor="b" anchorCtr="false" bIns="108000" lIns="108000" rIns="108000" rtlCol="0" tIns="108000" wrap="none">
                <a:spAutoFit/>
              </a:bodyPr>
              <a:lstStyle/>
              <a:p>
                <a:pPr algn="l"/>
                <a:r>
                  <a:rPr b="true" i="false" lang="en-US" sz="2800" u="none">
                    <a:solidFill>
                      <a:srgbClr val="1E4DCD"/>
                    </a:solidFill>
                    <a:latin typeface="Arial"/>
                  </a:rPr>
                  <a:t>Step1</a:t>
                </a:r>
              </a:p>
            </p:txBody>
          </p:sp>
          <p:sp>
            <p:nvSpPr>
              <p:cNvPr descr="77489ed9-327d-4f72-a399-50748c153c8b" id="32" name="Text1">
                <a:extLst>
                  <a:ext uri="{FF2B5EF4-FFF2-40B4-BE49-F238E27FC236}">
                    <a16:creationId id="{03550386-3F3D-04A7-EBA9-43A53B8E16E4}"/>
                  </a:ext>
                </a:extLst>
              </p:cNvPr>
              <p:cNvSpPr/>
              <p:nvPr/>
            </p:nvSpPr>
            <p:spPr>
              <a:xfrm flipH="false" flipV="false">
                <a:off x="660566" y="3195370"/>
                <a:ext cx="3170820" cy="2360753"/>
              </a:xfrm>
              <a:prstGeom prst="rect">
                <a:avLst/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true" lIns="180000" rIns="180000" rtlCol="0" wrap="square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包括数据分割、模型训练和预测、准确性指标计算等。</a:t>
                </a:r>
              </a:p>
            </p:txBody>
          </p:sp>
          <p:sp>
            <p:nvSpPr>
              <p:cNvPr descr="26add5cb-a4a5-4e00-b6a9-0c4f92edb2d8" id="10" name="Bullet1">
                <a:extLst>
                  <a:ext uri="{FF2B5EF4-FFF2-40B4-BE49-F238E27FC236}">
                    <a16:creationId id="{D80BAB5D-C990-BCAA-7D6F-305A29B7B73A}"/>
                  </a:ext>
                </a:extLst>
              </p:cNvPr>
              <p:cNvSpPr txBox="1"/>
              <p:nvPr/>
            </p:nvSpPr>
            <p:spPr>
              <a:xfrm flipH="false" flipV="false">
                <a:off x="660399" y="5556123"/>
                <a:ext cx="3170819" cy="577973"/>
              </a:xfrm>
              <a:prstGeom prst="rect">
                <a:avLst/>
              </a:prstGeom>
              <a:noFill/>
            </p:spPr>
            <p:txBody>
              <a:bodyPr anchor="t" anchorCtr="true" rtlCol="0" wrap="square">
                <a:normAutofit/>
              </a:bodyPr>
              <a:lstStyle/>
              <a:p>
                <a:pPr algn="ctr"/>
                <a:r>
                  <a:rPr b="true" i="false" lang="en-US" strike="noStrike" sz="1800" u="none">
                    <a:solidFill>
                      <a:srgbClr val="FFFFFF"/>
                    </a:solidFill>
                    <a:ea typeface="微软雅黑"/>
                  </a:rPr>
                  <a:t>验证方法步骤</a:t>
                </a:r>
              </a:p>
            </p:txBody>
          </p:sp>
        </p:grpSp>
        <p:grpSp>
          <p:nvGrpSpPr>
            <p:cNvPr descr="1c8a6a96-e3a2-4630-b01b-fa53763f8301" id="21" name="组合 20">
              <a:extLst>
                <a:ext uri="{FF2B5EF4-FFF2-40B4-BE49-F238E27FC236}">
                  <a16:creationId id="{1B15C15F-0010-0DF8-6285-DE01F22DC55F}"/>
                </a:ext>
              </a:extLst>
            </p:cNvPr>
            <p:cNvGrpSpPr/>
            <p:nvPr/>
          </p:nvGrpSpPr>
          <p:grpSpPr>
            <a:xfrm>
              <a:off x="4279789" y="2265454"/>
              <a:ext cx="3170988" cy="3868642"/>
              <a:chOff x="4279789" y="2265454"/>
              <a:chExt cx="3170988" cy="3868642"/>
            </a:xfrm>
          </p:grpSpPr>
          <p:sp>
            <p:nvSpPr>
              <p:cNvPr descr="3fddfd0a-4deb-4568-8b2a-92e8bcd20437" id="11" name="Number2">
                <a:extLst>
                  <a:ext uri="{FF2B5EF4-FFF2-40B4-BE49-F238E27FC236}">
                    <a16:creationId id="{E613D7D2-6081-7A8A-0758-2C8E38CCB295}"/>
                  </a:ext>
                </a:extLst>
              </p:cNvPr>
              <p:cNvSpPr txBox="1"/>
              <p:nvPr/>
            </p:nvSpPr>
            <p:spPr>
              <a:xfrm flipH="false" flipV="false">
                <a:off x="4279874" y="2265454"/>
                <a:ext cx="1197544" cy="648997"/>
              </a:xfrm>
              <a:prstGeom prst="rect">
                <a:avLst/>
              </a:prstGeom>
              <a:noFill/>
            </p:spPr>
            <p:txBody>
              <a:bodyPr anchor="b" anchorCtr="false" bIns="108000" lIns="108000" rIns="108000" rtlCol="0" tIns="108000" wrap="none">
                <a:spAutoFit/>
              </a:bodyPr>
              <a:lstStyle/>
              <a:p>
                <a:pPr algn="l"/>
                <a:r>
                  <a:rPr b="true" i="false" lang="en-US" sz="2800" u="none">
                    <a:solidFill>
                      <a:srgbClr val="1E4DCD"/>
                    </a:solidFill>
                    <a:latin typeface="Arial"/>
                  </a:rPr>
                  <a:t>Step2</a:t>
                </a:r>
              </a:p>
            </p:txBody>
          </p:sp>
          <p:sp>
            <p:nvSpPr>
              <p:cNvPr descr="dd0f3fee-21fc-48ca-a596-9301bc122554" id="12" name="Bullet2">
                <a:extLst>
                  <a:ext uri="{FF2B5EF4-FFF2-40B4-BE49-F238E27FC236}">
                    <a16:creationId id="{91CD7A54-2AD3-1B9E-CE70-77AADE73E2E3}"/>
                  </a:ext>
                </a:extLst>
              </p:cNvPr>
              <p:cNvSpPr txBox="1"/>
              <p:nvPr/>
            </p:nvSpPr>
            <p:spPr>
              <a:xfrm flipH="false" flipV="false">
                <a:off x="4279789" y="5556123"/>
                <a:ext cx="3170819" cy="577973"/>
              </a:xfrm>
              <a:prstGeom prst="rect">
                <a:avLst/>
              </a:prstGeom>
              <a:noFill/>
            </p:spPr>
            <p:txBody>
              <a:bodyPr anchor="t" anchorCtr="true" rtlCol="0" wrap="square">
                <a:normAutofit/>
              </a:bodyPr>
              <a:lstStyle/>
              <a:p>
                <a:pPr algn="ctr"/>
                <a:r>
                  <a:rPr b="true" i="false" lang="en-US" strike="noStrike" sz="1800" u="none">
                    <a:solidFill>
                      <a:srgbClr val="FFFFFF"/>
                    </a:solidFill>
                    <a:ea typeface="微软雅黑"/>
                  </a:rPr>
                  <a:t>准确性指标含义</a:t>
                </a:r>
              </a:p>
            </p:txBody>
          </p:sp>
          <p:sp>
            <p:nvSpPr>
              <p:cNvPr descr="7d427b29-28ce-4b3f-a103-cf0255f4945c" id="19" name="Text2">
                <a:extLst>
                  <a:ext uri="{FF2B5EF4-FFF2-40B4-BE49-F238E27FC236}">
                    <a16:creationId id="{7C48174C-0BCD-4BF1-635F-DCA8BC72BC99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4279957" y="2987026"/>
                <a:ext cx="3170820" cy="2569097"/>
              </a:xfrm>
              <a:custGeom>
                <a:avLst/>
                <a:gdLst>
                  <a:gd fmla="*/ 346919 w 3170820" name="connsiteX0"/>
                  <a:gd fmla="*/ 0 h 2569097" name="connsiteY0"/>
                  <a:gd fmla="*/ 474472 w 3170820" name="connsiteX1"/>
                  <a:gd fmla="*/ 219919 h 2569097" name="connsiteY1"/>
                  <a:gd fmla="*/ 3170820 w 3170820" name="connsiteX2"/>
                  <a:gd fmla="*/ 219919 h 2569097" name="connsiteY2"/>
                  <a:gd fmla="*/ 3170820 w 3170820" name="connsiteX3"/>
                  <a:gd fmla="*/ 2569097 h 2569097" name="connsiteY3"/>
                  <a:gd fmla="*/ 0 w 3170820" name="connsiteX4"/>
                  <a:gd fmla="*/ 2569097 h 2569097" name="connsiteY4"/>
                  <a:gd fmla="*/ 0 w 3170820" name="connsiteX5"/>
                  <a:gd fmla="*/ 219919 h 2569097" name="connsiteY5"/>
                  <a:gd fmla="*/ 219366 w 3170820" name="connsiteX6"/>
                  <a:gd fmla="*/ 219919 h 2569097" name="connsiteY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b="b" l="l" r="r" t="t"/>
                <a:pathLst>
                  <a:path h="2569097" w="3170820">
                    <a:moveTo>
                      <a:pt x="346919" y="0"/>
                    </a:moveTo>
                    <a:lnTo>
                      <a:pt x="474472" y="219919"/>
                    </a:lnTo>
                    <a:lnTo>
                      <a:pt x="3170820" y="219919"/>
                    </a:lnTo>
                    <a:lnTo>
                      <a:pt x="3170820" y="2569097"/>
                    </a:lnTo>
                    <a:lnTo>
                      <a:pt x="0" y="2569097"/>
                    </a:lnTo>
                    <a:lnTo>
                      <a:pt x="0" y="219919"/>
                    </a:lnTo>
                    <a:lnTo>
                      <a:pt x="219366" y="219919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true" rtlCol="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000000"/>
                    </a:solidFill>
                    <a:ea typeface="微软雅黑"/>
                  </a:rPr>
                  <a:t>如MAE、MAPE、RMSE等指标的意义。</a:t>
                </a:r>
              </a:p>
            </p:txBody>
          </p:sp>
        </p:grpSp>
        <p:grpSp>
          <p:nvGrpSpPr>
            <p:cNvPr descr="c311646a-9492-4586-ae54-e3cc6f11529e" id="22" name="组合 21">
              <a:extLst>
                <a:ext uri="{FF2B5EF4-FFF2-40B4-BE49-F238E27FC236}">
                  <a16:creationId id="{E7EBC914-E52B-CB76-E405-072ACC1514A6}"/>
                </a:ext>
              </a:extLst>
            </p:cNvPr>
            <p:cNvGrpSpPr/>
            <p:nvPr/>
          </p:nvGrpSpPr>
          <p:grpSpPr>
            <a:xfrm>
              <a:off x="7899011" y="2265454"/>
              <a:ext cx="3171157" cy="3868642"/>
              <a:chOff x="7899011" y="2265454"/>
              <a:chExt cx="3171157" cy="3868642"/>
            </a:xfrm>
          </p:grpSpPr>
          <p:sp>
            <p:nvSpPr>
              <p:cNvPr descr="5faf5f98-8ccd-4088-be2c-5cf03b700a00" id="7" name="Number3">
                <a:extLst>
                  <a:ext uri="{FF2B5EF4-FFF2-40B4-BE49-F238E27FC236}">
                    <a16:creationId id="{448D75CA-9483-20F1-C8E0-B5D0CCBF5304}"/>
                  </a:ext>
                </a:extLst>
              </p:cNvPr>
              <p:cNvSpPr txBox="1"/>
              <p:nvPr/>
            </p:nvSpPr>
            <p:spPr>
              <a:xfrm flipH="false" flipV="false">
                <a:off x="7899348" y="2265454"/>
                <a:ext cx="1197544" cy="648997"/>
              </a:xfrm>
              <a:prstGeom prst="rect">
                <a:avLst/>
              </a:prstGeom>
              <a:noFill/>
            </p:spPr>
            <p:txBody>
              <a:bodyPr anchor="b" anchorCtr="false" bIns="108000" lIns="108000" rIns="108000" rtlCol="0" tIns="108000" wrap="none">
                <a:spAutoFit/>
              </a:bodyPr>
              <a:lstStyle/>
              <a:p>
                <a:pPr algn="l"/>
                <a:r>
                  <a:rPr b="true" i="false" lang="en-US" sz="2800" u="none">
                    <a:solidFill>
                      <a:srgbClr val="1E4DCD"/>
                    </a:solidFill>
                    <a:latin typeface="Arial"/>
                  </a:rPr>
                  <a:t>Step3</a:t>
                </a:r>
              </a:p>
            </p:txBody>
          </p:sp>
          <p:sp>
            <p:nvSpPr>
              <p:cNvPr descr="05dd4ce7-f317-4aab-b588-d0874a1edc0c" id="35" name="Text3">
                <a:extLst>
                  <a:ext uri="{FF2B5EF4-FFF2-40B4-BE49-F238E27FC236}">
                    <a16:creationId id="{99079722-0F5D-3769-D472-357C75683622}"/>
                  </a:ext>
                </a:extLst>
              </p:cNvPr>
              <p:cNvSpPr/>
              <p:nvPr/>
            </p:nvSpPr>
            <p:spPr>
              <a:xfrm flipH="false" flipV="false">
                <a:off x="7899348" y="3195370"/>
                <a:ext cx="3170820" cy="2360753"/>
              </a:xfrm>
              <a:prstGeom prst="rect">
                <a:avLst/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true" lIns="180000" rIns="180000" rtlCol="0" wrap="square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根据准确性指标评估预测置信度等级。</a:t>
                </a:r>
              </a:p>
            </p:txBody>
          </p:sp>
          <p:sp>
            <p:nvSpPr>
              <p:cNvPr descr="82c9f8a6-99c5-4ea8-b1c0-47fb611a6fb3" id="14" name="Bullet3">
                <a:extLst>
                  <a:ext uri="{FF2B5EF4-FFF2-40B4-BE49-F238E27FC236}">
                    <a16:creationId id="{67DE17D8-EAC8-C761-751B-1B8E43A400C3}"/>
                  </a:ext>
                </a:extLst>
              </p:cNvPr>
              <p:cNvSpPr txBox="1"/>
              <p:nvPr/>
            </p:nvSpPr>
            <p:spPr>
              <a:xfrm flipH="false" flipV="false">
                <a:off x="7899011" y="5556123"/>
                <a:ext cx="3170819" cy="577973"/>
              </a:xfrm>
              <a:prstGeom prst="rect">
                <a:avLst/>
              </a:prstGeom>
              <a:noFill/>
            </p:spPr>
            <p:txBody>
              <a:bodyPr anchor="t" anchorCtr="true" rtlCol="0" wrap="square">
                <a:normAutofit/>
              </a:bodyPr>
              <a:lstStyle/>
              <a:p>
                <a:pPr algn="ctr"/>
                <a:r>
                  <a:rPr b="true" i="false" lang="en-US" strike="noStrike" sz="1800" u="none">
                    <a:solidFill>
                      <a:srgbClr val="FFFFFF"/>
                    </a:solidFill>
                    <a:ea typeface="微软雅黑"/>
                  </a:rPr>
                  <a:t>置信度评估标准</a:t>
                </a:r>
              </a:p>
            </p:txBody>
          </p:sp>
        </p:grpSp>
      </p:grpSp>
      <p:sp>
        <p:nvSpPr>
          <p:cNvPr descr="697f60e6-d590-4202-9a4a-bde26f963db9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FFFFFF"/>
                </a:solidFill>
                <a:ea typeface="微软雅黑"/>
              </a:rPr>
              <a:t>回测验证器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345c4632-88db-4233-a36a-fad984bc60c2" id="20" name="dfb8e719-bc77-4df4-ad66-c9f63a1f8954.source.2.zh-Hans.pptx">
            <a:extLst>
              <a:ext uri="{FF2B5EF4-FFF2-40B4-BE49-F238E27FC236}">
                <a16:creationId id="{97135374-CA44-05EB-3606-64E50550E377}"/>
              </a:ext>
            </a:extLst>
          </p:cNvPr>
          <p:cNvGrpSpPr/>
          <p:nvPr/>
        </p:nvGrpSpPr>
        <p:grpSpPr>
          <a:xfrm>
            <a:off x="660400" y="1130300"/>
            <a:ext cx="10858500" cy="4960258"/>
            <a:chOff x="660400" y="1130300"/>
            <a:chExt cx="10858500" cy="4960258"/>
          </a:xfrm>
        </p:grpSpPr>
        <p:grpSp>
          <p:nvGrpSpPr>
            <p:cNvPr descr="86a1ebac-5784-4a8d-9930-1046786fbcd9" id="5" name="组合 4">
              <a:extLst>
                <a:ext uri="{FF2B5EF4-FFF2-40B4-BE49-F238E27FC236}">
                  <a16:creationId id="{89AC706C-04FF-881A-B85B-AB49CD1D67DD}"/>
                </a:ext>
              </a:extLst>
            </p:cNvPr>
            <p:cNvGrpSpPr/>
            <p:nvPr/>
          </p:nvGrpSpPr>
          <p:grpSpPr>
            <a:xfrm>
              <a:off x="660400" y="1130300"/>
              <a:ext cx="10858500" cy="4960258"/>
              <a:chOff x="660400" y="1130300"/>
              <a:chExt cx="10858500" cy="4960258"/>
            </a:xfrm>
          </p:grpSpPr>
          <p:sp>
            <p:nvSpPr>
              <p:cNvPr descr="562d5b42-45ef-476c-8006-33953b1596a0" id="4" name="Title">
                <a:extLst>
                  <a:ext uri="{FF2B5EF4-FFF2-40B4-BE49-F238E27FC236}">
                    <a16:creationId id="{84FDD983-8E71-5F7E-27B5-B6A79DE3F3C4}"/>
                  </a:ext>
                </a:extLst>
              </p:cNvPr>
              <p:cNvSpPr/>
              <p:nvPr/>
            </p:nvSpPr>
            <p:spPr>
              <a:xfrm flipH="false" flipV="false">
                <a:off x="660400" y="1130300"/>
                <a:ext cx="10858500" cy="720000"/>
              </a:xfrm>
              <a:prstGeom prst="roundRect">
                <a:avLst>
                  <a:gd fmla="val 0" name="adj"/>
                </a:avLst>
              </a:prstGeom>
              <a:noFill/>
              <a:ln cap="rnd" w="6350">
                <a:solidFill>
                  <a:schemeClr val="tx1">
                    <a:alpha val="50000"/>
                  </a:schemeClr>
                </a:solidFill>
                <a:prstDash val="solid"/>
                <a:round/>
              </a:ln>
              <a:effectLst>
                <a:outerShdw algn="ctr" blurRad="254000" dir="5400000" dist="127000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square">
                <a:normAutofit/>
              </a:bodyPr>
              <a:lstStyle/>
              <a:p>
                <a:pPr algn="l"/>
                <a:r>
                  <a:rPr b="true" i="false" lang="en-US" sz="2400" u="none">
                    <a:solidFill>
                      <a:srgbClr val="FFFFFF"/>
                    </a:solidFill>
                    <a:ea typeface="微软雅黑"/>
                  </a:rPr>
                  <a:t>分析项目贡献者风险</a:t>
                </a:r>
              </a:p>
            </p:txBody>
          </p:sp>
          <p:grpSp>
            <p:nvGrpSpPr>
              <p:cNvPr descr="bc4e665f-76c0-4610-b069-0b09dd0355b5" id="9" name="组合 8">
                <a:extLst>
                  <a:ext uri="{FF2B5EF4-FFF2-40B4-BE49-F238E27FC236}">
                    <a16:creationId id="{1450F64D-5F07-0672-56B4-6BCFF3957594}"/>
                  </a:ext>
                </a:extLst>
              </p:cNvPr>
              <p:cNvGrpSpPr/>
              <p:nvPr/>
            </p:nvGrpSpPr>
            <p:grpSpPr>
              <a:xfrm>
                <a:off x="1240527" y="2731243"/>
                <a:ext cx="4508500" cy="3359315"/>
                <a:chOff x="1240527" y="2731243"/>
                <a:chExt cx="4508500" cy="3359315"/>
              </a:xfrm>
            </p:grpSpPr>
            <p:sp>
              <p:nvSpPr>
                <p:cNvPr descr="4c99a19b-66f3-42c6-b155-98d97e2b9faf" id="6" name="Bullet1">
                  <a:extLst>
                    <a:ext uri="{FF2B5EF4-FFF2-40B4-BE49-F238E27FC236}">
                      <a16:creationId id="{10F6B1C4-1423-5A97-12D3-766BA7936B1E}"/>
                    </a:ext>
                  </a:extLst>
                </p:cNvPr>
                <p:cNvSpPr/>
                <p:nvPr/>
              </p:nvSpPr>
              <p:spPr>
                <a:xfrm flipH="false" flipV="false">
                  <a:off x="1240527" y="3085856"/>
                  <a:ext cx="4508500" cy="558000"/>
                </a:xfrm>
                <a:prstGeom prst="rect">
                  <a:avLst/>
                </a:prstGeom>
                <a:noFill/>
                <a:ln cap="rnd" w="6350">
                  <a:solidFill>
                    <a:schemeClr val="tx1">
                      <a:alpha val="50000"/>
                    </a:schemeClr>
                  </a:solidFill>
                  <a:prstDash val="solid"/>
                  <a:round/>
                </a:ln>
                <a:effectLst>
                  <a:outerShdw algn="ctr" blurRad="254000" dir="5400000" dist="127000" rotWithShape="0">
                    <a:schemeClr val="accent2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compatLnSpc="1" forceAA="0" fromWordArt="0" lIns="91440" numCol="1" rIns="91440" rot="0" rtlCol="0" spcCol="0" spcFirstLastPara="0" tIns="45720" vert="horz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b="true" i="false" lang="en-US" sz="1800" u="none">
                      <a:solidFill>
                        <a:srgbClr val="FFFFFF"/>
                      </a:solidFill>
                      <a:ea typeface="微软雅黑"/>
                    </a:rPr>
                    <a:t>贡献熵模型原理</a:t>
                  </a:r>
                </a:p>
              </p:txBody>
            </p:sp>
            <p:sp>
              <p:nvSpPr>
                <p:cNvPr descr="477aa051-2adf-46ba-9ba6-883a036d8b2d" id="7" name="Text1">
                  <a:extLst>
                    <a:ext uri="{FF2B5EF4-FFF2-40B4-BE49-F238E27FC236}">
                      <a16:creationId id="{0A0C82FE-A1F5-3527-A026-D7C8B823F2DC}"/>
                    </a:ext>
                  </a:extLst>
                </p:cNvPr>
                <p:cNvSpPr/>
                <p:nvPr/>
              </p:nvSpPr>
              <p:spPr>
                <a:xfrm flipH="false" flipV="false">
                  <a:off x="1240527" y="3744687"/>
                  <a:ext cx="4508500" cy="234587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t" anchorCtr="false" rtlCol="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FFFFFF"/>
                      </a:solidFill>
                      <a:ea typeface="微软雅黑"/>
                    </a:rPr>
                    <a:t>使用贡献熵模型计算项目的Bus Factor风险。</a:t>
                  </a:r>
                </a:p>
              </p:txBody>
            </p:sp>
            <p:sp>
              <p:nvSpPr>
                <p:cNvPr descr="9ea28d72-0c1e-47cd-8025-82e1725133be" id="8" name="Number1">
                  <a:extLst>
                    <a:ext uri="{FF2B5EF4-FFF2-40B4-BE49-F238E27FC236}">
                      <a16:creationId id="{4FEB5DC7-8C27-BCFA-15FF-ECDEF250F386}"/>
                    </a:ext>
                  </a:extLst>
                </p:cNvPr>
                <p:cNvSpPr/>
                <p:nvPr/>
              </p:nvSpPr>
              <p:spPr>
                <a:xfrm flipH="false" flipV="false">
                  <a:off x="3037753" y="2731243"/>
                  <a:ext cx="914048" cy="360000"/>
                </a:xfrm>
                <a:prstGeom prst="rect">
                  <a:avLst/>
                </a:prstGeom>
                <a:solidFill>
                  <a:schemeClr val="accent1"/>
                </a:solidFill>
                <a:ln cap="rnd" w="57150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compatLnSpc="1" forceAA="0" fromWordArt="0" lIns="91440" numCol="1" rIns="91440" rot="0" rtlCol="0" spcCol="0" spcFirstLastPara="0" tIns="45720" vert="horz" wrap="non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b="false" i="false" lang="en-US" sz="1600" u="none">
                      <a:solidFill>
                        <a:srgbClr val="FFFFFF"/>
                      </a:solidFill>
                      <a:latin typeface="Arial"/>
                    </a:rPr>
                    <a:t>1</a:t>
                  </a:r>
                </a:p>
              </p:txBody>
            </p:sp>
          </p:grpSp>
          <p:grpSp>
            <p:nvGrpSpPr>
              <p:cNvPr descr="1e6425f4-a020-4e38-90fd-af7f9f99d640" id="10" name="组合 9">
                <a:extLst>
                  <a:ext uri="{FF2B5EF4-FFF2-40B4-BE49-F238E27FC236}">
                    <a16:creationId id="{7437813D-C893-83C3-10FD-767796DE2409}"/>
                  </a:ext>
                </a:extLst>
              </p:cNvPr>
              <p:cNvGrpSpPr/>
              <p:nvPr/>
            </p:nvGrpSpPr>
            <p:grpSpPr>
              <a:xfrm>
                <a:off x="6430274" y="2731243"/>
                <a:ext cx="4508500" cy="3359315"/>
                <a:chOff x="6430274" y="2731243"/>
                <a:chExt cx="4508500" cy="3359315"/>
              </a:xfrm>
            </p:grpSpPr>
            <p:sp>
              <p:nvSpPr>
                <p:cNvPr descr="8b9e721a-352f-4e05-b197-6558365a9de0" id="12" name="Bullet2">
                  <a:extLst>
                    <a:ext uri="{FF2B5EF4-FFF2-40B4-BE49-F238E27FC236}">
                      <a16:creationId id="{25D24087-E1B9-F366-E34D-FDA984B57B1C}"/>
                    </a:ext>
                  </a:extLst>
                </p:cNvPr>
                <p:cNvSpPr/>
                <p:nvPr/>
              </p:nvSpPr>
              <p:spPr>
                <a:xfrm flipH="false" flipV="false">
                  <a:off x="6430274" y="3085856"/>
                  <a:ext cx="4508500" cy="558000"/>
                </a:xfrm>
                <a:prstGeom prst="rect">
                  <a:avLst/>
                </a:prstGeom>
                <a:noFill/>
                <a:ln cap="rnd" w="6350">
                  <a:solidFill>
                    <a:schemeClr val="tx1">
                      <a:alpha val="50000"/>
                    </a:schemeClr>
                  </a:solidFill>
                  <a:prstDash val="solid"/>
                  <a:round/>
                </a:ln>
                <a:effectLst>
                  <a:outerShdw algn="ctr" blurRad="254000" dir="5400000" dist="127000" rotWithShape="0">
                    <a:schemeClr val="accent3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compatLnSpc="1" forceAA="0" fromWordArt="0" lIns="91440" numCol="1" rIns="91440" rot="0" rtlCol="0" spcCol="0" spcFirstLastPara="0" tIns="45720" vert="horz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b="true" i="false" lang="en-US" sz="1800" u="none">
                      <a:solidFill>
                        <a:srgbClr val="FFFFFF"/>
                      </a:solidFill>
                      <a:ea typeface="微软雅黑"/>
                    </a:rPr>
                    <a:t>风险等级划分</a:t>
                  </a:r>
                </a:p>
              </p:txBody>
            </p:sp>
            <p:sp>
              <p:nvSpPr>
                <p:cNvPr descr="ccbe754d-8f96-46a3-8da9-e84581614b56" id="13" name="Text2">
                  <a:extLst>
                    <a:ext uri="{FF2B5EF4-FFF2-40B4-BE49-F238E27FC236}">
                      <a16:creationId id="{C2888355-3AC6-3E0F-B9C4-11F653C1C03A}"/>
                    </a:ext>
                  </a:extLst>
                </p:cNvPr>
                <p:cNvSpPr/>
                <p:nvPr/>
              </p:nvSpPr>
              <p:spPr>
                <a:xfrm flipH="false" flipV="false">
                  <a:off x="6430274" y="3744687"/>
                  <a:ext cx="4508500" cy="234587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t" anchorCtr="false" rtlCol="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FFFFFF"/>
                      </a:solidFill>
                      <a:ea typeface="微软雅黑"/>
                    </a:rPr>
                    <a:t>分为CRITICAL、HIGH、MEDIUM、LOW四个风险等级。</a:t>
                  </a:r>
                </a:p>
              </p:txBody>
            </p:sp>
            <p:sp>
              <p:nvSpPr>
                <p:cNvPr descr="95f4edc2-4896-4eb5-a229-74e86d0678bf" id="14" name="Number2">
                  <a:extLst>
                    <a:ext uri="{FF2B5EF4-FFF2-40B4-BE49-F238E27FC236}">
                      <a16:creationId id="{800440B4-1A53-CDA4-CDCB-60640A1788F4}"/>
                    </a:ext>
                  </a:extLst>
                </p:cNvPr>
                <p:cNvSpPr/>
                <p:nvPr/>
              </p:nvSpPr>
              <p:spPr>
                <a:xfrm flipH="false" flipV="false">
                  <a:off x="8227500" y="2731243"/>
                  <a:ext cx="914048" cy="360000"/>
                </a:xfrm>
                <a:prstGeom prst="rect">
                  <a:avLst/>
                </a:prstGeom>
                <a:solidFill>
                  <a:schemeClr val="accent1"/>
                </a:solidFill>
                <a:ln cap="rnd" w="57150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compatLnSpc="1" forceAA="0" fromWordArt="0" lIns="91440" numCol="1" rIns="91440" rot="0" rtlCol="0" spcCol="0" spcFirstLastPara="0" tIns="45720" vert="horz" wrap="none">
                  <a:normAutofit/>
                </a:bodyPr>
                <a:lstStyle/>
                <a:p>
                  <a:pPr algn="ctr"/>
                  <a:r>
                    <a:rPr b="false" i="false" lang="en-US" sz="1600" u="none">
                      <a:solidFill>
                        <a:srgbClr val="FFFFFF"/>
                      </a:solidFill>
                      <a:latin typeface="Arial"/>
                    </a:rPr>
                    <a:t>2</a:t>
                  </a:r>
                </a:p>
              </p:txBody>
            </p:sp>
          </p:grpSp>
        </p:grpSp>
        <p:cxnSp>
          <p:nvCxnSpPr>
            <p:cNvPr descr="b84b5a68-d9ff-4767-9881-f241c1ed2083" id="15" name="连接符: 肘形 14">
              <a:extLst>
                <a:ext uri="{FF2B5EF4-FFF2-40B4-BE49-F238E27FC236}">
                  <a16:creationId id="{3AC4EADF-DEB0-D5F0-811C-2BF085340B09}"/>
                </a:ext>
              </a:extLst>
            </p:cNvPr>
            <p:cNvCxnSpPr>
              <a:stCxn id="4" idx="2"/>
              <a:endCxn id="8" idx="0"/>
            </p:cNvCxnSpPr>
            <p:nvPr/>
          </p:nvCxnSpPr>
          <p:spPr>
            <a:xfrm flipH="false" flipV="false" rot="5400000">
              <a:off x="4351743" y="993335"/>
              <a:ext cx="880943" cy="2594873"/>
            </a:xfrm>
            <a:prstGeom prst="bentConnector3">
              <a:avLst/>
            </a:prstGeom>
            <a:ln>
              <a:solidFill>
                <a:schemeClr val="tx1">
                  <a:alpha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c950ec5e-1843-4013-8be2-71f08dc59800" id="17" name="连接符: 肘形 16">
              <a:extLst>
                <a:ext uri="{FF2B5EF4-FFF2-40B4-BE49-F238E27FC236}">
                  <a16:creationId id="{587E17C0-34A7-BA46-CF97-9AAE6F4B8CB7}"/>
                </a:ext>
              </a:extLst>
            </p:cNvPr>
            <p:cNvCxnSpPr>
              <a:cxnSpLocks/>
              <a:stCxn id="4" idx="2"/>
              <a:endCxn id="14" idx="0"/>
            </p:cNvCxnSpPr>
            <p:nvPr/>
          </p:nvCxnSpPr>
          <p:spPr>
            <a:xfrm flipH="true" flipV="false" rot="16200000">
              <a:off x="6946616" y="993334"/>
              <a:ext cx="880943" cy="2594874"/>
            </a:xfrm>
            <a:prstGeom prst="bentConnector3">
              <a:avLst>
                <a:gd fmla="val 50000" name="adj1"/>
              </a:avLst>
            </a:prstGeom>
            <a:ln>
              <a:solidFill>
                <a:schemeClr val="tx1">
                  <a:alpha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descr="697f60e6-d590-4202-9a4a-bde26f963db9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FFFFFF"/>
                </a:solidFill>
                <a:latin typeface="Arial"/>
              </a:rPr>
              <a:t>Bus Factor 2.0分析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300bff8c-2ec8-44ee-a1c2-00f5089f7fda" id="79" name="720d478c-9421-4f0f-9cb9-00c560b38fe9.source.2.zh-Hans.pptx">
            <a:extLst>
              <a:ext uri="{FF2B5EF4-FFF2-40B4-BE49-F238E27FC236}">
                <a16:creationId id="{C06E53D7-290D-C929-B441-EE95C6971F60}"/>
              </a:ext>
            </a:extLst>
          </p:cNvPr>
          <p:cNvGrpSpPr/>
          <p:nvPr/>
        </p:nvGrpSpPr>
        <p:grpSpPr>
          <a:xfrm>
            <a:off x="660400" y="1130301"/>
            <a:ext cx="10864850" cy="5003799"/>
            <a:chOff x="660400" y="1130301"/>
            <a:chExt cx="10864850" cy="5003799"/>
          </a:xfrm>
        </p:grpSpPr>
        <p:sp>
          <p:nvSpPr>
            <p:cNvPr descr="ddef9f25-e4ad-452a-8841-b0e8340f0115" id="59" name="Title">
              <a:extLst>
                <a:ext uri="{FF2B5EF4-FFF2-40B4-BE49-F238E27FC236}">
                  <a16:creationId id="{22BB8C5B-8FB8-4BAF-6C23-65266B0DE99F}"/>
                </a:ext>
              </a:extLst>
            </p:cNvPr>
            <p:cNvSpPr>
              <a:spLocks noChangeAspect="1"/>
            </p:cNvSpPr>
            <p:nvPr/>
          </p:nvSpPr>
          <p:spPr>
            <a:xfrm flipH="false" flipV="false">
              <a:off x="666750" y="1130301"/>
              <a:ext cx="10858500" cy="5460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bIns="45720" lIns="91440" rIns="91440" rtlCol="0" tIns="45720" wrap="square">
              <a:normAutofit/>
            </a:bodyPr>
            <a:lstStyle/>
            <a:p>
              <a:pPr algn="l"/>
              <a:r>
                <a:rPr b="true" i="false" lang="en-US" sz="2400" u="none">
                  <a:solidFill>
                    <a:srgbClr val="FFFFFF"/>
                  </a:solidFill>
                  <a:ea typeface="微软雅黑"/>
                </a:rPr>
                <a:t>预测项目枯竭时间</a:t>
              </a:r>
            </a:p>
          </p:txBody>
        </p:sp>
        <p:grpSp>
          <p:nvGrpSpPr>
            <p:cNvPr descr="db48d809-fff5-45b1-a2f5-95bc5e268aa6" id="60" name="组合 59">
              <a:extLst>
                <a:ext uri="{FF2B5EF4-FFF2-40B4-BE49-F238E27FC236}">
                  <a16:creationId id="{6875CBA7-2BE9-8718-98D3-065A20E9DF5E}"/>
                </a:ext>
              </a:extLst>
            </p:cNvPr>
            <p:cNvGrpSpPr/>
            <p:nvPr/>
          </p:nvGrpSpPr>
          <p:grpSpPr>
            <a:xfrm>
              <a:off x="660400" y="1715072"/>
              <a:ext cx="10858499" cy="2103531"/>
              <a:chOff x="1143981" y="1715072"/>
              <a:chExt cx="10858499" cy="2103531"/>
            </a:xfrm>
          </p:grpSpPr>
          <p:grpSp>
            <p:nvGrpSpPr>
              <p:cNvPr descr="66cebd93-7dff-4859-a406-222759ed7af2" id="73" name="组合 72">
                <a:extLst>
                  <a:ext uri="{FF2B5EF4-FFF2-40B4-BE49-F238E27FC236}">
                    <a16:creationId id="{56C25147-4ABF-FCBF-C9BE-B062B56A8DD7}"/>
                  </a:ext>
                </a:extLst>
              </p:cNvPr>
              <p:cNvGrpSpPr/>
              <p:nvPr/>
            </p:nvGrpSpPr>
            <p:grpSpPr>
              <a:xfrm>
                <a:off x="1362925" y="1715072"/>
                <a:ext cx="10639555" cy="2103531"/>
                <a:chOff x="660398" y="1715072"/>
                <a:chExt cx="10639555" cy="2103531"/>
              </a:xfrm>
            </p:grpSpPr>
            <p:sp>
              <p:nvSpPr>
                <p:cNvPr descr="0a8ada03-48cb-45ec-8ffb-9c55da57d554" id="75" name="ComponentBackground1">
                  <a:extLst>
                    <a:ext uri="{FF2B5EF4-FFF2-40B4-BE49-F238E27FC236}">
                      <a16:creationId id="{792D1ACB-EFC4-884C-6DCF-DBD350225D1F}"/>
                    </a:ext>
                  </a:extLst>
                </p:cNvPr>
                <p:cNvSpPr/>
                <p:nvPr/>
              </p:nvSpPr>
              <p:spPr>
                <a:xfrm flipH="false" flipV="false">
                  <a:off x="660398" y="1715072"/>
                  <a:ext cx="10639555" cy="2103531"/>
                </a:xfrm>
                <a:prstGeom prst="roundRect">
                  <a:avLst>
                    <a:gd fmla="val 8000" name="adj"/>
                  </a:avLst>
                </a:prstGeom>
                <a:solidFill>
                  <a:schemeClr val="tx1">
                    <a:alpha val="5000"/>
                  </a:schemeClr>
                </a:solidFill>
                <a:ln w="635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 anchorCtr="false" bIns="45720" lIns="91440" rIns="91440" tIns="45720" wrap="square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</a:p>
              </p:txBody>
            </p:sp>
            <p:sp>
              <p:nvSpPr>
                <p:cNvPr descr="abb941c2-d8f5-462d-8be7-77e0adf1bc8a" id="76" name="Text1">
                  <a:extLst>
                    <a:ext uri="{FF2B5EF4-FFF2-40B4-BE49-F238E27FC236}">
                      <a16:creationId id="{C4914216-8D47-9A73-718A-B99AC4D2A212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942123" y="2195528"/>
                  <a:ext cx="10256882" cy="1528828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t" anchorCtr="false" bIns="45720" lIns="91440" rIns="91440" rtlCol="0" tIns="45720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lt1"/>
                      </a:solidFill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lt1"/>
                      </a:solidFill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lt1"/>
                      </a:solidFill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lt1"/>
                      </a:solidFill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lt1"/>
                      </a:solidFill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lt1"/>
                      </a:solidFill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lt1"/>
                      </a:solidFill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lt1"/>
                      </a:solidFill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FFFFFF"/>
                      </a:solidFill>
                      <a:ea typeface="微软雅黑"/>
                    </a:rPr>
                    <a:t>区分成熟稳定与真正衰退，预测枯竭时间。</a:t>
                  </a:r>
                </a:p>
              </p:txBody>
            </p:sp>
            <p:sp>
              <p:nvSpPr>
                <p:cNvPr descr="80bef70a-1aab-47e8-8296-7e28fcafd0c2" id="77" name="Bullet1">
                  <a:extLst>
                    <a:ext uri="{FF2B5EF4-FFF2-40B4-BE49-F238E27FC236}">
                      <a16:creationId id="{7BDAD77B-03C6-8CCD-B317-73B02FF11068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942123" y="1753484"/>
                  <a:ext cx="10256899" cy="44204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lIns="91440" rIns="91440" rtlCol="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b="true" i="false" lang="en-US" sz="1800" u="none">
                      <a:solidFill>
                        <a:srgbClr val="FFFFFF"/>
                      </a:solidFill>
                      <a:ea typeface="微软雅黑"/>
                    </a:rPr>
                    <a:t>分析原理说明</a:t>
                  </a:r>
                </a:p>
              </p:txBody>
            </p:sp>
          </p:grpSp>
          <p:sp>
            <p:nvSpPr>
              <p:cNvPr descr="07f62eb6-e86a-494f-86d6-af89bc297323" id="74" name="Number1">
                <a:extLst>
                  <a:ext uri="{FF2B5EF4-FFF2-40B4-BE49-F238E27FC236}">
                    <a16:creationId id="{F21DB6A3-095D-4645-5CF8-184FAE167C4D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1143981" y="1753484"/>
                <a:ext cx="442045" cy="442045"/>
              </a:xfrm>
              <a:prstGeom prst="roundRect">
                <a:avLst/>
              </a:prstGeom>
              <a:solidFill>
                <a:schemeClr val="accent1"/>
              </a:solidFill>
              <a:ln cap="flat" w="12700">
                <a:noFill/>
                <a:prstDash val="solid"/>
                <a:miter/>
              </a:ln>
            </p:spPr>
            <p:txBody>
              <a:bodyPr anchor="ctr" anchorCtr="false" rtlCol="0" wrap="none">
                <a:normAutofit/>
              </a:bodyPr>
              <a:lstStyle/>
              <a:p>
                <a:pPr algn="ctr"/>
                <a:r>
                  <a:rPr b="false" i="false" lang="en-US" sz="1600" u="none">
                    <a:solidFill>
                      <a:srgbClr val="FFFFFF"/>
                    </a:solidFill>
                    <a:latin typeface="Arial"/>
                  </a:rPr>
                  <a:t>1</a:t>
                </a:r>
              </a:p>
            </p:txBody>
          </p:sp>
        </p:grpSp>
        <p:grpSp>
          <p:nvGrpSpPr>
            <p:cNvPr descr="ad23c978-0021-4071-b342-df16a3e4caea" id="61" name="组合 60">
              <a:extLst>
                <a:ext uri="{FF2B5EF4-FFF2-40B4-BE49-F238E27FC236}">
                  <a16:creationId id="{76FFB0D5-641D-692A-BF22-AC8FEE9BAB26}"/>
                </a:ext>
              </a:extLst>
            </p:cNvPr>
            <p:cNvGrpSpPr/>
            <p:nvPr/>
          </p:nvGrpSpPr>
          <p:grpSpPr>
            <a:xfrm>
              <a:off x="660400" y="4030569"/>
              <a:ext cx="10858499" cy="2103531"/>
              <a:chOff x="1143981" y="1715072"/>
              <a:chExt cx="10858499" cy="2103531"/>
            </a:xfrm>
          </p:grpSpPr>
          <p:grpSp>
            <p:nvGrpSpPr>
              <p:cNvPr descr="9a438778-2e45-4210-a83f-c2d3d2c6b02d" id="68" name="组合 67">
                <a:extLst>
                  <a:ext uri="{FF2B5EF4-FFF2-40B4-BE49-F238E27FC236}">
                    <a16:creationId id="{FB6E00FF-A37C-9739-5296-B09C653437DA}"/>
                  </a:ext>
                </a:extLst>
              </p:cNvPr>
              <p:cNvGrpSpPr/>
              <p:nvPr/>
            </p:nvGrpSpPr>
            <p:grpSpPr>
              <a:xfrm>
                <a:off x="1362925" y="1715072"/>
                <a:ext cx="10639555" cy="2103531"/>
                <a:chOff x="660398" y="1715072"/>
                <a:chExt cx="10639555" cy="2103531"/>
              </a:xfrm>
            </p:grpSpPr>
            <p:sp>
              <p:nvSpPr>
                <p:cNvPr descr="672fd624-88a3-49b7-8498-7fe8be61fe0b" id="70" name="ComponentBackground2">
                  <a:extLst>
                    <a:ext uri="{FF2B5EF4-FFF2-40B4-BE49-F238E27FC236}">
                      <a16:creationId id="{B4CEA147-52E6-2E7A-5195-188D3F6AD602}"/>
                    </a:ext>
                  </a:extLst>
                </p:cNvPr>
                <p:cNvSpPr/>
                <p:nvPr/>
              </p:nvSpPr>
              <p:spPr>
                <a:xfrm flipH="false" flipV="false">
                  <a:off x="660398" y="1715072"/>
                  <a:ext cx="10639555" cy="2103531"/>
                </a:xfrm>
                <a:prstGeom prst="roundRect">
                  <a:avLst>
                    <a:gd fmla="val 8000" name="adj"/>
                  </a:avLst>
                </a:prstGeom>
                <a:solidFill>
                  <a:schemeClr val="tx1">
                    <a:alpha val="5000"/>
                  </a:schemeClr>
                </a:solidFill>
                <a:ln w="635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 anchorCtr="false" bIns="45720" lIns="91440" rIns="91440" tIns="45720" wrap="square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</a:p>
              </p:txBody>
            </p:sp>
            <p:sp>
              <p:nvSpPr>
                <p:cNvPr descr="3a143eea-71df-43b2-9d63-6d1246fba83c" id="71" name="Text2">
                  <a:extLst>
                    <a:ext uri="{FF2B5EF4-FFF2-40B4-BE49-F238E27FC236}">
                      <a16:creationId id="{E9F7E195-574F-8347-AD1F-C4D3B57CF5DE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942123" y="2195528"/>
                  <a:ext cx="10256882" cy="1528828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t" anchorCtr="false" bIns="45720" lIns="91440" rIns="91440" rtlCol="0" tIns="45720" wrap="square">
                  <a:normAutofit/>
                </a:bodyPr>
                <a:lstStyle>
                  <a:defPPr>
                    <a:defRPr lang="zh-CN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lt1"/>
                      </a:solidFill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lt1"/>
                      </a:solidFill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lt1"/>
                      </a:solidFill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lt1"/>
                      </a:solidFill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lt1"/>
                      </a:solidFill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lt1"/>
                      </a:solidFill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lt1"/>
                      </a:solidFill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lt1"/>
                      </a:solidFill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lt1"/>
                      </a:solidFill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FFFFFF"/>
                      </a:solidFill>
                      <a:ea typeface="微软雅黑"/>
                    </a:rPr>
                    <a:t>包括线性衰减、指数衰减、不规则衰减等模式。</a:t>
                  </a:r>
                </a:p>
              </p:txBody>
            </p:sp>
            <p:sp>
              <p:nvSpPr>
                <p:cNvPr descr="c6fe763c-bee2-4a77-beaf-99fc686c983f" id="72" name="Bullet2">
                  <a:extLst>
                    <a:ext uri="{FF2B5EF4-FFF2-40B4-BE49-F238E27FC236}">
                      <a16:creationId id="{B1283C41-5ADB-E1F0-A32E-7D532D9FE011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942123" y="1753484"/>
                  <a:ext cx="10256899" cy="44204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lIns="91440" rIns="91440" rtlCol="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b="true" i="false" lang="en-US" sz="1800" u="none">
                      <a:solidFill>
                        <a:srgbClr val="FFFFFF"/>
                      </a:solidFill>
                      <a:ea typeface="微软雅黑"/>
                    </a:rPr>
                    <a:t>衰退模式检测</a:t>
                  </a:r>
                </a:p>
              </p:txBody>
            </p:sp>
          </p:grpSp>
          <p:sp>
            <p:nvSpPr>
              <p:cNvPr descr="6862c4b3-8434-4fc6-a5d5-6eb9b71e3b38" id="69" name="Number2">
                <a:extLst>
                  <a:ext uri="{FF2B5EF4-FFF2-40B4-BE49-F238E27FC236}">
                    <a16:creationId id="{52D7BBC8-BF90-E3B4-F901-3B296710040B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1143981" y="1753484"/>
                <a:ext cx="442045" cy="442045"/>
              </a:xfrm>
              <a:prstGeom prst="roundRect">
                <a:avLst/>
              </a:prstGeom>
              <a:solidFill>
                <a:schemeClr val="accent1"/>
              </a:solidFill>
              <a:ln cap="flat" w="12700">
                <a:noFill/>
                <a:prstDash val="solid"/>
                <a:miter/>
              </a:ln>
            </p:spPr>
            <p:txBody>
              <a:bodyPr anchor="ctr" anchorCtr="false" rtlCol="0" wrap="none">
                <a:normAutofit/>
              </a:bodyPr>
              <a:lstStyle/>
              <a:p>
                <a:pPr algn="ctr"/>
                <a:r>
                  <a:rPr b="false" i="false" lang="en-US" sz="1600" u="none">
                    <a:solidFill>
                      <a:srgbClr val="FFFFFF"/>
                    </a:solidFill>
                    <a:latin typeface="Arial"/>
                  </a:rPr>
                  <a:t>2</a:t>
                </a:r>
              </a:p>
            </p:txBody>
          </p:sp>
        </p:grpSp>
      </p:grpSp>
      <p:sp>
        <p:nvSpPr>
          <p:cNvPr descr="697f60e6-d590-4202-9a4a-bde26f963db9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FFFFFF"/>
                </a:solidFill>
                <a:latin typeface="Arial"/>
              </a:rPr>
              <a:t>ETD寿命分析器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9287d1e1-dca8-4e1f-bfc3-d2107bbdbd68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3600" u="none">
                <a:solidFill>
                  <a:srgbClr val="FFFFFF"/>
                </a:solidFill>
                <a:ea typeface="微软雅黑"/>
              </a:rPr>
              <a:t>评价逻辑</a:t>
            </a:r>
          </a:p>
        </p:txBody>
      </p:sp>
      <p:sp>
        <p:nvSpPr>
          <p:cNvPr descr="8fa4c7ce-a26a-4c3a-abd4-ab3a82024325" id="3" name=""/>
          <p:cNvSpPr>
            <a:spLocks noGrp="1"/>
          </p:cNvSpPr>
          <p:nvPr>
            <p:ph hasCustomPrompt="1" idx="1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1600" u="none">
                <a:solidFill>
                  <a:srgbClr val="FFFFFF"/>
                </a:solidFill>
                <a:ea typeface="微软雅黑"/>
              </a:rPr>
              <a:t>明确项目评价依据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dee63f1e-0e4b-47ba-953d-53113c4b91ab" id="23" name="37e9254f-cd01-4222-a8b3-518de6c71795.source.2.zh-Hans.pptx">
            <a:extLst>
              <a:ext uri="{FF2B5EF4-FFF2-40B4-BE49-F238E27FC236}">
                <a16:creationId id="{06956E00-C178-AB98-F5F4-2CF73B004CE6}"/>
              </a:ext>
            </a:extLst>
          </p:cNvPr>
          <p:cNvGrpSpPr/>
          <p:nvPr/>
        </p:nvGrpSpPr>
        <p:grpSpPr>
          <a:xfrm>
            <a:off x="660399" y="1130301"/>
            <a:ext cx="10858501" cy="5003799"/>
            <a:chOff x="660399" y="1130301"/>
            <a:chExt cx="10858501" cy="5003799"/>
          </a:xfrm>
        </p:grpSpPr>
        <p:sp>
          <p:nvSpPr>
            <p:cNvPr descr="9c87621d-6b77-406c-ad22-49ada22cea57" id="10" name="Title">
              <a:extLst>
                <a:ext uri="{FF2B5EF4-FFF2-40B4-BE49-F238E27FC236}">
                  <a16:creationId id="{5C340490-72D7-6E9D-9781-EEE0D631F461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660399" y="1130301"/>
              <a:ext cx="10858500" cy="586098"/>
            </a:xfrm>
            <a:prstGeom prst="rect">
              <a:avLst/>
            </a:prstGeom>
            <a:noFill/>
            <a:ln w="762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wrap="square">
              <a:normAutofit/>
            </a:bodyPr>
            <a:lstStyle/>
            <a:p>
              <a:pPr algn="l"/>
              <a:r>
                <a:rPr b="true" i="false" lang="en-US" sz="2400" u="none">
                  <a:solidFill>
                    <a:srgbClr val="FFFFFF"/>
                  </a:solidFill>
                  <a:ea typeface="微软雅黑"/>
                </a:rPr>
                <a:t>了解健康等级划分标准</a:t>
              </a:r>
            </a:p>
          </p:txBody>
        </p:sp>
        <p:grpSp>
          <p:nvGrpSpPr>
            <p:cNvPr descr="3234535e-c238-4d21-9b7c-971f74b3d6c1" id="37" name="组合 36">
              <a:extLst>
                <a:ext uri="{FF2B5EF4-FFF2-40B4-BE49-F238E27FC236}">
                  <a16:creationId id="{B6820A27-9424-DE40-3D7A-0DC5E558CA8A}"/>
                </a:ext>
              </a:extLst>
            </p:cNvPr>
            <p:cNvGrpSpPr/>
            <p:nvPr/>
          </p:nvGrpSpPr>
          <p:grpSpPr>
            <a:xfrm>
              <a:off x="660400" y="1875303"/>
              <a:ext cx="5295900" cy="4258797"/>
              <a:chOff x="885625" y="1931699"/>
              <a:chExt cx="5295900" cy="4258797"/>
            </a:xfrm>
          </p:grpSpPr>
          <p:sp>
            <p:nvSpPr>
              <p:cNvPr descr="e613777e-62fe-4394-ba79-33214e6f9ef2" id="34" name="Number1">
                <a:extLst>
                  <a:ext uri="{FF2B5EF4-FFF2-40B4-BE49-F238E27FC236}">
                    <a16:creationId id="{AE89D52D-C3BA-EF2C-57C9-1DEC4664E545}"/>
                  </a:ext>
                </a:extLst>
              </p:cNvPr>
              <p:cNvSpPr/>
              <p:nvPr/>
            </p:nvSpPr>
            <p:spPr>
              <a:xfrm flipH="true" flipV="false">
                <a:off x="885625" y="1931699"/>
                <a:ext cx="472502" cy="472662"/>
              </a:xfrm>
              <a:prstGeom prst="ellipse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 fontScale="92500" lnSpcReduction="10000"/>
              </a:bodyPr>
              <a:lstStyle/>
              <a:p>
                <a:pPr algn="ctr"/>
                <a:r>
                  <a:rPr b="false" i="false" lang="en-US" sz="1800" u="none">
                    <a:solidFill>
                      <a:srgbClr val="1E4DCD"/>
                    </a:solidFill>
                    <a:latin typeface="Arial"/>
                  </a:rPr>
                  <a:t>1</a:t>
                </a:r>
              </a:p>
            </p:txBody>
          </p:sp>
          <p:sp>
            <p:nvSpPr>
              <p:cNvPr descr="840651b6-ae9e-4e08-a3d8-70194eb164e6" id="35" name="Bullet1">
                <a:extLst>
                  <a:ext uri="{FF2B5EF4-FFF2-40B4-BE49-F238E27FC236}">
                    <a16:creationId id="{1B079846-DD93-7DDE-3763-763EE172A75C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383527" y="1931699"/>
                <a:ext cx="4797998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评分对应等级</a:t>
                </a:r>
              </a:p>
            </p:txBody>
          </p:sp>
          <p:sp>
            <p:nvSpPr>
              <p:cNvPr descr="96ed7318-7cc2-48c6-9d0e-3e4b825d04d1" id="36" name="Text1">
                <a:extLst>
                  <a:ext uri="{FF2B5EF4-FFF2-40B4-BE49-F238E27FC236}">
                    <a16:creationId id="{CD462BE0-EFA8-5A18-CBA5-A56AA9443B4A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383527" y="2404360"/>
                <a:ext cx="4797998" cy="37861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FFFFFF"/>
                    </a:solidFill>
                    <a:ea typeface="微软雅黑"/>
                  </a:rPr>
                  <a:t>根据AHP综合评分，划分不同健康等级。</a:t>
                </a:r>
              </a:p>
            </p:txBody>
          </p:sp>
        </p:grpSp>
        <p:grpSp>
          <p:nvGrpSpPr>
            <p:cNvPr descr="61ebc10e-c441-4849-ab80-63e494d38b80" id="70" name="组合 69">
              <a:extLst>
                <a:ext uri="{FF2B5EF4-FFF2-40B4-BE49-F238E27FC236}">
                  <a16:creationId id="{A6F75176-673A-FE58-A23B-DD13EF53B119}"/>
                </a:ext>
              </a:extLst>
            </p:cNvPr>
            <p:cNvGrpSpPr/>
            <p:nvPr/>
          </p:nvGrpSpPr>
          <p:grpSpPr>
            <a:xfrm>
              <a:off x="6223000" y="1875303"/>
              <a:ext cx="5295900" cy="4258797"/>
              <a:chOff x="885625" y="1931699"/>
              <a:chExt cx="5295900" cy="4258797"/>
            </a:xfrm>
          </p:grpSpPr>
          <p:sp>
            <p:nvSpPr>
              <p:cNvPr descr="e6358f43-e205-4598-b96f-e927bc5a7c38" id="83" name="Number2">
                <a:extLst>
                  <a:ext uri="{FF2B5EF4-FFF2-40B4-BE49-F238E27FC236}">
                    <a16:creationId id="{87EDFA58-8F98-E4A4-7AF4-3B9219B341D6}"/>
                  </a:ext>
                </a:extLst>
              </p:cNvPr>
              <p:cNvSpPr/>
              <p:nvPr/>
            </p:nvSpPr>
            <p:spPr>
              <a:xfrm flipH="true" flipV="false">
                <a:off x="885625" y="1931699"/>
                <a:ext cx="472502" cy="472662"/>
              </a:xfrm>
              <a:prstGeom prst="ellipse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 fontScale="92500" lnSpcReduction="10000"/>
              </a:bodyPr>
              <a:lstStyle/>
              <a:p>
                <a:pPr algn="ctr"/>
                <a:r>
                  <a:rPr b="false" i="false" lang="en-US" sz="1800" u="none">
                    <a:solidFill>
                      <a:srgbClr val="1E4DCD"/>
                    </a:solidFill>
                    <a:latin typeface="Arial"/>
                  </a:rPr>
                  <a:t>2</a:t>
                </a:r>
              </a:p>
            </p:txBody>
          </p:sp>
          <p:sp>
            <p:nvSpPr>
              <p:cNvPr descr="37721e2f-a746-4c5a-aa9f-8f00bfea1396" id="84" name="Bullet2">
                <a:extLst>
                  <a:ext uri="{FF2B5EF4-FFF2-40B4-BE49-F238E27FC236}">
                    <a16:creationId id="{6A53E935-CBAD-0030-6430-64B6EC522CE8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383527" y="1931699"/>
                <a:ext cx="4797998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等级具体范围</a:t>
                </a:r>
              </a:p>
            </p:txBody>
          </p:sp>
          <p:sp>
            <p:nvSpPr>
              <p:cNvPr descr="2ccf15e1-dda1-414c-a308-5b3fb911243d" id="85" name="Text2">
                <a:extLst>
                  <a:ext uri="{FF2B5EF4-FFF2-40B4-BE49-F238E27FC236}">
                    <a16:creationId id="{08426CFE-8686-92DC-289D-3240B951CB45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383527" y="2404360"/>
                <a:ext cx="4797998" cy="37861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FFFFFF"/>
                    </a:solidFill>
                    <a:ea typeface="微软雅黑"/>
                  </a:rPr>
                  <a:t>如A+≥85分，A≥75分等。</a:t>
                </a:r>
              </a:p>
            </p:txBody>
          </p:sp>
        </p:grpSp>
      </p:grpSp>
      <p:sp>
        <p:nvSpPr>
          <p:cNvPr descr="697f60e6-d590-4202-9a4a-bde26f963db9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FFFFFF"/>
                </a:solidFill>
                <a:ea typeface="微软雅黑"/>
              </a:rPr>
              <a:t>健康等级评价逻辑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1c8a3589-9662-4337-b90f-5ca64bbb21c6" id="15" name="2bbc6677-b373-4b02-9832-8ff5dea0726c.source.2.zh-Hans.pptx">
            <a:extLst>
              <a:ext uri="{FF2B5EF4-FFF2-40B4-BE49-F238E27FC236}">
                <a16:creationId id="{B2E22615-38CD-3B03-D35E-C6954798C4AE}"/>
              </a:ext>
            </a:extLst>
          </p:cNvPr>
          <p:cNvGrpSpPr/>
          <p:nvPr/>
        </p:nvGrpSpPr>
        <p:grpSpPr>
          <a:xfrm>
            <a:off x="2032984" y="1562602"/>
            <a:ext cx="9485916" cy="4571498"/>
            <a:chOff x="2032984" y="1562602"/>
            <a:chExt cx="9485916" cy="4571498"/>
          </a:xfrm>
        </p:grpSpPr>
        <p:sp>
          <p:nvSpPr>
            <p:cNvPr descr="27fe33a5-7541-450a-a910-bec9ab806b7f" id="20" name="Title">
              <a:extLst>
                <a:ext uri="{FF2B5EF4-FFF2-40B4-BE49-F238E27FC236}">
                  <a16:creationId id="{375468DA-AF0B-4BAE-8DE7-C27609A1B4C2}"/>
                </a:ext>
              </a:extLst>
            </p:cNvPr>
            <p:cNvSpPr/>
            <p:nvPr/>
          </p:nvSpPr>
          <p:spPr>
            <a:xfrm flipH="false" flipV="false">
              <a:off x="2032984" y="1562602"/>
              <a:ext cx="9485916" cy="815667"/>
            </a:xfrm>
            <a:prstGeom prst="rect">
              <a:avLst/>
            </a:prstGeom>
          </p:spPr>
          <p:txBody>
            <a:bodyPr anchor="b" anchorCtr="false" wrap="square">
              <a:normAutofit/>
            </a:bodyPr>
            <a:lstStyle/>
            <a:p>
              <a:pPr algn="l"/>
              <a:r>
                <a:rPr b="true" i="false" lang="en-US" sz="2400" u="none">
                  <a:solidFill>
                    <a:srgbClr val="FFFFFF"/>
                  </a:solidFill>
                  <a:ea typeface="微软雅黑"/>
                </a:rPr>
                <a:t>判断项目活力情况</a:t>
              </a:r>
            </a:p>
          </p:txBody>
        </p:sp>
        <p:grpSp>
          <p:nvGrpSpPr>
            <p:cNvPr descr="8096f51c-3f3b-4144-a4c9-82b93d85d1c1" id="4" name="组合 3">
              <a:extLst>
                <a:ext uri="{FF2B5EF4-FFF2-40B4-BE49-F238E27FC236}">
                  <a16:creationId id="{79F432F7-BEB4-645A-3D2D-6A553471A4DC}"/>
                </a:ext>
              </a:extLst>
            </p:cNvPr>
            <p:cNvGrpSpPr/>
            <p:nvPr/>
          </p:nvGrpSpPr>
          <p:grpSpPr>
            <a:xfrm>
              <a:off x="2032984" y="3648156"/>
              <a:ext cx="3425558" cy="2485944"/>
              <a:chOff x="2032984" y="3648156"/>
              <a:chExt cx="3425558" cy="2485944"/>
            </a:xfrm>
          </p:grpSpPr>
          <p:sp>
            <p:nvSpPr>
              <p:cNvPr descr="26b47534-0e6f-4cef-a43e-d6ade660be62" id="22" name="Number1">
                <a:extLst>
                  <a:ext uri="{FF2B5EF4-FFF2-40B4-BE49-F238E27FC236}">
                    <a16:creationId id="{A74E7BA9-6832-4EE0-B181-D1BCBEF76DED}"/>
                  </a:ext>
                </a:extLst>
              </p:cNvPr>
              <p:cNvSpPr/>
              <p:nvPr/>
            </p:nvSpPr>
            <p:spPr>
              <a:xfrm flipH="false" flipV="false">
                <a:off x="2132757" y="3648156"/>
                <a:ext cx="540002" cy="540000"/>
              </a:xfrm>
              <a:prstGeom prst="roundRect">
                <a:avLst>
                  <a:gd fmla="val 30000" name="adj"/>
                </a:avLst>
              </a:prstGeom>
              <a:solidFill>
                <a:schemeClr val="accent1"/>
              </a:solidFill>
              <a:ln cap="rnd" w="12700">
                <a:noFill/>
                <a:prstDash val="solid"/>
                <a:round/>
                <a:headEnd/>
                <a:tailEnd/>
              </a:ln>
              <a:effectLst>
                <a:outerShdw algn="ctr" blurRad="254000" dist="127000" rotWithShape="0">
                  <a:schemeClr val="accent1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square">
                <a:normAutofit fontScale="85000" lnSpcReduction="10000"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99000"/>
                  </a:lnSpc>
                </a:pPr>
                <a:r>
                  <a:rPr b="true" i="false" lang="en-US" sz="2000" u="none">
                    <a:solidFill>
                      <a:srgbClr val="FFFFFF"/>
                    </a:solidFill>
                    <a:latin typeface="Arial"/>
                  </a:rPr>
                  <a:t>01</a:t>
                </a:r>
              </a:p>
            </p:txBody>
          </p:sp>
          <p:sp>
            <p:nvSpPr>
              <p:cNvPr descr="216d7582-d382-479a-9777-7d7759bfe4df" id="25" name="Bullet1">
                <a:extLst>
                  <a:ext uri="{FF2B5EF4-FFF2-40B4-BE49-F238E27FC236}">
                    <a16:creationId id="{F9A62461-333C-40EE-9693-7F6570958EA6}"/>
                  </a:ext>
                </a:extLst>
              </p:cNvPr>
              <p:cNvSpPr txBox="1"/>
              <p:nvPr/>
            </p:nvSpPr>
            <p:spPr>
              <a:xfrm flipH="false" flipV="false">
                <a:off x="2032984" y="4209732"/>
                <a:ext cx="3425558" cy="540000"/>
              </a:xfrm>
              <a:prstGeom prst="rect">
                <a:avLst/>
              </a:prstGeom>
              <a:noFill/>
            </p:spPr>
            <p:txBody>
              <a:bodyPr anchor="b" anchorCtr="false" rtlCol="0" wrap="square">
                <a:normAutofit/>
              </a:bodyPr>
              <a:lstStyle>
                <a:defPPr>
                  <a:defRPr lang="zh-CN"/>
                </a:defPPr>
                <a:lvl1pPr algn="ctr">
                  <a:lnSpc>
                    <a:spcPct val="150000"/>
                  </a:lnSpc>
                  <a:defRPr sz="1200">
                    <a:solidFill>
                      <a:schemeClr val="bg1">
                        <a:lumMod val="50000"/>
                      </a:schemeClr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00000"/>
                  </a:lnSpc>
                </a:pPr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趋势对应状态</a:t>
                </a:r>
              </a:p>
            </p:txBody>
          </p:sp>
          <p:sp>
            <p:nvSpPr>
              <p:cNvPr descr="055dc6c5-66bd-4377-8245-ef722c8e9bf3" id="2" name="Text1">
                <a:extLst>
                  <a:ext uri="{FF2B5EF4-FFF2-40B4-BE49-F238E27FC236}">
                    <a16:creationId id="{7B0CF438-5DE5-AB90-72F1-1A7843D6CEC1}"/>
                  </a:ext>
                </a:extLst>
              </p:cNvPr>
              <p:cNvSpPr txBox="1"/>
              <p:nvPr/>
            </p:nvSpPr>
            <p:spPr>
              <a:xfrm flipH="false" flipV="false">
                <a:off x="2032984" y="4771308"/>
                <a:ext cx="3425558" cy="1362792"/>
              </a:xfrm>
              <a:prstGeom prst="rect">
                <a:avLst/>
              </a:prstGeom>
              <a:noFill/>
            </p:spPr>
            <p:txBody>
              <a:bodyPr anchor="t" anchorCtr="false" rtlCol="0" wrap="square">
                <a:normAutofit/>
              </a:bodyPr>
              <a:lstStyle>
                <a:defPPr>
                  <a:defRPr lang="zh-CN"/>
                </a:defPPr>
                <a:lvl1pPr algn="ctr">
                  <a:lnSpc>
                    <a:spcPct val="150000"/>
                  </a:lnSpc>
                  <a:defRPr sz="1200">
                    <a:solidFill>
                      <a:schemeClr val="bg1">
                        <a:lumMod val="50000"/>
                      </a:schemeClr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根据活跃度趋势，确定项目活力状态。</a:t>
                </a:r>
              </a:p>
            </p:txBody>
          </p:sp>
        </p:grpSp>
        <p:grpSp>
          <p:nvGrpSpPr>
            <p:cNvPr descr="9d7a031f-367f-4b52-a1be-bc28f10696b3" id="5" name="组合 4">
              <a:extLst>
                <a:ext uri="{FF2B5EF4-FFF2-40B4-BE49-F238E27FC236}">
                  <a16:creationId id="{B7F22769-0041-0B30-7931-0F10095571B9}"/>
                </a:ext>
              </a:extLst>
            </p:cNvPr>
            <p:cNvGrpSpPr/>
            <p:nvPr/>
          </p:nvGrpSpPr>
          <p:grpSpPr>
            <a:xfrm>
              <a:off x="6240708" y="3648156"/>
              <a:ext cx="3425558" cy="2485944"/>
              <a:chOff x="6240708" y="3648156"/>
              <a:chExt cx="3425558" cy="2485944"/>
            </a:xfrm>
          </p:grpSpPr>
          <p:sp>
            <p:nvSpPr>
              <p:cNvPr descr="4ff9cc0f-0664-41e4-9d4b-05a610fc3dbd" id="35" name="Number2">
                <a:extLst>
                  <a:ext uri="{FF2B5EF4-FFF2-40B4-BE49-F238E27FC236}">
                    <a16:creationId id="{2C1274FC-CA84-467C-92EA-0CFA1C84CFD2}"/>
                  </a:ext>
                </a:extLst>
              </p:cNvPr>
              <p:cNvSpPr/>
              <p:nvPr/>
            </p:nvSpPr>
            <p:spPr>
              <a:xfrm flipH="false" flipV="false">
                <a:off x="6340481" y="3648156"/>
                <a:ext cx="540002" cy="540000"/>
              </a:xfrm>
              <a:prstGeom prst="roundRect">
                <a:avLst>
                  <a:gd fmla="val 30000" name="adj"/>
                </a:avLst>
              </a:prstGeom>
              <a:solidFill>
                <a:schemeClr val="accent6"/>
              </a:solidFill>
              <a:ln cap="rnd" w="12700">
                <a:noFill/>
                <a:prstDash val="solid"/>
                <a:round/>
                <a:headEnd/>
                <a:tailEnd/>
              </a:ln>
              <a:effectLst>
                <a:outerShdw algn="ctr" blurRad="254000" dist="127000" rotWithShape="0">
                  <a:schemeClr val="accent6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square">
                <a:normAutofit fontScale="85000" lnSpcReduction="10000"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99000"/>
                  </a:lnSpc>
                </a:pPr>
                <a:r>
                  <a:rPr b="true" i="false" lang="en-US" sz="2000" u="none">
                    <a:solidFill>
                      <a:srgbClr val="FFFFFF"/>
                    </a:solidFill>
                    <a:latin typeface="Arial"/>
                  </a:rPr>
                  <a:t>02</a:t>
                </a:r>
              </a:p>
            </p:txBody>
          </p:sp>
          <p:sp>
            <p:nvSpPr>
              <p:cNvPr descr="3bde1c5b-40ed-4cfe-b9e2-12c98c27dbec" id="32" name="Bullet2">
                <a:extLst>
                  <a:ext uri="{FF2B5EF4-FFF2-40B4-BE49-F238E27FC236}">
                    <a16:creationId id="{5120F352-63C5-4447-84F1-984AB27F982C}"/>
                  </a:ext>
                </a:extLst>
              </p:cNvPr>
              <p:cNvSpPr txBox="1"/>
              <p:nvPr/>
            </p:nvSpPr>
            <p:spPr>
              <a:xfrm flipH="false" flipV="false">
                <a:off x="6240708" y="4209732"/>
                <a:ext cx="3425558" cy="540000"/>
              </a:xfrm>
              <a:prstGeom prst="rect">
                <a:avLst/>
              </a:prstGeom>
              <a:noFill/>
            </p:spPr>
            <p:txBody>
              <a:bodyPr anchor="b" anchorCtr="false" rtlCol="0" wrap="square">
                <a:normAutofit/>
              </a:bodyPr>
              <a:lstStyle>
                <a:defPPr>
                  <a:defRPr lang="zh-CN"/>
                </a:defPPr>
                <a:lvl1pPr algn="ctr">
                  <a:lnSpc>
                    <a:spcPct val="150000"/>
                  </a:lnSpc>
                  <a:defRPr sz="1200">
                    <a:solidFill>
                      <a:schemeClr val="bg1">
                        <a:lumMod val="50000"/>
                      </a:schemeClr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00000"/>
                  </a:lnSpc>
                </a:pPr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各状态特征</a:t>
                </a:r>
              </a:p>
            </p:txBody>
          </p:sp>
          <p:sp>
            <p:nvSpPr>
              <p:cNvPr descr="bee5cb8c-ae2d-41ec-ad56-497bfa5e06d8" id="6" name="Text2">
                <a:extLst>
                  <a:ext uri="{FF2B5EF4-FFF2-40B4-BE49-F238E27FC236}">
                    <a16:creationId id="{ED66E85C-8371-D7AA-8905-D3F8BB17FF96}"/>
                  </a:ext>
                </a:extLst>
              </p:cNvPr>
              <p:cNvSpPr txBox="1"/>
              <p:nvPr/>
            </p:nvSpPr>
            <p:spPr>
              <a:xfrm flipH="false" flipV="false">
                <a:off x="6240708" y="4771308"/>
                <a:ext cx="3425558" cy="1362792"/>
              </a:xfrm>
              <a:prstGeom prst="rect">
                <a:avLst/>
              </a:prstGeom>
              <a:noFill/>
            </p:spPr>
            <p:txBody>
              <a:bodyPr anchor="t" anchorCtr="false" rtlCol="0" wrap="square">
                <a:normAutofit/>
              </a:bodyPr>
              <a:lstStyle>
                <a:defPPr>
                  <a:defRPr lang="zh-CN"/>
                </a:defPPr>
                <a:lvl1pPr algn="ctr">
                  <a:lnSpc>
                    <a:spcPct val="150000"/>
                  </a:lnSpc>
                  <a:defRPr sz="1200">
                    <a:solidFill>
                      <a:schemeClr val="bg1">
                        <a:lumMod val="50000"/>
                      </a:schemeClr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如THRIVING状态活跃度上升等。</a:t>
                </a:r>
              </a:p>
            </p:txBody>
          </p:sp>
        </p:grpSp>
      </p:grpSp>
      <p:sp>
        <p:nvSpPr>
          <p:cNvPr descr="697f60e6-d590-4202-9a4a-bde26f963db9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FFFFFF"/>
                </a:solidFill>
                <a:ea typeface="微软雅黑"/>
              </a:rPr>
              <a:t>活力状态评价逻辑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32f22f61-ff2e-4217-b5d0-4f964c6f5271" id="16" name="e53b6c81-85f9-4488-ab9f-991df987f90a.source.2.zh-Hans.pptx">
            <a:extLst>
              <a:ext uri="{FF2B5EF4-FFF2-40B4-BE49-F238E27FC236}">
                <a16:creationId id="{0B696ED1-68B5-DEAA-A88B-B21469373C9D}"/>
              </a:ext>
            </a:extLst>
          </p:cNvPr>
          <p:cNvGrpSpPr/>
          <p:nvPr/>
        </p:nvGrpSpPr>
        <p:grpSpPr>
          <a:xfrm>
            <a:off x="673100" y="1130300"/>
            <a:ext cx="10845800" cy="4995342"/>
            <a:chOff x="673100" y="1130300"/>
            <a:chExt cx="10845800" cy="4995342"/>
          </a:xfrm>
        </p:grpSpPr>
        <p:grpSp>
          <p:nvGrpSpPr>
            <p:cNvPr descr="dd546b6e-7552-41b7-b66c-fbd98af79d0a" id="11" name="组合 10">
              <a:extLst>
                <a:ext uri="{FF2B5EF4-FFF2-40B4-BE49-F238E27FC236}">
                  <a16:creationId id="{E6780CD7-2933-2C7A-B56C-543C427D5BCF}"/>
                </a:ext>
              </a:extLst>
            </p:cNvPr>
            <p:cNvGrpSpPr/>
            <p:nvPr/>
          </p:nvGrpSpPr>
          <p:grpSpPr>
            <a:xfrm>
              <a:off x="1743118" y="2286000"/>
              <a:ext cx="3606645" cy="3839642"/>
              <a:chOff x="1743118" y="2286000"/>
              <a:chExt cx="3606645" cy="3839642"/>
            </a:xfrm>
          </p:grpSpPr>
          <p:sp>
            <p:nvSpPr>
              <p:cNvPr descr="b65fdb66-76e8-4cf7-8c67-20c0bda4138b" id="4" name="Number1">
                <a:extLst>
                  <a:ext uri="{FF2B5EF4-FFF2-40B4-BE49-F238E27FC236}">
                    <a16:creationId id="{73BB939E-519A-4BC2-AD01-206CA8FCEDE7}"/>
                  </a:ext>
                </a:extLst>
              </p:cNvPr>
              <p:cNvSpPr txBox="1"/>
              <p:nvPr/>
            </p:nvSpPr>
            <p:spPr>
              <a:xfrm flipH="false" flipV="false">
                <a:off x="1743118" y="2286000"/>
                <a:ext cx="2153154" cy="1741419"/>
              </a:xfrm>
              <a:prstGeom prst="rect">
                <a:avLst/>
              </a:prstGeom>
              <a:noFill/>
            </p:spPr>
            <p:txBody>
              <a:bodyPr anchorCtr="false" rtlCol="0" wrap="none">
                <a:normAutofit fontScale="92500" lnSpcReduction="20000"/>
              </a:bodyPr>
              <a:lstStyle/>
              <a:p>
                <a:pPr algn="l"/>
                <a:r>
                  <a:rPr b="true" i="false" lang="en-US" sz="13800" u="none">
                    <a:solidFill>
                      <a:srgbClr val="F0F0F0">
                        <a:alpha val="10196"/>
                      </a:srgbClr>
                    </a:solidFill>
                    <a:latin typeface="Arial"/>
                  </a:rPr>
                  <a:t>01</a:t>
                </a:r>
              </a:p>
            </p:txBody>
          </p:sp>
          <p:sp>
            <p:nvSpPr>
              <p:cNvPr descr="3789ca8c-5215-4f4d-9b07-4e22b792a351" id="6" name="Text1">
                <a:extLst>
                  <a:ext uri="{FF2B5EF4-FFF2-40B4-BE49-F238E27FC236}">
                    <a16:creationId id="{21A443B6-49AB-4F41-9DCB-42C889D53BC3}"/>
                  </a:ext>
                </a:extLst>
              </p:cNvPr>
              <p:cNvSpPr txBox="1"/>
              <p:nvPr/>
            </p:nvSpPr>
            <p:spPr>
              <a:xfrm flipH="false" flipV="false">
                <a:off x="1857923" y="4935415"/>
                <a:ext cx="3475436" cy="1190227"/>
              </a:xfrm>
              <a:prstGeom prst="rect">
                <a:avLst/>
              </a:prstGeom>
              <a:noFill/>
            </p:spPr>
            <p:txBody>
              <a:bodyPr anchor="t" anchorCtr="false" rtlCol="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从技术债、活跃度、贡献者、社区等维度评估。</a:t>
                </a:r>
              </a:p>
            </p:txBody>
          </p:sp>
          <p:sp>
            <p:nvSpPr>
              <p:cNvPr descr="da73d26f-bd60-49b0-a71d-0204860ab756" id="14" name="Bullet1">
                <a:extLst>
                  <a:ext uri="{FF2B5EF4-FFF2-40B4-BE49-F238E27FC236}">
                    <a16:creationId id="{6F2698E7-4D5E-42F7-A640-A49EBA2CF5B2}"/>
                  </a:ext>
                </a:extLst>
              </p:cNvPr>
              <p:cNvSpPr txBox="1"/>
              <p:nvPr/>
            </p:nvSpPr>
            <p:spPr>
              <a:xfrm flipH="false" flipV="false">
                <a:off x="1857923" y="4258329"/>
                <a:ext cx="3491840" cy="369332"/>
              </a:xfrm>
              <a:prstGeom prst="rect">
                <a:avLst/>
              </a:prstGeom>
              <a:noFill/>
              <a:ln cap="rnd" w="12700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 anchorCtr="false" bIns="45720" compatLnSpc="1" forceAA="0" fromWordArt="0" horzOverflow="overflow" lIns="91440" numCol="1" rIns="91440" rot="0" rtlCol="0" spcCol="0" spcFirstLastPara="0" tIns="45720" vert="horz" vertOverflow="overflow" wrap="square">
                <a:normAutofit/>
              </a:bodyPr>
              <a:lstStyle>
                <a:defPPr>
                  <a:defRPr lang="zh-CN"/>
                </a:defPPr>
                <a:lvl1pPr algn="ctr" defTabSz="914354">
                  <a:defRPr b="1" sz="1400">
                    <a:solidFill>
                      <a:schemeClr val="tx1">
                        <a:lumMod val="90000"/>
                        <a:lumOff val="10000"/>
                      </a:schemeClr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评估维度指标</a:t>
                </a:r>
              </a:p>
            </p:txBody>
          </p:sp>
        </p:grpSp>
        <p:cxnSp>
          <p:nvCxnSpPr>
            <p:cNvPr descr="e462b548-d3a6-45d3-b128-f30aa00ea1eb" id="15" name="直接连接符 14">
              <a:extLst>
                <a:ext uri="{FF2B5EF4-FFF2-40B4-BE49-F238E27FC236}">
                  <a16:creationId id="{7FFF3304-8ECB-41FC-84E3-75AAE97A38C4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1976257" y="4727820"/>
              <a:ext cx="68535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descr="b57d5ffc-7c20-4155-a63d-2a7acf8619b0" id="13" name="组合 12">
              <a:extLst>
                <a:ext uri="{FF2B5EF4-FFF2-40B4-BE49-F238E27FC236}">
                  <a16:creationId id="{7E135B95-2D01-FD88-097C-DF1FD112206B}"/>
                </a:ext>
              </a:extLst>
            </p:cNvPr>
            <p:cNvGrpSpPr/>
            <p:nvPr/>
          </p:nvGrpSpPr>
          <p:grpSpPr>
            <a:xfrm>
              <a:off x="7178147" y="2286000"/>
              <a:ext cx="3596672" cy="3839642"/>
              <a:chOff x="7178147" y="2286000"/>
              <a:chExt cx="3596672" cy="3839642"/>
            </a:xfrm>
          </p:grpSpPr>
          <p:sp>
            <p:nvSpPr>
              <p:cNvPr descr="925fafbc-b24d-4748-97a1-56253458dac3" id="10" name="Number2">
                <a:extLst>
                  <a:ext uri="{FF2B5EF4-FFF2-40B4-BE49-F238E27FC236}">
                    <a16:creationId id="{81CE646D-DAAA-4669-989A-A2CFFD507E17}"/>
                  </a:ext>
                </a:extLst>
              </p:cNvPr>
              <p:cNvSpPr txBox="1"/>
              <p:nvPr/>
            </p:nvSpPr>
            <p:spPr>
              <a:xfrm flipH="false" flipV="false">
                <a:off x="7178147" y="2286000"/>
                <a:ext cx="2153154" cy="1741419"/>
              </a:xfrm>
              <a:prstGeom prst="rect">
                <a:avLst/>
              </a:prstGeom>
              <a:noFill/>
            </p:spPr>
            <p:txBody>
              <a:bodyPr anchorCtr="false" rtlCol="0" wrap="none">
                <a:normAutofit fontScale="92500" lnSpcReduction="20000"/>
              </a:bodyPr>
              <a:lstStyle/>
              <a:p>
                <a:pPr algn="l"/>
                <a:r>
                  <a:rPr b="true" i="false" lang="en-US" sz="13800" u="none">
                    <a:solidFill>
                      <a:srgbClr val="F0F0F0">
                        <a:alpha val="10196"/>
                      </a:srgbClr>
                    </a:solidFill>
                    <a:latin typeface="Arial"/>
                  </a:rPr>
                  <a:t>02</a:t>
                </a:r>
              </a:p>
            </p:txBody>
          </p:sp>
          <p:sp>
            <p:nvSpPr>
              <p:cNvPr descr="6bc27952-0916-493b-8335-36e6c5fd0eee" id="12" name="Text2">
                <a:extLst>
                  <a:ext uri="{FF2B5EF4-FFF2-40B4-BE49-F238E27FC236}">
                    <a16:creationId id="{43E28B3F-D35D-48A8-ACF2-F49F9591C688}"/>
                  </a:ext>
                </a:extLst>
              </p:cNvPr>
              <p:cNvSpPr txBox="1"/>
              <p:nvPr/>
            </p:nvSpPr>
            <p:spPr>
              <a:xfrm flipH="false" flipV="false">
                <a:off x="7292952" y="4935415"/>
                <a:ext cx="3475436" cy="1190227"/>
              </a:xfrm>
              <a:prstGeom prst="rect">
                <a:avLst/>
              </a:prstGeom>
              <a:noFill/>
            </p:spPr>
            <p:txBody>
              <a:bodyPr anchor="t" anchorCtr="false" rtlCol="0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综合各维度指标判断风险等级。</a:t>
                </a:r>
              </a:p>
            </p:txBody>
          </p:sp>
          <p:sp>
            <p:nvSpPr>
              <p:cNvPr descr="f65ab832-63d1-4bad-9786-5c76c378059e" id="17" name="Bullet2">
                <a:extLst>
                  <a:ext uri="{FF2B5EF4-FFF2-40B4-BE49-F238E27FC236}">
                    <a16:creationId id="{BB253DAF-6894-4248-BFA2-FD024667495D}"/>
                  </a:ext>
                </a:extLst>
              </p:cNvPr>
              <p:cNvSpPr txBox="1"/>
              <p:nvPr/>
            </p:nvSpPr>
            <p:spPr>
              <a:xfrm flipH="false" flipV="false">
                <a:off x="7282979" y="4246671"/>
                <a:ext cx="3491840" cy="369332"/>
              </a:xfrm>
              <a:prstGeom prst="rect">
                <a:avLst/>
              </a:prstGeom>
              <a:noFill/>
              <a:ln cap="rnd" w="12700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 anchorCtr="false" bIns="45720" compatLnSpc="1" forceAA="0" fromWordArt="0" horzOverflow="overflow" lIns="91440" numCol="1" rIns="91440" rot="0" rtlCol="0" spcCol="0" spcFirstLastPara="0" tIns="45720" vert="horz" vertOverflow="overflow" wrap="square">
                <a:normAutofit/>
              </a:bodyPr>
              <a:lstStyle>
                <a:defPPr>
                  <a:defRPr lang="zh-CN"/>
                </a:defPPr>
                <a:lvl1pPr algn="ctr" defTabSz="914354">
                  <a:defRPr b="1" sz="1400">
                    <a:solidFill>
                      <a:schemeClr val="tx1">
                        <a:lumMod val="90000"/>
                        <a:lumOff val="10000"/>
                      </a:schemeClr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1E4DCD"/>
                    </a:solidFill>
                    <a:ea typeface="微软雅黑"/>
                  </a:rPr>
                  <a:t>风险等级判断</a:t>
                </a:r>
              </a:p>
            </p:txBody>
          </p:sp>
        </p:grpSp>
        <p:cxnSp>
          <p:nvCxnSpPr>
            <p:cNvPr descr="f4379730-de87-4579-a709-e052c562596a" id="18" name="直接连接符 17">
              <a:extLst>
                <a:ext uri="{FF2B5EF4-FFF2-40B4-BE49-F238E27FC236}">
                  <a16:creationId id="{6D4D33C3-8444-4429-88CF-67F90266B646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7401313" y="4716162"/>
              <a:ext cx="68535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descr="7cd340d1-4553-424a-beb4-40e62a02e411" id="5" name="Title">
              <a:extLst>
                <a:ext uri="{FF2B5EF4-FFF2-40B4-BE49-F238E27FC236}">
                  <a16:creationId id="{93D03FD7-FC15-DD56-519A-535AED7F1668}"/>
                </a:ext>
              </a:extLst>
            </p:cNvPr>
            <p:cNvSpPr txBox="1"/>
            <p:nvPr/>
          </p:nvSpPr>
          <p:spPr>
            <a:xfrm flipH="false" flipV="false">
              <a:off x="673100" y="1130300"/>
              <a:ext cx="10845800" cy="1055541"/>
            </a:xfrm>
            <a:prstGeom prst="rect">
              <a:avLst/>
            </a:prstGeom>
            <a:noFill/>
          </p:spPr>
          <p:txBody>
            <a:bodyPr anchor="t" anchorCtr="true" rtlCol="0" vert="horz" wrap="square">
              <a:normAutofit/>
            </a:bodyPr>
            <a:lstStyle/>
            <a:p>
              <a:pPr algn="ctr"/>
              <a:r>
                <a:rPr b="true" i="false" lang="en-US" sz="2400" u="none">
                  <a:solidFill>
                    <a:srgbClr val="FFFFFF"/>
                  </a:solidFill>
                  <a:ea typeface="微软雅黑"/>
                </a:rPr>
                <a:t>评估项目潜在风险</a:t>
              </a:r>
            </a:p>
          </p:txBody>
        </p:sp>
      </p:grpSp>
      <p:sp>
        <p:nvSpPr>
          <p:cNvPr descr="697f60e6-d590-4202-9a4a-bde26f963db9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FFFFFF"/>
                </a:solidFill>
                <a:ea typeface="微软雅黑"/>
              </a:rPr>
              <a:t>风险评估逻辑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9287d1e1-dca8-4e1f-bfc3-d2107bbdbd68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3600" u="none">
                <a:solidFill>
                  <a:srgbClr val="FFFFFF"/>
                </a:solidFill>
                <a:ea typeface="微软雅黑"/>
              </a:rPr>
              <a:t>系统架构</a:t>
            </a:r>
          </a:p>
        </p:txBody>
      </p:sp>
      <p:sp>
        <p:nvSpPr>
          <p:cNvPr descr="8fa4c7ce-a26a-4c3a-abd4-ab3a82024325" id="3" name=""/>
          <p:cNvSpPr>
            <a:spLocks noGrp="1"/>
          </p:cNvSpPr>
          <p:nvPr>
            <p:ph hasCustomPrompt="1" idx="1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1600" u="none">
                <a:solidFill>
                  <a:srgbClr val="FFFFFF"/>
                </a:solidFill>
                <a:ea typeface="微软雅黑"/>
              </a:rPr>
              <a:t>认识系统整体架构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5352ca2c-cba2-41f8-9457-97ece2b3d4d6" id="9" name="08fadcbb-6496-46b3-bba6-00576fc4a25e.source.3.zh-Hans.pptx">
            <a:extLst>
              <a:ext uri="{FF2B5EF4-FFF2-40B4-BE49-F238E27FC236}">
                <a16:creationId id="{22E7B949-9F92-C52F-A703-F13E41A6FD7E}"/>
              </a:ext>
            </a:extLst>
          </p:cNvPr>
          <p:cNvGrpSpPr/>
          <p:nvPr/>
        </p:nvGrpSpPr>
        <p:grpSpPr>
          <a:xfrm>
            <a:off x="781012" y="1934342"/>
            <a:ext cx="9896197" cy="3415039"/>
            <a:chOff x="781012" y="1934342"/>
            <a:chExt cx="9896197" cy="3415039"/>
          </a:xfrm>
        </p:grpSpPr>
        <p:sp>
          <p:nvSpPr>
            <p:cNvPr descr="1e2c29d5-5a9b-4d19-9283-a95651483398" id="4" name="Title">
              <a:extLst>
                <a:ext uri="{FF2B5EF4-FFF2-40B4-BE49-F238E27FC236}">
                  <a16:creationId id="{A084B82A-CDA8-4428-9C05-66784DB7CC4F}"/>
                </a:ext>
              </a:extLst>
            </p:cNvPr>
            <p:cNvSpPr/>
            <p:nvPr/>
          </p:nvSpPr>
          <p:spPr>
            <a:xfrm flipH="false" flipV="false">
              <a:off x="781012" y="1934342"/>
              <a:ext cx="1687455" cy="3415039"/>
            </a:xfrm>
            <a:prstGeom prst="roundRect">
              <a:avLst>
                <a:gd fmla="val 9296" name="adj"/>
              </a:avLst>
            </a:prstGeom>
            <a:solidFill>
              <a:schemeClr val="tx2">
                <a:alpha val="80000"/>
              </a:schemeClr>
            </a:solidFill>
            <a:ln cap="rnd" w="57150">
              <a:noFill/>
              <a:prstDash val="solid"/>
              <a:round/>
            </a:ln>
            <a:effectLst>
              <a:outerShdw algn="ctr" blurRad="76200" dir="5400000" dist="50800" rotWithShape="0">
                <a:schemeClr val="accent3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true" bIns="45720" compatLnSpc="1" forceAA="0" fromWordArt="0" lIns="91440" numCol="1" rIns="91440" rot="0" rtlCol="0" spcCol="0" spcFirstLastPara="0" tIns="45720" vert="horz" wrap="square">
              <a:normAutofit/>
            </a:bodyPr>
            <a:lstStyle/>
            <a:p>
              <a:pPr algn="ctr"/>
              <a:r>
                <a:rPr b="true" i="false" lang="en-US" sz="2400" u="none">
                  <a:solidFill>
                    <a:srgbClr val="FFFFFF"/>
                  </a:solidFill>
                  <a:ea typeface="微软雅黑"/>
                </a:rPr>
                <a:t>了解前端技术与应用</a:t>
              </a:r>
            </a:p>
          </p:txBody>
        </p:sp>
        <p:grpSp>
          <p:nvGrpSpPr>
            <p:cNvPr descr="7321e1e6-4a8b-486d-83fc-101b4d27ca33" id="7" name="组合 6">
              <a:extLst>
                <a:ext uri="{FF2B5EF4-FFF2-40B4-BE49-F238E27FC236}">
                  <a16:creationId id="{D8F4DEA0-AC80-C9E0-A2F1-29DC482B18F8}"/>
                </a:ext>
              </a:extLst>
            </p:cNvPr>
            <p:cNvGrpSpPr/>
            <p:nvPr/>
          </p:nvGrpSpPr>
          <p:grpSpPr>
            <a:xfrm>
              <a:off x="3519744" y="2871320"/>
              <a:ext cx="7157465" cy="2300391"/>
              <a:chOff x="3519744" y="2871320"/>
              <a:chExt cx="7157465" cy="2300391"/>
            </a:xfrm>
          </p:grpSpPr>
          <p:grpSp>
            <p:nvGrpSpPr>
              <p:cNvPr descr="9ae4d281-985e-4d95-849e-34ddb8d7accd" id="8" name="组合 7">
                <a:extLst>
                  <a:ext uri="{FF2B5EF4-FFF2-40B4-BE49-F238E27FC236}">
                    <a16:creationId id="{D5CD533D-8BE5-46BC-B2B2-CF9D3EA751AD}"/>
                  </a:ext>
                </a:extLst>
              </p:cNvPr>
              <p:cNvGrpSpPr/>
              <p:nvPr/>
            </p:nvGrpSpPr>
            <p:grpSpPr>
              <a:xfrm>
                <a:off x="3519744" y="2871320"/>
                <a:ext cx="2302642" cy="2300391"/>
                <a:chOff x="2610882" y="2851600"/>
                <a:chExt cx="2302642" cy="2300391"/>
              </a:xfrm>
            </p:grpSpPr>
            <p:sp>
              <p:nvSpPr>
                <p:cNvPr descr="5b4b0a70-75cc-43ee-9dd3-a6684b863176" id="5" name="Bullet1">
                  <a:extLst>
                    <a:ext uri="{FF2B5EF4-FFF2-40B4-BE49-F238E27FC236}">
                      <a16:creationId id="{4AE8E6D9-E0DF-4E24-85CC-4471CDF7988B}"/>
                    </a:ext>
                  </a:extLst>
                </p:cNvPr>
                <p:cNvSpPr/>
                <p:nvPr/>
              </p:nvSpPr>
              <p:spPr>
                <a:xfrm flipH="false" flipV="false">
                  <a:off x="2610882" y="3455920"/>
                  <a:ext cx="2302642" cy="693327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anchor="b" anchorCtr="false" bIns="45720" lIns="91440" rIns="91440" tIns="45720" wrap="square">
                  <a:normAutofit/>
                </a:bodyPr>
                <a:lstStyle/>
                <a:p>
                  <a:pPr algn="l"/>
                  <a:r>
                    <a:rPr b="true" i="false" lang="en-US" sz="1800" u="none">
                      <a:solidFill>
                        <a:srgbClr val="FFFFFF"/>
                      </a:solidFill>
                      <a:ea typeface="微软雅黑"/>
                    </a:rPr>
                    <a:t>单页应用特点</a:t>
                  </a:r>
                </a:p>
              </p:txBody>
            </p:sp>
            <p:sp>
              <p:nvSpPr>
                <p:cNvPr descr="fd8df812-0d6c-47c9-b9c5-d13d6e17030d" id="6" name="Text1">
                  <a:extLst>
                    <a:ext uri="{FF2B5EF4-FFF2-40B4-BE49-F238E27FC236}">
                      <a16:creationId id="{52F2388A-6D5D-4471-8073-C752FCBBEE27}"/>
                    </a:ext>
                  </a:extLst>
                </p:cNvPr>
                <p:cNvSpPr/>
                <p:nvPr/>
              </p:nvSpPr>
              <p:spPr>
                <a:xfrm flipH="false" flipV="false">
                  <a:off x="2610882" y="4149248"/>
                  <a:ext cx="2302642" cy="1002743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anchor="t" anchorCtr="false" bIns="45720" lIns="91440" rIns="9144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FFFFFF"/>
                      </a:solidFill>
                      <a:ea typeface="微软雅黑"/>
                    </a:rPr>
                    <a:t>使用原生JavaScript构建，具有快速响应特点。</a:t>
                  </a:r>
                </a:p>
              </p:txBody>
            </p:sp>
            <p:sp>
              <p:nvSpPr>
                <p:cNvPr descr="f3998a19-31c5-43dc-8018-1ec95ad4792f" id="12" name="Number1">
                  <a:extLst>
                    <a:ext uri="{FF2B5EF4-FFF2-40B4-BE49-F238E27FC236}">
                      <a16:creationId id="{CD3717A8-BBEB-4BB8-B71A-302BB77CB1DC}"/>
                    </a:ext>
                  </a:extLst>
                </p:cNvPr>
                <p:cNvSpPr/>
                <p:nvPr/>
              </p:nvSpPr>
              <p:spPr>
                <a:xfrm flipH="false" flipV="false">
                  <a:off x="2707286" y="2851600"/>
                  <a:ext cx="710012" cy="693327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accent1"/>
                </a:solidFill>
                <a:ln cap="rnd" w="57150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compatLnSpc="1" forceAA="0" fromWordArt="0" lIns="91440" numCol="1" rIns="91440" rot="0" rtlCol="0" spcCol="0" spcFirstLastPara="0" tIns="45720" vert="horz" wrap="square">
                  <a:noAutofit/>
                </a:bodyPr>
                <a:lstStyle/>
                <a:p>
                  <a:pPr algn="ctr"/>
                  <a:r>
                    <a:rPr b="true" i="false" lang="en-US" sz="2000" u="none">
                      <a:solidFill>
                        <a:srgbClr val="FFFFFF"/>
                      </a:solidFill>
                      <a:latin typeface="Arial"/>
                    </a:rPr>
                    <a:t>01</a:t>
                  </a:r>
                </a:p>
              </p:txBody>
            </p:sp>
          </p:grpSp>
          <p:grpSp>
            <p:nvGrpSpPr>
              <p:cNvPr descr="4fbb5b16-f506-41b6-9c3d-8c7d71c7939e" id="19" name="组合 18">
                <a:extLst>
                  <a:ext uri="{FF2B5EF4-FFF2-40B4-BE49-F238E27FC236}">
                    <a16:creationId id="{9400D33C-AEA4-4C93-95E0-162FB3DC68D0}"/>
                  </a:ext>
                </a:extLst>
              </p:cNvPr>
              <p:cNvGrpSpPr/>
              <p:nvPr/>
            </p:nvGrpSpPr>
            <p:grpSpPr>
              <a:xfrm>
                <a:off x="5947156" y="2871320"/>
                <a:ext cx="2302642" cy="2300391"/>
                <a:chOff x="2610882" y="2851600"/>
                <a:chExt cx="2302642" cy="2300391"/>
              </a:xfrm>
            </p:grpSpPr>
            <p:sp>
              <p:nvSpPr>
                <p:cNvPr descr="4b445a9d-1e2f-4bcb-94f2-873c3fd9dd80" id="20" name="Bullet2">
                  <a:extLst>
                    <a:ext uri="{FF2B5EF4-FFF2-40B4-BE49-F238E27FC236}">
                      <a16:creationId id="{282C5108-313B-4A4A-9F18-D4AA8398A947}"/>
                    </a:ext>
                  </a:extLst>
                </p:cNvPr>
                <p:cNvSpPr/>
                <p:nvPr/>
              </p:nvSpPr>
              <p:spPr>
                <a:xfrm flipH="false" flipV="false">
                  <a:off x="2610882" y="3455920"/>
                  <a:ext cx="2302642" cy="693327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anchor="b" anchorCtr="false" bIns="45720" lIns="91440" rIns="91440" tIns="45720" wrap="square">
                  <a:normAutofit/>
                </a:bodyPr>
                <a:lstStyle/>
                <a:p>
                  <a:pPr algn="l"/>
                  <a:r>
                    <a:rPr b="true" i="false" lang="en-US" sz="1800" u="none">
                      <a:solidFill>
                        <a:srgbClr val="FFFFFF"/>
                      </a:solidFill>
                      <a:ea typeface="微软雅黑"/>
                    </a:rPr>
                    <a:t>响应式设计优势</a:t>
                  </a:r>
                </a:p>
              </p:txBody>
            </p:sp>
            <p:sp>
              <p:nvSpPr>
                <p:cNvPr descr="57759a5f-961f-4b2f-bf01-ecaaa833ff55" id="21" name="Text2">
                  <a:extLst>
                    <a:ext uri="{FF2B5EF4-FFF2-40B4-BE49-F238E27FC236}">
                      <a16:creationId id="{20F02EC0-D09F-4E76-840C-D201161A30F0}"/>
                    </a:ext>
                  </a:extLst>
                </p:cNvPr>
                <p:cNvSpPr/>
                <p:nvPr/>
              </p:nvSpPr>
              <p:spPr>
                <a:xfrm flipH="false" flipV="false">
                  <a:off x="2610882" y="4149248"/>
                  <a:ext cx="2302642" cy="1002743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anchor="t" anchorCtr="false" bIns="45720" lIns="91440" rIns="9144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FFFFFF"/>
                      </a:solidFill>
                      <a:ea typeface="微软雅黑"/>
                    </a:rPr>
                    <a:t>可适配不同屏幕尺寸，提升用户体验。</a:t>
                  </a:r>
                </a:p>
              </p:txBody>
            </p:sp>
            <p:sp>
              <p:nvSpPr>
                <p:cNvPr descr="b767a4f8-e3dd-451f-aa04-1652b67dea71" id="22" name="Number2">
                  <a:extLst>
                    <a:ext uri="{FF2B5EF4-FFF2-40B4-BE49-F238E27FC236}">
                      <a16:creationId id="{FE91CA0A-0391-418F-9E3F-E981AEFB97BE}"/>
                    </a:ext>
                  </a:extLst>
                </p:cNvPr>
                <p:cNvSpPr/>
                <p:nvPr/>
              </p:nvSpPr>
              <p:spPr>
                <a:xfrm flipH="false" flipV="false">
                  <a:off x="2707286" y="2851600"/>
                  <a:ext cx="710012" cy="693327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tx2">
                    <a:alpha val="80000"/>
                  </a:schemeClr>
                </a:solidFill>
                <a:ln cap="rnd" w="57150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compatLnSpc="1" forceAA="0" fromWordArt="0" lIns="91440" numCol="1" rIns="91440" rot="0" rtlCol="0" spcCol="0" spcFirstLastPara="0" tIns="45720" vert="horz" wrap="square">
                  <a:noAutofit/>
                </a:bodyPr>
                <a:lstStyle/>
                <a:p>
                  <a:pPr algn="ctr"/>
                  <a:r>
                    <a:rPr b="true" i="false" lang="en-US" sz="2000" u="none">
                      <a:solidFill>
                        <a:srgbClr val="FFFFFF"/>
                      </a:solidFill>
                      <a:latin typeface="Arial"/>
                    </a:rPr>
                    <a:t>02</a:t>
                  </a:r>
                </a:p>
              </p:txBody>
            </p:sp>
          </p:grpSp>
          <p:grpSp>
            <p:nvGrpSpPr>
              <p:cNvPr descr="916c8aa1-fc38-4d78-991f-2c7c3ff6d2d7" id="24" name="组合 23">
                <a:extLst>
                  <a:ext uri="{FF2B5EF4-FFF2-40B4-BE49-F238E27FC236}">
                    <a16:creationId id="{10FC34AB-6E84-4B8B-B272-3E118D352023}"/>
                  </a:ext>
                </a:extLst>
              </p:cNvPr>
              <p:cNvGrpSpPr/>
              <p:nvPr/>
            </p:nvGrpSpPr>
            <p:grpSpPr>
              <a:xfrm>
                <a:off x="8374567" y="2871320"/>
                <a:ext cx="2302642" cy="2300391"/>
                <a:chOff x="2610882" y="2851600"/>
                <a:chExt cx="2302642" cy="2300391"/>
              </a:xfrm>
            </p:grpSpPr>
            <p:sp>
              <p:nvSpPr>
                <p:cNvPr descr="78d1fb9a-db9a-4cd5-b01e-7501c7da5394" id="25" name="Bullet3">
                  <a:extLst>
                    <a:ext uri="{FF2B5EF4-FFF2-40B4-BE49-F238E27FC236}">
                      <a16:creationId id="{A744F380-8A2E-49A1-B360-8ABE91F3759A}"/>
                    </a:ext>
                  </a:extLst>
                </p:cNvPr>
                <p:cNvSpPr/>
                <p:nvPr/>
              </p:nvSpPr>
              <p:spPr>
                <a:xfrm flipH="false" flipV="false">
                  <a:off x="2610882" y="3455920"/>
                  <a:ext cx="2302642" cy="693327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anchor="b" anchorCtr="false" bIns="45720" lIns="91440" rIns="91440" tIns="45720" wrap="square">
                  <a:normAutofit/>
                </a:bodyPr>
                <a:lstStyle/>
                <a:p>
                  <a:pPr algn="l"/>
                  <a:r>
                    <a:rPr b="true" i="false" lang="en-US" sz="1800" u="none">
                      <a:solidFill>
                        <a:srgbClr val="FFFFFF"/>
                      </a:solidFill>
                      <a:ea typeface="微软雅黑"/>
                    </a:rPr>
                    <a:t>交互式界面功能</a:t>
                  </a:r>
                </a:p>
              </p:txBody>
            </p:sp>
            <p:sp>
              <p:nvSpPr>
                <p:cNvPr descr="841474e1-865b-493b-a2b6-25573b4d3caf" id="26" name="Text3">
                  <a:extLst>
                    <a:ext uri="{FF2B5EF4-FFF2-40B4-BE49-F238E27FC236}">
                      <a16:creationId id="{CDD33385-61FD-4D91-AA81-7711A2F00039}"/>
                    </a:ext>
                  </a:extLst>
                </p:cNvPr>
                <p:cNvSpPr/>
                <p:nvPr/>
              </p:nvSpPr>
              <p:spPr>
                <a:xfrm flipH="false" flipV="false">
                  <a:off x="2610882" y="4149248"/>
                  <a:ext cx="2302642" cy="1002743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anchor="t" anchorCtr="false" bIns="45720" lIns="91440" rIns="9144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FFFFFF"/>
                      </a:solidFill>
                      <a:ea typeface="微软雅黑"/>
                    </a:rPr>
                    <a:t>支持项目分析、对比、历史记录等功能。</a:t>
                  </a:r>
                </a:p>
              </p:txBody>
            </p:sp>
            <p:sp>
              <p:nvSpPr>
                <p:cNvPr descr="774de776-7201-4b62-9773-291f7860780e" id="27" name="Number3">
                  <a:extLst>
                    <a:ext uri="{FF2B5EF4-FFF2-40B4-BE49-F238E27FC236}">
                      <a16:creationId id="{82B88AEE-E455-42AB-977E-FB83ED037171}"/>
                    </a:ext>
                  </a:extLst>
                </p:cNvPr>
                <p:cNvSpPr/>
                <p:nvPr/>
              </p:nvSpPr>
              <p:spPr>
                <a:xfrm flipH="false" flipV="false">
                  <a:off x="2707286" y="2851600"/>
                  <a:ext cx="710012" cy="693327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tx2">
                    <a:alpha val="80000"/>
                  </a:schemeClr>
                </a:solidFill>
                <a:ln cap="rnd" w="57150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compatLnSpc="1" forceAA="0" fromWordArt="0" lIns="91440" numCol="1" rIns="91440" rot="0" rtlCol="0" spcCol="0" spcFirstLastPara="0" tIns="45720" vert="horz" wrap="square">
                  <a:noAutofit/>
                </a:bodyPr>
                <a:lstStyle/>
                <a:p>
                  <a:pPr algn="ctr"/>
                  <a:r>
                    <a:rPr b="true" i="false" lang="en-US" sz="2000" u="none">
                      <a:solidFill>
                        <a:srgbClr val="FFFFFF"/>
                      </a:solidFill>
                      <a:latin typeface="Arial"/>
                    </a:rPr>
                    <a:t>03</a:t>
                  </a:r>
                </a:p>
              </p:txBody>
            </p:sp>
          </p:grpSp>
        </p:grpSp>
      </p:grpSp>
      <p:sp>
        <p:nvSpPr>
          <p:cNvPr descr="697f60e6-d590-4202-9a4a-bde26f963db9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FFFFFF"/>
                </a:solidFill>
                <a:ea typeface="微软雅黑"/>
              </a:rPr>
              <a:t>前端架构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bdae809e-0e93-4a0c-9924-03f9150754e7" id="44" name="98e93784-4100-42d0-86e5-09414daf8fa3.source.4.zh-Hans.pptx">
            <a:extLst>
              <a:ext uri="{FF2B5EF4-FFF2-40B4-BE49-F238E27FC236}">
                <a16:creationId id="{931806ED-61BA-A047-0D6F-7D0D98987EA2}"/>
              </a:ext>
            </a:extLst>
          </p:cNvPr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cxnSp>
          <p:nvCxnSpPr>
            <p:cNvPr descr="63798c98-1b7b-412c-8509-ca7e837a7995" id="21" name="直接连接符 20">
              <a:extLst>
                <a:ext uri="{FF2B5EF4-FFF2-40B4-BE49-F238E27FC236}">
                  <a16:creationId id="{E091A95D-EE3B-A7BC-C463-3CEDC2C016F2}"/>
                </a:ext>
              </a:extLst>
            </p:cNvPr>
            <p:cNvCxnSpPr/>
            <p:nvPr/>
          </p:nvCxnSpPr>
          <p:spPr>
            <a:xfrm flipH="false" flipV="false">
              <a:off x="6089650" y="1130300"/>
              <a:ext cx="0" cy="5003800"/>
            </a:xfrm>
            <a:prstGeom prst="line">
              <a:avLst/>
            </a:prstGeom>
            <a:ln cap="rnd" w="6350">
              <a:solidFill>
                <a:schemeClr val="tx1">
                  <a:alpha val="50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descr="714b59dd-31ba-44cd-a825-fba05bd4b774" id="30" name="组合 29">
              <a:extLst>
                <a:ext uri="{FF2B5EF4-FFF2-40B4-BE49-F238E27FC236}">
                  <a16:creationId id="{1B75C3FB-B094-0AA9-4DED-3EDA8581C2D4}"/>
                </a:ext>
              </a:extLst>
            </p:cNvPr>
            <p:cNvGrpSpPr/>
            <p:nvPr/>
          </p:nvGrpSpPr>
          <p:grpSpPr>
            <a:xfrm>
              <a:off x="4902200" y="2419350"/>
              <a:ext cx="2374900" cy="2425700"/>
              <a:chOff x="4766310" y="1812201"/>
              <a:chExt cx="2646680" cy="3639999"/>
            </a:xfrm>
          </p:grpSpPr>
          <p:sp>
            <p:nvSpPr>
              <p:cNvPr descr="5489eec5-eceb-48c9-9633-573429785bed" id="28" name="矩形: 圆角 27">
                <a:extLst>
                  <a:ext uri="{FF2B5EF4-FFF2-40B4-BE49-F238E27FC236}">
                    <a16:creationId id="{DA620A82-21A8-88C3-AC8E-BE903B5D9A46}"/>
                  </a:ext>
                </a:extLst>
              </p:cNvPr>
              <p:cNvSpPr/>
              <p:nvPr/>
            </p:nvSpPr>
            <p:spPr>
              <a:xfrm flipH="false" flipV="false">
                <a:off x="4766310" y="1812201"/>
                <a:ext cx="2646680" cy="3639999"/>
              </a:xfrm>
              <a:prstGeom prst="roundRect">
                <a:avLst>
                  <a:gd fmla="val 6734" name="adj"/>
                </a:avLst>
              </a:prstGeom>
              <a:solidFill>
                <a:schemeClr val="tx1">
                  <a:alpha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a6e9c453-dff3-40ec-8a55-4d00707d5483" id="29" name="Title">
                <a:extLst>
                  <a:ext uri="{FF2B5EF4-FFF2-40B4-BE49-F238E27FC236}">
                    <a16:creationId id="{CF06CFFB-B200-0A6A-7D05-8BABBE33B4AF}"/>
                  </a:ext>
                </a:extLst>
              </p:cNvPr>
              <p:cNvSpPr/>
              <p:nvPr/>
            </p:nvSpPr>
            <p:spPr>
              <a:xfrm flipH="false" flipV="false">
                <a:off x="4932681" y="2057400"/>
                <a:ext cx="2313940" cy="3149600"/>
              </a:xfrm>
              <a:prstGeom prst="roundRect">
                <a:avLst>
                  <a:gd fmla="val 8206" name="adj"/>
                </a:avLst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l"/>
                <a:r>
                  <a:rPr b="true" i="false" lang="en-US" sz="2400" u="none">
                    <a:solidFill>
                      <a:srgbClr val="FFFFFF"/>
                    </a:solidFill>
                    <a:ea typeface="微软雅黑"/>
                  </a:rPr>
                  <a:t>掌握后端技术与服务</a:t>
                </a:r>
              </a:p>
            </p:txBody>
          </p:sp>
        </p:grpSp>
        <p:grpSp>
          <p:nvGrpSpPr>
            <p:cNvPr descr="af57b657-f365-4048-a2c6-3f8606cf71df" id="27" name="组合 26">
              <a:extLst>
                <a:ext uri="{FF2B5EF4-FFF2-40B4-BE49-F238E27FC236}">
                  <a16:creationId id="{AA813D3D-AA59-7C6F-8552-703EF5061B31}"/>
                </a:ext>
              </a:extLst>
            </p:cNvPr>
            <p:cNvGrpSpPr/>
            <p:nvPr/>
          </p:nvGrpSpPr>
          <p:grpSpPr>
            <a:xfrm>
              <a:off x="660400" y="1130300"/>
              <a:ext cx="4140200" cy="2361007"/>
              <a:chOff x="660400" y="1130300"/>
              <a:chExt cx="4140200" cy="2361007"/>
            </a:xfrm>
          </p:grpSpPr>
          <p:sp>
            <p:nvSpPr>
              <p:cNvPr descr="13315c11-4910-4110-a9fa-cd82828d3891" id="24" name="Number1">
                <a:extLst>
                  <a:ext uri="{FF2B5EF4-FFF2-40B4-BE49-F238E27FC236}">
                    <a16:creationId id="{122FF908-91E4-7341-3992-81D9A3E68744}"/>
                  </a:ext>
                </a:extLst>
              </p:cNvPr>
              <p:cNvSpPr/>
              <p:nvPr/>
            </p:nvSpPr>
            <p:spPr>
              <a:xfrm flipH="true" flipV="false">
                <a:off x="660400" y="1130300"/>
                <a:ext cx="472502" cy="472662"/>
              </a:xfrm>
              <a:prstGeom prst="rect">
                <a:avLst/>
              </a:prstGeom>
              <a:noFill/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/>
              </a:bodyPr>
              <a:lstStyle/>
              <a:p>
                <a:pPr algn="ctr"/>
                <a:r>
                  <a:rPr b="false" i="false" lang="en-US" sz="1600" u="none">
                    <a:solidFill>
                      <a:srgbClr val="1E4DCD"/>
                    </a:solidFill>
                    <a:latin typeface="Arial"/>
                  </a:rPr>
                  <a:t>1.</a:t>
                </a:r>
              </a:p>
            </p:txBody>
          </p:sp>
          <p:sp>
            <p:nvSpPr>
              <p:cNvPr descr="def53cf6-7dd5-4517-9390-ab95699ffdae" id="25" name="Bullet1">
                <a:extLst>
                  <a:ext uri="{FF2B5EF4-FFF2-40B4-BE49-F238E27FC236}">
                    <a16:creationId id="{82AB8E3C-467D-C1DB-55D7-8325E47E70AE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158302" y="1130300"/>
                <a:ext cx="3642298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RESTful API作用</a:t>
                </a:r>
              </a:p>
            </p:txBody>
          </p:sp>
          <p:sp>
            <p:nvSpPr>
              <p:cNvPr descr="108e03f6-7039-43e8-9cf6-af5fc7b46bbb" id="26" name="Text1">
                <a:extLst>
                  <a:ext uri="{FF2B5EF4-FFF2-40B4-BE49-F238E27FC236}">
                    <a16:creationId id="{2415401B-062F-CD2F-E8FE-37D1AACB0823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158302" y="1602961"/>
                <a:ext cx="3642298" cy="1888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FFFFFF"/>
                    </a:solidFill>
                    <a:ea typeface="微软雅黑"/>
                  </a:rPr>
                  <a:t>提供项目分析、对比、历史记录等接口服务。</a:t>
                </a:r>
              </a:p>
            </p:txBody>
          </p:sp>
        </p:grpSp>
        <p:grpSp>
          <p:nvGrpSpPr>
            <p:cNvPr descr="3ff8e314-42fb-4658-ab60-ab9c48d159e8" id="31" name="组合 30">
              <a:extLst>
                <a:ext uri="{FF2B5EF4-FFF2-40B4-BE49-F238E27FC236}">
                  <a16:creationId id="{7F8BA1E1-E1A4-BE5B-44A4-816B44F09D45}"/>
                </a:ext>
              </a:extLst>
            </p:cNvPr>
            <p:cNvGrpSpPr/>
            <p:nvPr/>
          </p:nvGrpSpPr>
          <p:grpSpPr>
            <a:xfrm>
              <a:off x="660400" y="3773093"/>
              <a:ext cx="4140200" cy="2361007"/>
              <a:chOff x="660400" y="1130300"/>
              <a:chExt cx="4140200" cy="2361007"/>
            </a:xfrm>
          </p:grpSpPr>
          <p:sp>
            <p:nvSpPr>
              <p:cNvPr descr="5f418fb1-511b-422f-a9e6-bea8b0f6c2c4" id="32" name="Number2">
                <a:extLst>
                  <a:ext uri="{FF2B5EF4-FFF2-40B4-BE49-F238E27FC236}">
                    <a16:creationId id="{43BA60F8-4F82-7A99-423A-B385C592E38C}"/>
                  </a:ext>
                </a:extLst>
              </p:cNvPr>
              <p:cNvSpPr/>
              <p:nvPr/>
            </p:nvSpPr>
            <p:spPr>
              <a:xfrm flipH="true" flipV="false">
                <a:off x="660400" y="1130300"/>
                <a:ext cx="472502" cy="472662"/>
              </a:xfrm>
              <a:prstGeom prst="rect">
                <a:avLst/>
              </a:prstGeom>
              <a:noFill/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/>
              </a:bodyPr>
              <a:lstStyle/>
              <a:p>
                <a:pPr algn="ctr"/>
                <a:r>
                  <a:rPr b="false" i="false" lang="en-US" sz="1600" u="none">
                    <a:solidFill>
                      <a:srgbClr val="1E4DCD"/>
                    </a:solidFill>
                    <a:latin typeface="Arial"/>
                  </a:rPr>
                  <a:t>2.</a:t>
                </a:r>
              </a:p>
            </p:txBody>
          </p:sp>
          <p:sp>
            <p:nvSpPr>
              <p:cNvPr descr="5cffef43-9fbd-412d-8057-00738fad3d2b" id="33" name="Bullet2">
                <a:extLst>
                  <a:ext uri="{FF2B5EF4-FFF2-40B4-BE49-F238E27FC236}">
                    <a16:creationId id="{0F5AAAC3-2797-A1BB-0B98-9E9EE854848E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158302" y="1130300"/>
                <a:ext cx="3642298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Python脚本调用方式</a:t>
                </a:r>
              </a:p>
            </p:txBody>
          </p:sp>
          <p:sp>
            <p:nvSpPr>
              <p:cNvPr descr="8cc1a363-9c50-4f18-8c81-3f1f48bbf9a2" id="34" name="Text2">
                <a:extLst>
                  <a:ext uri="{FF2B5EF4-FFF2-40B4-BE49-F238E27FC236}">
                    <a16:creationId id="{4BDBC6BB-B4F8-FD2B-A391-B1BD4211B4DD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158302" y="1602961"/>
                <a:ext cx="3642298" cy="1888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FFFFFF"/>
                    </a:solidFill>
                    <a:ea typeface="微软雅黑"/>
                  </a:rPr>
                  <a:t>通过child_process调用Python分析脚本。</a:t>
                </a:r>
              </a:p>
            </p:txBody>
          </p:sp>
        </p:grpSp>
        <p:grpSp>
          <p:nvGrpSpPr>
            <p:cNvPr descr="30c4cee7-7d52-4f74-b741-5f7b37c63d4e" id="3" name="组合 2">
              <a:extLst>
                <a:ext uri="{FF2B5EF4-FFF2-40B4-BE49-F238E27FC236}">
                  <a16:creationId id="{FD51B1A1-1308-CA6D-EEC4-43E46290EE81}"/>
                </a:ext>
              </a:extLst>
            </p:cNvPr>
            <p:cNvGrpSpPr/>
            <p:nvPr/>
          </p:nvGrpSpPr>
          <p:grpSpPr>
            <a:xfrm>
              <a:off x="7378700" y="1130300"/>
              <a:ext cx="4140200" cy="2361007"/>
              <a:chOff x="660400" y="1130300"/>
              <a:chExt cx="4140200" cy="2361007"/>
            </a:xfrm>
          </p:grpSpPr>
          <p:sp>
            <p:nvSpPr>
              <p:cNvPr descr="e1513f87-aee4-41c2-9125-d9f865b3396a" id="4" name="Number3">
                <a:extLst>
                  <a:ext uri="{FF2B5EF4-FFF2-40B4-BE49-F238E27FC236}">
                    <a16:creationId id="{85A6B5EC-B699-48F6-1F53-C1F0A1927D2F}"/>
                  </a:ext>
                </a:extLst>
              </p:cNvPr>
              <p:cNvSpPr/>
              <p:nvPr/>
            </p:nvSpPr>
            <p:spPr>
              <a:xfrm flipH="true" flipV="false">
                <a:off x="660400" y="1130300"/>
                <a:ext cx="472502" cy="472662"/>
              </a:xfrm>
              <a:prstGeom prst="rect">
                <a:avLst/>
              </a:prstGeom>
              <a:noFill/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/>
              </a:bodyPr>
              <a:lstStyle/>
              <a:p>
                <a:pPr algn="ctr"/>
                <a:r>
                  <a:rPr b="false" i="false" lang="en-US" sz="1600" u="none">
                    <a:solidFill>
                      <a:srgbClr val="1E4DCD"/>
                    </a:solidFill>
                    <a:latin typeface="Arial"/>
                  </a:rPr>
                  <a:t>3.</a:t>
                </a:r>
              </a:p>
            </p:txBody>
          </p:sp>
          <p:sp>
            <p:nvSpPr>
              <p:cNvPr descr="e4d5d0f5-799a-4914-835d-2ed93bdb3104" id="5" name="Bullet3">
                <a:extLst>
                  <a:ext uri="{FF2B5EF4-FFF2-40B4-BE49-F238E27FC236}">
                    <a16:creationId id="{D0C05D40-1876-6921-B838-7FA46166FB97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158302" y="1130300"/>
                <a:ext cx="3642298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文件管理内容</a:t>
                </a:r>
              </a:p>
            </p:txBody>
          </p:sp>
          <p:sp>
            <p:nvSpPr>
              <p:cNvPr descr="5cf2dc43-0064-414d-87c5-5f6f7e186d00" id="6" name="Text3">
                <a:extLst>
                  <a:ext uri="{FF2B5EF4-FFF2-40B4-BE49-F238E27FC236}">
                    <a16:creationId id="{C8BDF56F-02A1-F010-634E-1E65257DB6AB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158302" y="1602961"/>
                <a:ext cx="3642298" cy="1888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FFFFFF"/>
                    </a:solidFill>
                    <a:ea typeface="微软雅黑"/>
                  </a:rPr>
                  <a:t>管理分析结果、报告、图表等文件。</a:t>
                </a:r>
              </a:p>
            </p:txBody>
          </p:sp>
        </p:grpSp>
        <p:grpSp>
          <p:nvGrpSpPr>
            <p:cNvPr descr="470dd083-938f-465d-8420-0d54944306f2" id="7" name="组合 6">
              <a:extLst>
                <a:ext uri="{FF2B5EF4-FFF2-40B4-BE49-F238E27FC236}">
                  <a16:creationId id="{D7423661-6CC8-FB3D-2496-5D1450B3EA03}"/>
                </a:ext>
              </a:extLst>
            </p:cNvPr>
            <p:cNvGrpSpPr/>
            <p:nvPr/>
          </p:nvGrpSpPr>
          <p:grpSpPr>
            <a:xfrm>
              <a:off x="7378700" y="3773093"/>
              <a:ext cx="4140200" cy="2361007"/>
              <a:chOff x="660400" y="1130300"/>
              <a:chExt cx="4140200" cy="2361007"/>
            </a:xfrm>
          </p:grpSpPr>
          <p:sp>
            <p:nvSpPr>
              <p:cNvPr descr="ced74299-7ed4-4927-8850-aa568f064c55" id="8" name="Number4">
                <a:extLst>
                  <a:ext uri="{FF2B5EF4-FFF2-40B4-BE49-F238E27FC236}">
                    <a16:creationId id="{21D42322-4B7E-4C21-CD1B-5E018E2935DF}"/>
                  </a:ext>
                </a:extLst>
              </p:cNvPr>
              <p:cNvSpPr/>
              <p:nvPr/>
            </p:nvSpPr>
            <p:spPr>
              <a:xfrm flipH="true" flipV="false">
                <a:off x="660400" y="1130300"/>
                <a:ext cx="472502" cy="472662"/>
              </a:xfrm>
              <a:prstGeom prst="rect">
                <a:avLst/>
              </a:prstGeom>
              <a:noFill/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wrap="none">
                <a:normAutofit/>
              </a:bodyPr>
              <a:lstStyle/>
              <a:p>
                <a:pPr algn="ctr"/>
                <a:r>
                  <a:rPr b="false" i="false" lang="en-US" sz="1600" u="none">
                    <a:solidFill>
                      <a:srgbClr val="1E4DCD"/>
                    </a:solidFill>
                    <a:latin typeface="Arial"/>
                  </a:rPr>
                  <a:t>4.</a:t>
                </a:r>
              </a:p>
            </p:txBody>
          </p:sp>
          <p:sp>
            <p:nvSpPr>
              <p:cNvPr descr="ccf0a914-a864-4b6e-bf6b-eabac722966f" id="9" name="Bullet4">
                <a:extLst>
                  <a:ext uri="{FF2B5EF4-FFF2-40B4-BE49-F238E27FC236}">
                    <a16:creationId id="{B0A3888A-ADA3-131A-5D42-43BAF6DE9D4D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158302" y="1130300"/>
                <a:ext cx="3642298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defTabSz="913765" fontAlgn="auto" indent="0" lvl="0" marR="0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b="1" baseline="0" cap="none" i="0" kumimoji="0" normalizeH="0" spc="0" strike="noStrike" u="none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charset="0" panose="020B0604020202020204" pitchFamily="34" typeface="Arial"/>
                    <a:cs charset="0" panose="020B0604020202020204" pitchFamily="34" typeface="Arial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历史记录作用</a:t>
                </a:r>
              </a:p>
            </p:txBody>
          </p:sp>
          <p:sp>
            <p:nvSpPr>
              <p:cNvPr descr="d4a7d95c-51f3-46cc-bfa7-4c3379d49e8c" id="10" name="Text4">
                <a:extLst>
                  <a:ext uri="{FF2B5EF4-FFF2-40B4-BE49-F238E27FC236}">
                    <a16:creationId id="{1EE7E17A-F705-B337-7AE7-E471D199292D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158302" y="1602961"/>
                <a:ext cx="3642298" cy="1888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FFFFFF"/>
                    </a:solidFill>
                    <a:ea typeface="微软雅黑"/>
                  </a:rPr>
                  <a:t>存储和管理分析历史记录，方便查询。</a:t>
                </a:r>
              </a:p>
            </p:txBody>
          </p:sp>
        </p:grpSp>
      </p:grpSp>
      <p:sp>
        <p:nvSpPr>
          <p:cNvPr descr="697f60e6-d590-4202-9a4a-bde26f963db9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FFFFFF"/>
                </a:solidFill>
                <a:ea typeface="微软雅黑"/>
              </a:rPr>
              <a:t>后端架构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2e821413-1f4e-4671-95f9-0feb540d9f51" id="45" name="fadfb565-745d-44d6-af11-209a41c893f2.source.5.zh-Hans.pptx">
            <a:extLst>
              <a:ext uri="{FF2B5EF4-FFF2-40B4-BE49-F238E27FC236}">
                <a16:creationId id="{91B109A7-A09C-8256-F47E-83DC8B591CD7}"/>
              </a:ext>
            </a:extLst>
          </p:cNvPr>
          <p:cNvGrpSpPr/>
          <p:nvPr/>
        </p:nvGrpSpPr>
        <p:grpSpPr>
          <a:xfrm>
            <a:off x="0" y="1130299"/>
            <a:ext cx="12192000" cy="5727703"/>
            <a:chOff x="0" y="1130299"/>
            <a:chExt cx="12192000" cy="5727703"/>
          </a:xfrm>
        </p:grpSpPr>
        <p:grpSp>
          <p:nvGrpSpPr>
            <p:cNvPr descr="bb290428-5718-4bfd-b6a9-2582f57de381" id="40" name="组合 39">
              <a:extLst>
                <a:ext uri="{FF2B5EF4-FFF2-40B4-BE49-F238E27FC236}">
                  <a16:creationId id="{5D5EF63F-CA96-F23F-CFF5-BB4E2A326C88}"/>
                </a:ext>
              </a:extLst>
            </p:cNvPr>
            <p:cNvGrpSpPr/>
            <p:nvPr/>
          </p:nvGrpSpPr>
          <p:grpSpPr>
            <a:xfrm>
              <a:off x="660400" y="3458946"/>
              <a:ext cx="2171695" cy="3399054"/>
              <a:chOff x="660400" y="3458946"/>
              <a:chExt cx="2171695" cy="3399054"/>
            </a:xfrm>
          </p:grpSpPr>
          <p:sp>
            <p:nvSpPr>
              <p:cNvPr descr="2928b160-2482-4540-947f-44929849c1a1" id="3" name="ComponentBackground1">
                <a:extLst>
                  <a:ext uri="{FF2B5EF4-FFF2-40B4-BE49-F238E27FC236}">
                    <a16:creationId id="{0FF544AD-EEA7-EC90-B509-CB22371B35CD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660400" y="3458947"/>
                <a:ext cx="2171695" cy="3399053"/>
              </a:xfrm>
              <a:prstGeom prst="round1Rect">
                <a:avLst/>
              </a:prstGeom>
              <a:gradFill flip="none" rotWithShape="1">
                <a:gsLst>
                  <a:gs pos="51000">
                    <a:schemeClr val="bg1"/>
                  </a:gs>
                  <a:gs pos="100000">
                    <a:schemeClr val="accent1">
                      <a:lumMod val="20000"/>
                      <a:lumOff val="80000"/>
                      <a:alpha val="40000"/>
                    </a:schemeClr>
                  </a:gs>
                </a:gsLst>
                <a:lin ang="5400000" scaled="1"/>
                <a:tileRect/>
              </a:gradFill>
              <a:ln w="127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effectLst>
                <a:outerShdw algn="ctr" blurRad="533400" dir="5400000" dist="50800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l"/>
              </a:p>
            </p:txBody>
          </p:sp>
          <p:grpSp>
            <p:nvGrpSpPr>
              <p:cNvPr descr="21215337-5eaa-4fb0-b544-8fe6ba0f4d3c" id="8" name="组合 7">
                <a:extLst>
                  <a:ext uri="{FF2B5EF4-FFF2-40B4-BE49-F238E27FC236}">
                    <a16:creationId id="{677D9643-DA0B-3DAD-BB30-8D894614909A}"/>
                  </a:ext>
                </a:extLst>
              </p:cNvPr>
              <p:cNvGrpSpPr/>
              <p:nvPr/>
            </p:nvGrpSpPr>
            <p:grpSpPr>
              <a:xfrm>
                <a:off x="660401" y="3458946"/>
                <a:ext cx="2069002" cy="2840253"/>
                <a:chOff x="1219201" y="3225799"/>
                <a:chExt cx="2504580" cy="3249195"/>
              </a:xfrm>
            </p:grpSpPr>
            <p:grpSp>
              <p:nvGrpSpPr>
                <p:cNvPr descr="f1c1941d-85a4-40a5-97fe-02b032409b2e" id="33" name="组合 32">
                  <a:extLst>
                    <a:ext uri="{FF2B5EF4-FFF2-40B4-BE49-F238E27FC236}">
                      <a16:creationId id="{8A6A298B-03FC-7A5A-7F2D-7BFDC27D11CB}"/>
                    </a:ext>
                  </a:extLst>
                </p:cNvPr>
                <p:cNvGrpSpPr/>
                <p:nvPr/>
              </p:nvGrpSpPr>
              <p:grpSpPr>
                <a:xfrm>
                  <a:off x="1219201" y="3225799"/>
                  <a:ext cx="2504580" cy="3249195"/>
                  <a:chOff x="1092200" y="2332909"/>
                  <a:chExt cx="3492139" cy="4530355"/>
                </a:xfrm>
              </p:grpSpPr>
              <p:sp>
                <p:nvSpPr>
                  <p:cNvPr descr="8959db21-3228-4ffe-b0bc-6a8047944e47" id="35" name="Number1">
                    <a:extLst>
                      <a:ext uri="{FF2B5EF4-FFF2-40B4-BE49-F238E27FC236}">
                        <a16:creationId id="{A8E1FB46-8FD6-8888-C518-B7278ECCCA7B}"/>
                      </a:ext>
                    </a:extLst>
                  </p:cNvPr>
                  <p:cNvSpPr/>
                  <p:nvPr/>
                </p:nvSpPr>
                <p:spPr>
                  <a:xfrm flipH="false" flipV="false">
                    <a:off x="1092200" y="2332909"/>
                    <a:ext cx="1912423" cy="1213757"/>
                  </a:xfrm>
                  <a:prstGeom prst="homePlate">
                    <a:avLst/>
                  </a:prstGeom>
                  <a:gradFill flip="none" rotWithShape="1"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75000">
                        <a:schemeClr val="accent1"/>
                      </a:gs>
                    </a:gsLst>
                    <a:lin ang="2700000" scaled="1"/>
                    <a:tileRect/>
                  </a:gradFill>
                  <a:ln w="12700">
                    <a:solidFill>
                      <a:schemeClr val="bg1"/>
                    </a:solidFill>
                  </a:ln>
                  <a:effectLst>
                    <a:outerShdw algn="tl" blurRad="127000" dir="2700000" dist="63500" rotWithShape="0">
                      <a:schemeClr val="accent1">
                        <a:alpha val="15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 anchorCtr="false" bIns="45720" lIns="91440" rIns="180000" rtlCol="0" tIns="45720" wrap="square">
                    <a:normAutofit/>
                  </a:bodyPr>
                  <a:lstStyle/>
                  <a:p>
                    <a:pPr algn="ctr"/>
                    <a:r>
                      <a:rPr b="true" i="false" lang="en-US" sz="2400" u="none">
                        <a:solidFill>
                          <a:srgbClr val="FFFFFF"/>
                        </a:solidFill>
                        <a:latin typeface="Arial"/>
                      </a:rPr>
                      <a:t>01</a:t>
                    </a:r>
                  </a:p>
                </p:txBody>
              </p:sp>
              <p:sp>
                <p:nvSpPr>
                  <p:cNvPr descr="d886a4ed-ee94-413e-ae4b-322319ac9cbf" id="36" name="Bullet1">
                    <a:extLst>
                      <a:ext uri="{FF2B5EF4-FFF2-40B4-BE49-F238E27FC236}">
                        <a16:creationId id="{F1F74070-CB97-71E8-A2AB-4B53CE7E640B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 flipH="false" flipV="false">
                    <a:off x="1166770" y="3698747"/>
                    <a:ext cx="3417569" cy="121375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="b" anchorCtr="false" bIns="45720" lIns="91440" rIns="91440" tIns="45720" wrap="square">
                    <a:normAutofit/>
                  </a:bodyPr>
                  <a:lstStyle/>
                  <a:p>
                    <a:pPr algn="l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b="true" i="false" lang="en-US" strike="noStrike" sz="1800" u="none">
                        <a:solidFill>
                          <a:srgbClr val="FFFFFF"/>
                        </a:solidFill>
                        <a:ea typeface="微软雅黑"/>
                      </a:rPr>
                      <a:t>前端请求步骤</a:t>
                    </a:r>
                  </a:p>
                </p:txBody>
              </p:sp>
              <p:sp>
                <p:nvSpPr>
                  <p:cNvPr descr="59ad1cf9-6339-4829-8a0d-6b4c4b0be7ca" id="37" name="Text1">
                    <a:extLst>
                      <a:ext uri="{FF2B5EF4-FFF2-40B4-BE49-F238E27FC236}">
                        <a16:creationId id="{4F305872-6B19-42E6-D641-9B540859CAA8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 flipH="false" flipV="false">
                    <a:off x="1166770" y="4949524"/>
                    <a:ext cx="3417569" cy="19137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="t" anchorCtr="false" bIns="45720" lIns="91440" rIns="91440" tIns="45720" wrap="square">
                    <a:normAutofit/>
                  </a:bodyPr>
                  <a:lstStyle/>
                  <a:p>
                    <a:pPr algn="l">
                      <a:lnSpc>
                        <a:spcPct val="120000"/>
                      </a:lnSpc>
                    </a:pPr>
                    <a:r>
                      <a:rPr b="false" i="false" lang="en-US" sz="1200" u="none">
                        <a:solidFill>
                          <a:srgbClr val="FFFFFF"/>
                        </a:solidFill>
                        <a:ea typeface="微软雅黑"/>
                      </a:rPr>
                      <a:t>用户输入项目URL，发送请求到后端。</a:t>
                    </a:r>
                  </a:p>
                </p:txBody>
              </p:sp>
            </p:grpSp>
            <p:sp>
              <p:nvSpPr>
                <p:cNvPr descr="cc66744b-e7f2-4f77-8b54-c4268734139f" id="34" name="箭头: 右 33">
                  <a:extLst>
                    <a:ext uri="{FF2B5EF4-FFF2-40B4-BE49-F238E27FC236}">
                      <a16:creationId id="{311CAB46-6310-7B1C-C566-3C78CF5B3EB7}"/>
                    </a:ext>
                  </a:extLst>
                </p:cNvPr>
                <p:cNvSpPr/>
                <p:nvPr/>
              </p:nvSpPr>
              <p:spPr>
                <a:xfrm flipH="false" flipV="false">
                  <a:off x="2921000" y="3517900"/>
                  <a:ext cx="622300" cy="375728"/>
                </a:xfrm>
                <a:prstGeom prst="rightArrow">
                  <a:avLst/>
                </a:prstGeom>
                <a:gradFill flip="none" rotWithShape="1">
                  <a:gsLst>
                    <a:gs pos="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  <a:alpha val="0"/>
                      </a:schemeClr>
                    </a:gs>
                  </a:gsLst>
                  <a:lin ang="10800000" scaled="1"/>
                  <a:tileRect/>
                </a:gradFill>
                <a:ln cap="rnd" w="63500">
                  <a:noFill/>
                  <a:headEnd type="none"/>
                  <a:tailEnd len="lg" type="triangle" w="lg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/>
                <a:lstStyle/>
                <a:p>
                  <a:pPr algn="ctr"/>
                </a:p>
              </p:txBody>
            </p:sp>
          </p:grpSp>
        </p:grpSp>
        <p:grpSp>
          <p:nvGrpSpPr>
            <p:cNvPr descr="2a6391a4-1da3-4c3a-bdcd-e703d91cf360" id="41" name="组合 40">
              <a:extLst>
                <a:ext uri="{FF2B5EF4-FFF2-40B4-BE49-F238E27FC236}">
                  <a16:creationId id="{A6269673-C68F-4B55-999F-168CDD8520BB}"/>
                </a:ext>
              </a:extLst>
            </p:cNvPr>
            <p:cNvGrpSpPr/>
            <p:nvPr/>
          </p:nvGrpSpPr>
          <p:grpSpPr>
            <a:xfrm>
              <a:off x="2832101" y="2961593"/>
              <a:ext cx="2171695" cy="3896407"/>
              <a:chOff x="2832101" y="2961593"/>
              <a:chExt cx="2171695" cy="3896407"/>
            </a:xfrm>
          </p:grpSpPr>
          <p:sp>
            <p:nvSpPr>
              <p:cNvPr descr="f3211011-58a3-4483-8bd9-979576cb1da2" id="4" name="ComponentBackground2">
                <a:extLst>
                  <a:ext uri="{FF2B5EF4-FFF2-40B4-BE49-F238E27FC236}">
                    <a16:creationId id="{3CCC90CE-8597-C99D-E737-C860CF14059B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2832101" y="2961595"/>
                <a:ext cx="2171695" cy="3896405"/>
              </a:xfrm>
              <a:prstGeom prst="round1Rect">
                <a:avLst/>
              </a:prstGeom>
              <a:gradFill flip="none" rotWithShape="1">
                <a:gsLst>
                  <a:gs pos="51000">
                    <a:schemeClr val="bg1"/>
                  </a:gs>
                  <a:gs pos="100000">
                    <a:schemeClr val="accent1">
                      <a:lumMod val="20000"/>
                      <a:lumOff val="80000"/>
                      <a:alpha val="40000"/>
                    </a:schemeClr>
                  </a:gs>
                </a:gsLst>
                <a:lin ang="5400000" scaled="1"/>
                <a:tileRect/>
              </a:gradFill>
              <a:ln w="127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effectLst>
                <a:outerShdw algn="ctr" blurRad="533400" dir="5400000" dist="50800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l"/>
              </a:p>
            </p:txBody>
          </p:sp>
          <p:grpSp>
            <p:nvGrpSpPr>
              <p:cNvPr descr="1aeb24d4-fd5c-469b-bbfb-1945ebc6f469" id="9" name="组合 8">
                <a:extLst>
                  <a:ext uri="{FF2B5EF4-FFF2-40B4-BE49-F238E27FC236}">
                    <a16:creationId id="{9FD009F5-28C9-6E09-3C34-6F43BD069AFE}"/>
                  </a:ext>
                </a:extLst>
              </p:cNvPr>
              <p:cNvGrpSpPr/>
              <p:nvPr/>
            </p:nvGrpSpPr>
            <p:grpSpPr>
              <a:xfrm>
                <a:off x="2832102" y="2961593"/>
                <a:ext cx="2069002" cy="3337605"/>
                <a:chOff x="1219201" y="3225799"/>
                <a:chExt cx="2504580" cy="3818156"/>
              </a:xfrm>
            </p:grpSpPr>
            <p:grpSp>
              <p:nvGrpSpPr>
                <p:cNvPr descr="88b29ec2-695d-4080-8e88-af1347232e9d" id="28" name="组合 27">
                  <a:extLst>
                    <a:ext uri="{FF2B5EF4-FFF2-40B4-BE49-F238E27FC236}">
                      <a16:creationId id="{4B70487C-E88D-7E57-C588-2B2771B36C0A}"/>
                    </a:ext>
                  </a:extLst>
                </p:cNvPr>
                <p:cNvGrpSpPr/>
                <p:nvPr/>
              </p:nvGrpSpPr>
              <p:grpSpPr>
                <a:xfrm>
                  <a:off x="1219201" y="3225799"/>
                  <a:ext cx="2504580" cy="3818156"/>
                  <a:chOff x="1092200" y="2332909"/>
                  <a:chExt cx="3492139" cy="5323658"/>
                </a:xfrm>
              </p:grpSpPr>
              <p:sp>
                <p:nvSpPr>
                  <p:cNvPr descr="3c3ea0c2-9ca4-43da-b02e-515dd4747717" id="30" name="Number2">
                    <a:extLst>
                      <a:ext uri="{FF2B5EF4-FFF2-40B4-BE49-F238E27FC236}">
                        <a16:creationId id="{0226E152-3014-9A6D-B291-8D93BA943F58}"/>
                      </a:ext>
                    </a:extLst>
                  </p:cNvPr>
                  <p:cNvSpPr/>
                  <p:nvPr/>
                </p:nvSpPr>
                <p:spPr>
                  <a:xfrm flipH="false" flipV="false">
                    <a:off x="1092200" y="2332909"/>
                    <a:ext cx="1912423" cy="1213757"/>
                  </a:xfrm>
                  <a:prstGeom prst="homePlat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60000"/>
                          <a:lumOff val="40000"/>
                        </a:schemeClr>
                      </a:gs>
                      <a:gs pos="75000">
                        <a:schemeClr val="accent2"/>
                      </a:gs>
                    </a:gsLst>
                    <a:lin ang="2700000" scaled="1"/>
                    <a:tileRect/>
                  </a:gradFill>
                  <a:ln w="12700">
                    <a:noFill/>
                  </a:ln>
                  <a:effectLst>
                    <a:outerShdw algn="tl" blurRad="127000" dir="2700000" dist="63500" rotWithShape="0">
                      <a:schemeClr val="accent2">
                        <a:alpha val="15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 anchorCtr="false" rtlCol="0" wrap="square">
                    <a:normAutofit/>
                  </a:bodyPr>
                  <a:lstStyle/>
                  <a:p>
                    <a:pPr algn="ctr"/>
                    <a:r>
                      <a:rPr b="true" i="false" lang="en-US" sz="2400" u="none">
                        <a:solidFill>
                          <a:srgbClr val="FFFFFF"/>
                        </a:solidFill>
                        <a:latin typeface="Arial"/>
                      </a:rPr>
                      <a:t>02</a:t>
                    </a:r>
                  </a:p>
                </p:txBody>
              </p:sp>
              <p:sp>
                <p:nvSpPr>
                  <p:cNvPr descr="cccea80d-6a24-4006-bce8-a0a2b7faf46a" id="31" name="Bullet2">
                    <a:extLst>
                      <a:ext uri="{FF2B5EF4-FFF2-40B4-BE49-F238E27FC236}">
                        <a16:creationId id="{AAA57FF2-D64A-B94E-395F-3C8E8527EA25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 flipH="false" flipV="false">
                    <a:off x="1166770" y="3698747"/>
                    <a:ext cx="3417569" cy="121375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="b" anchorCtr="false" bIns="45720" lIns="91440" rIns="91440" tIns="45720" wrap="square">
                    <a:normAutofit/>
                  </a:bodyPr>
                  <a:lstStyle/>
                  <a:p>
                    <a:pPr algn="l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b="true" i="false" lang="en-US" strike="noStrike" sz="1800" u="none">
                        <a:solidFill>
                          <a:srgbClr val="FFFFFF"/>
                        </a:solidFill>
                        <a:ea typeface="微软雅黑"/>
                      </a:rPr>
                      <a:t>后端处理过程</a:t>
                    </a:r>
                  </a:p>
                </p:txBody>
              </p:sp>
              <p:sp>
                <p:nvSpPr>
                  <p:cNvPr descr="c6f80aaf-6cb2-4536-aae9-d312a2a54c4d" id="32" name="Text2">
                    <a:extLst>
                      <a:ext uri="{FF2B5EF4-FFF2-40B4-BE49-F238E27FC236}">
                        <a16:creationId id="{46881908-4A5E-A303-133A-A147D6FCF04E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 flipH="false" flipV="false">
                    <a:off x="1166770" y="4949522"/>
                    <a:ext cx="3417569" cy="270704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="t" anchorCtr="false" bIns="45720" lIns="91440" rIns="91440" tIns="45720" wrap="square">
                    <a:normAutofit/>
                  </a:bodyPr>
                  <a:lstStyle/>
                  <a:p>
                    <a:pPr algn="l">
                      <a:lnSpc>
                        <a:spcPct val="120000"/>
                      </a:lnSpc>
                    </a:pPr>
                    <a:r>
                      <a:rPr b="false" i="false" lang="en-US" sz="1200" u="none">
                        <a:solidFill>
                          <a:srgbClr val="FFFFFF"/>
                        </a:solidFill>
                        <a:ea typeface="微软雅黑"/>
                      </a:rPr>
                      <a:t>接收请求，调用Python分析脚本。</a:t>
                    </a:r>
                  </a:p>
                </p:txBody>
              </p:sp>
            </p:grpSp>
            <p:sp>
              <p:nvSpPr>
                <p:cNvPr descr="fe5ab275-c83a-44bb-a0bb-67e562171237" id="29" name="箭头: 右 28">
                  <a:extLst>
                    <a:ext uri="{FF2B5EF4-FFF2-40B4-BE49-F238E27FC236}">
                      <a16:creationId id="{3056B8A3-CEBA-9702-356B-8FD47CFA1434}"/>
                    </a:ext>
                  </a:extLst>
                </p:cNvPr>
                <p:cNvSpPr/>
                <p:nvPr/>
              </p:nvSpPr>
              <p:spPr>
                <a:xfrm flipH="false" flipV="false">
                  <a:off x="2921000" y="3517900"/>
                  <a:ext cx="622300" cy="375728"/>
                </a:xfrm>
                <a:prstGeom prst="rightArrow">
                  <a:avLst/>
                </a:prstGeom>
                <a:gradFill flip="none" rotWithShape="1">
                  <a:gsLst>
                    <a:gs pos="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  <a:alpha val="0"/>
                      </a:schemeClr>
                    </a:gs>
                  </a:gsLst>
                  <a:lin ang="10800000" scaled="1"/>
                  <a:tileRect/>
                </a:gradFill>
                <a:ln cap="rnd" w="63500">
                  <a:noFill/>
                  <a:headEnd type="none"/>
                  <a:tailEnd len="lg" type="triangle" w="lg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/>
                <a:lstStyle/>
                <a:p>
                  <a:pPr algn="ctr"/>
                </a:p>
              </p:txBody>
            </p:sp>
          </p:grpSp>
        </p:grpSp>
        <p:grpSp>
          <p:nvGrpSpPr>
            <p:cNvPr descr="6e3f44a5-1628-4950-bc6e-176b3f2524db" id="42" name="组合 41">
              <a:extLst>
                <a:ext uri="{FF2B5EF4-FFF2-40B4-BE49-F238E27FC236}">
                  <a16:creationId id="{AE967DCB-A71D-A710-7BEE-B7897E768505}"/>
                </a:ext>
              </a:extLst>
            </p:cNvPr>
            <p:cNvGrpSpPr/>
            <p:nvPr/>
          </p:nvGrpSpPr>
          <p:grpSpPr>
            <a:xfrm>
              <a:off x="5003802" y="2464240"/>
              <a:ext cx="2171695" cy="4393761"/>
              <a:chOff x="5003802" y="2464240"/>
              <a:chExt cx="2171695" cy="4393761"/>
            </a:xfrm>
          </p:grpSpPr>
          <p:sp>
            <p:nvSpPr>
              <p:cNvPr descr="09bc59a4-9662-401b-bb84-3ba5fdeb253d" id="5" name="ComponentBackground3">
                <a:extLst>
                  <a:ext uri="{FF2B5EF4-FFF2-40B4-BE49-F238E27FC236}">
                    <a16:creationId id="{39A49422-DE6C-EAEF-7E48-E071DE21F223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5003802" y="2464243"/>
                <a:ext cx="2171695" cy="4393758"/>
              </a:xfrm>
              <a:prstGeom prst="round1Rect">
                <a:avLst/>
              </a:prstGeom>
              <a:gradFill flip="none" rotWithShape="1">
                <a:gsLst>
                  <a:gs pos="51000">
                    <a:schemeClr val="bg1"/>
                  </a:gs>
                  <a:gs pos="100000">
                    <a:schemeClr val="accent1">
                      <a:lumMod val="20000"/>
                      <a:lumOff val="80000"/>
                      <a:alpha val="40000"/>
                    </a:schemeClr>
                  </a:gs>
                </a:gsLst>
                <a:lin ang="5400000" scaled="1"/>
                <a:tileRect/>
              </a:gradFill>
              <a:ln w="127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effectLst>
                <a:outerShdw algn="ctr" blurRad="533400" dir="5400000" dist="50800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l"/>
              </a:p>
            </p:txBody>
          </p:sp>
          <p:grpSp>
            <p:nvGrpSpPr>
              <p:cNvPr descr="44b99755-76fe-4640-a98b-fed540bace2b" id="10" name="组合 9">
                <a:extLst>
                  <a:ext uri="{FF2B5EF4-FFF2-40B4-BE49-F238E27FC236}">
                    <a16:creationId id="{E9C4372C-1EB4-F1C4-40EE-4D168E05327D}"/>
                  </a:ext>
                </a:extLst>
              </p:cNvPr>
              <p:cNvGrpSpPr/>
              <p:nvPr/>
            </p:nvGrpSpPr>
            <p:grpSpPr>
              <a:xfrm>
                <a:off x="5003803" y="2464240"/>
                <a:ext cx="2069002" cy="3834959"/>
                <a:chOff x="1219201" y="3225799"/>
                <a:chExt cx="2504580" cy="4387120"/>
              </a:xfrm>
            </p:grpSpPr>
            <p:grpSp>
              <p:nvGrpSpPr>
                <p:cNvPr descr="b4dc185a-af2f-4e59-9afb-f30f0e0375d5" id="23" name="组合 22">
                  <a:extLst>
                    <a:ext uri="{FF2B5EF4-FFF2-40B4-BE49-F238E27FC236}">
                      <a16:creationId id="{EFCC3C4B-41EB-F0C4-2703-47B236C33026}"/>
                    </a:ext>
                  </a:extLst>
                </p:cNvPr>
                <p:cNvGrpSpPr/>
                <p:nvPr/>
              </p:nvGrpSpPr>
              <p:grpSpPr>
                <a:xfrm>
                  <a:off x="1219201" y="3225799"/>
                  <a:ext cx="2504580" cy="4387120"/>
                  <a:chOff x="1092200" y="2332909"/>
                  <a:chExt cx="3492139" cy="6116964"/>
                </a:xfrm>
              </p:grpSpPr>
              <p:sp>
                <p:nvSpPr>
                  <p:cNvPr descr="16862096-e085-4366-8703-61703a10bf0d" id="25" name="Number3">
                    <a:extLst>
                      <a:ext uri="{FF2B5EF4-FFF2-40B4-BE49-F238E27FC236}">
                        <a16:creationId id="{F54DDDA2-31E1-A38A-1A3F-1358588FC221}"/>
                      </a:ext>
                    </a:extLst>
                  </p:cNvPr>
                  <p:cNvSpPr/>
                  <p:nvPr/>
                </p:nvSpPr>
                <p:spPr>
                  <a:xfrm flipH="false" flipV="false">
                    <a:off x="1092200" y="2332909"/>
                    <a:ext cx="1912423" cy="1213757"/>
                  </a:xfrm>
                  <a:prstGeom prst="homePlate">
                    <a:avLst/>
                  </a:prstGeom>
                  <a:gradFill flip="none" rotWithShape="1"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75000">
                        <a:schemeClr val="accent1"/>
                      </a:gs>
                    </a:gsLst>
                    <a:lin ang="2700000" scaled="1"/>
                    <a:tileRect/>
                  </a:gradFill>
                  <a:ln w="12700">
                    <a:solidFill>
                      <a:schemeClr val="bg1"/>
                    </a:solidFill>
                  </a:ln>
                  <a:effectLst>
                    <a:outerShdw algn="tl" blurRad="127000" dir="2700000" dist="63500" rotWithShape="0">
                      <a:schemeClr val="accent1">
                        <a:alpha val="15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 anchorCtr="false" bIns="45720" lIns="91440" rIns="180000" rtlCol="0" tIns="45720" wrap="square">
                    <a:normAutofit/>
                  </a:bodyPr>
                  <a:lstStyle/>
                  <a:p>
                    <a:pPr algn="ctr"/>
                    <a:r>
                      <a:rPr b="true" i="false" lang="en-US" sz="2400" u="none">
                        <a:solidFill>
                          <a:srgbClr val="FFFFFF"/>
                        </a:solidFill>
                        <a:latin typeface="Arial"/>
                      </a:rPr>
                      <a:t>03</a:t>
                    </a:r>
                  </a:p>
                </p:txBody>
              </p:sp>
              <p:sp>
                <p:nvSpPr>
                  <p:cNvPr descr="a79603b0-3776-4815-9f90-feaac4196efc" id="26" name="Bullet3">
                    <a:extLst>
                      <a:ext uri="{FF2B5EF4-FFF2-40B4-BE49-F238E27FC236}">
                        <a16:creationId id="{728B9FAD-DCCD-EA04-E9DF-1B0FDBF47D2E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 flipH="false" flipV="false">
                    <a:off x="1166770" y="3698747"/>
                    <a:ext cx="3417569" cy="121375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="b" anchorCtr="false" bIns="45720" lIns="91440" rIns="91440" tIns="45720" wrap="square">
                    <a:normAutofit/>
                  </a:bodyPr>
                  <a:lstStyle/>
                  <a:p>
                    <a:pPr algn="l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b="true" i="false" lang="en-US" strike="noStrike" sz="1800" u="none">
                        <a:solidFill>
                          <a:srgbClr val="FFFFFF"/>
                        </a:solidFill>
                        <a:latin typeface="Arial"/>
                      </a:rPr>
                      <a:t>Python分析操作</a:t>
                    </a:r>
                  </a:p>
                </p:txBody>
              </p:sp>
              <p:sp>
                <p:nvSpPr>
                  <p:cNvPr descr="066bb5ba-57ec-4d94-9bda-45b164840e4a" id="27" name="Text3">
                    <a:extLst>
                      <a:ext uri="{FF2B5EF4-FFF2-40B4-BE49-F238E27FC236}">
                        <a16:creationId id="{35E708B7-9EBC-42BF-D7DE-EEF7F01635CF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 flipH="false" flipV="false">
                    <a:off x="1166770" y="4949524"/>
                    <a:ext cx="3417569" cy="350034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="t" anchorCtr="false" bIns="45720" lIns="91440" rIns="91440" tIns="45720" wrap="square">
                    <a:normAutofit/>
                  </a:bodyPr>
                  <a:lstStyle/>
                  <a:p>
                    <a:pPr algn="l">
                      <a:lnSpc>
                        <a:spcPct val="120000"/>
                      </a:lnSpc>
                    </a:pPr>
                    <a:r>
                      <a:rPr b="false" i="false" lang="en-US" sz="1200" u="none">
                        <a:solidFill>
                          <a:srgbClr val="FFFFFF"/>
                        </a:solidFill>
                        <a:ea typeface="微软雅黑"/>
                      </a:rPr>
                      <a:t>执行项目分析，生成报告和图表。</a:t>
                    </a:r>
                  </a:p>
                </p:txBody>
              </p:sp>
            </p:grpSp>
            <p:sp>
              <p:nvSpPr>
                <p:cNvPr descr="936c702d-b305-4bfd-8a95-9a2f19b1d086" id="24" name="箭头: 右 23">
                  <a:extLst>
                    <a:ext uri="{FF2B5EF4-FFF2-40B4-BE49-F238E27FC236}">
                      <a16:creationId id="{A97745AC-27D6-2C28-F7FA-A5F84CE1A0FA}"/>
                    </a:ext>
                  </a:extLst>
                </p:cNvPr>
                <p:cNvSpPr/>
                <p:nvPr/>
              </p:nvSpPr>
              <p:spPr>
                <a:xfrm flipH="false" flipV="false">
                  <a:off x="2921000" y="3517900"/>
                  <a:ext cx="622300" cy="375728"/>
                </a:xfrm>
                <a:prstGeom prst="rightArrow">
                  <a:avLst/>
                </a:prstGeom>
                <a:gradFill flip="none" rotWithShape="1">
                  <a:gsLst>
                    <a:gs pos="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  <a:alpha val="0"/>
                      </a:schemeClr>
                    </a:gs>
                  </a:gsLst>
                  <a:lin ang="10800000" scaled="1"/>
                  <a:tileRect/>
                </a:gradFill>
                <a:ln cap="rnd" w="63500">
                  <a:noFill/>
                  <a:headEnd type="none"/>
                  <a:tailEnd len="lg" type="triangle" w="lg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/>
                <a:lstStyle/>
                <a:p>
                  <a:pPr algn="ctr"/>
                </a:p>
              </p:txBody>
            </p:sp>
          </p:grpSp>
        </p:grpSp>
        <p:grpSp>
          <p:nvGrpSpPr>
            <p:cNvPr descr="29fc8d6d-3920-43d5-9c25-5a4b9852b766" id="43" name="组合 42">
              <a:extLst>
                <a:ext uri="{FF2B5EF4-FFF2-40B4-BE49-F238E27FC236}">
                  <a16:creationId id="{BC157DC8-4674-FEDF-853E-E491967CA64B}"/>
                </a:ext>
              </a:extLst>
            </p:cNvPr>
            <p:cNvGrpSpPr/>
            <p:nvPr/>
          </p:nvGrpSpPr>
          <p:grpSpPr>
            <a:xfrm>
              <a:off x="7175503" y="1966887"/>
              <a:ext cx="2171695" cy="4891113"/>
              <a:chOff x="7175503" y="1966887"/>
              <a:chExt cx="2171695" cy="4891113"/>
            </a:xfrm>
          </p:grpSpPr>
          <p:sp>
            <p:nvSpPr>
              <p:cNvPr descr="09d80109-5bf6-41d9-a1c8-655aff0b73f2" id="6" name="ComponentBackground4">
                <a:extLst>
                  <a:ext uri="{FF2B5EF4-FFF2-40B4-BE49-F238E27FC236}">
                    <a16:creationId id="{EBFA1261-509A-702E-919D-9B0631C43B83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7175503" y="1966889"/>
                <a:ext cx="2171695" cy="4891111"/>
              </a:xfrm>
              <a:prstGeom prst="round1Rect">
                <a:avLst/>
              </a:prstGeom>
              <a:gradFill flip="none" rotWithShape="1">
                <a:gsLst>
                  <a:gs pos="51000">
                    <a:schemeClr val="bg1"/>
                  </a:gs>
                  <a:gs pos="100000">
                    <a:schemeClr val="accent1">
                      <a:lumMod val="20000"/>
                      <a:lumOff val="80000"/>
                      <a:alpha val="40000"/>
                    </a:schemeClr>
                  </a:gs>
                </a:gsLst>
                <a:lin ang="5400000" scaled="1"/>
                <a:tileRect/>
              </a:gradFill>
              <a:ln w="127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effectLst>
                <a:outerShdw algn="ctr" blurRad="533400" dir="5400000" dist="50800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l"/>
              </a:p>
            </p:txBody>
          </p:sp>
          <p:grpSp>
            <p:nvGrpSpPr>
              <p:cNvPr descr="c319005e-04cd-4d94-8f92-2c1ec0200598" id="11" name="组合 10">
                <a:extLst>
                  <a:ext uri="{FF2B5EF4-FFF2-40B4-BE49-F238E27FC236}">
                    <a16:creationId id="{23ABF6D7-F4BF-2819-3F1C-B62317A75B22}"/>
                  </a:ext>
                </a:extLst>
              </p:cNvPr>
              <p:cNvGrpSpPr/>
              <p:nvPr/>
            </p:nvGrpSpPr>
            <p:grpSpPr>
              <a:xfrm>
                <a:off x="7175505" y="1966887"/>
                <a:ext cx="2069002" cy="4332311"/>
                <a:chOff x="1219201" y="3225799"/>
                <a:chExt cx="2504580" cy="4956081"/>
              </a:xfrm>
            </p:grpSpPr>
            <p:grpSp>
              <p:nvGrpSpPr>
                <p:cNvPr descr="c3635d37-99e4-4bf8-a453-f32061fe535b" id="18" name="组合 17">
                  <a:extLst>
                    <a:ext uri="{FF2B5EF4-FFF2-40B4-BE49-F238E27FC236}">
                      <a16:creationId id="{5F9A5AFD-134C-5889-85C1-BF46A55E8AE8}"/>
                    </a:ext>
                  </a:extLst>
                </p:cNvPr>
                <p:cNvGrpSpPr/>
                <p:nvPr/>
              </p:nvGrpSpPr>
              <p:grpSpPr>
                <a:xfrm>
                  <a:off x="1219201" y="3225799"/>
                  <a:ext cx="2504580" cy="4956081"/>
                  <a:chOff x="1092200" y="2332909"/>
                  <a:chExt cx="3492139" cy="6910267"/>
                </a:xfrm>
              </p:grpSpPr>
              <p:sp>
                <p:nvSpPr>
                  <p:cNvPr descr="840473b5-b033-45ec-8776-5f10896557c6" id="20" name="Number4">
                    <a:extLst>
                      <a:ext uri="{FF2B5EF4-FFF2-40B4-BE49-F238E27FC236}">
                        <a16:creationId id="{94C5F916-E5B9-E962-959A-109B618F4DE3}"/>
                      </a:ext>
                    </a:extLst>
                  </p:cNvPr>
                  <p:cNvSpPr/>
                  <p:nvPr/>
                </p:nvSpPr>
                <p:spPr>
                  <a:xfrm flipH="false" flipV="false">
                    <a:off x="1092200" y="2332909"/>
                    <a:ext cx="1912423" cy="1213757"/>
                  </a:xfrm>
                  <a:prstGeom prst="homePlat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60000"/>
                          <a:lumOff val="40000"/>
                        </a:schemeClr>
                      </a:gs>
                      <a:gs pos="75000">
                        <a:schemeClr val="accent2"/>
                      </a:gs>
                    </a:gsLst>
                    <a:lin ang="2700000" scaled="1"/>
                    <a:tileRect/>
                  </a:gradFill>
                  <a:ln w="12700">
                    <a:noFill/>
                  </a:ln>
                  <a:effectLst>
                    <a:outerShdw algn="tl" blurRad="127000" dir="2700000" dist="63500" rotWithShape="0">
                      <a:schemeClr val="accent2">
                        <a:alpha val="15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 anchorCtr="false" rtlCol="0" wrap="square">
                    <a:normAutofit/>
                  </a:bodyPr>
                  <a:lstStyle/>
                  <a:p>
                    <a:pPr algn="ctr"/>
                    <a:r>
                      <a:rPr b="true" i="false" lang="en-US" sz="2400" u="none">
                        <a:solidFill>
                          <a:srgbClr val="FFFFFF"/>
                        </a:solidFill>
                        <a:latin typeface="Arial"/>
                      </a:rPr>
                      <a:t>04</a:t>
                    </a:r>
                  </a:p>
                </p:txBody>
              </p:sp>
              <p:sp>
                <p:nvSpPr>
                  <p:cNvPr descr="5b8272ac-492e-4c60-a2ef-d9d36eadae46" id="21" name="Bullet4">
                    <a:extLst>
                      <a:ext uri="{FF2B5EF4-FFF2-40B4-BE49-F238E27FC236}">
                        <a16:creationId id="{5429E5FE-CF06-5148-8678-2EFEF7CC72DE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 flipH="false" flipV="false">
                    <a:off x="1166770" y="3698747"/>
                    <a:ext cx="3417569" cy="121375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="b" anchorCtr="false" bIns="45720" lIns="91440" rIns="91440" tIns="45720" wrap="square">
                    <a:normAutofit/>
                  </a:bodyPr>
                  <a:lstStyle/>
                  <a:p>
                    <a:pPr algn="l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b="true" i="false" lang="en-US" strike="noStrike" sz="1800" u="none">
                        <a:solidFill>
                          <a:srgbClr val="FFFFFF"/>
                        </a:solidFill>
                        <a:ea typeface="微软雅黑"/>
                      </a:rPr>
                      <a:t>结果返回方式</a:t>
                    </a:r>
                  </a:p>
                </p:txBody>
              </p:sp>
              <p:sp>
                <p:nvSpPr>
                  <p:cNvPr descr="93b775c4-734b-432c-8462-884279c584f3" id="22" name="Text4">
                    <a:extLst>
                      <a:ext uri="{FF2B5EF4-FFF2-40B4-BE49-F238E27FC236}">
                        <a16:creationId id="{EFC85E1C-A64A-B5BB-1427-A90AB998DF04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 flipH="false" flipV="false">
                    <a:off x="1166770" y="4949522"/>
                    <a:ext cx="3417569" cy="42936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="t" anchorCtr="false" bIns="45720" lIns="91440" rIns="91440" tIns="45720" wrap="square">
                    <a:normAutofit/>
                  </a:bodyPr>
                  <a:lstStyle/>
                  <a:p>
                    <a:pPr algn="l">
                      <a:lnSpc>
                        <a:spcPct val="120000"/>
                      </a:lnSpc>
                    </a:pPr>
                    <a:r>
                      <a:rPr b="false" i="false" lang="en-US" sz="1200" u="none">
                        <a:solidFill>
                          <a:srgbClr val="FFFFFF"/>
                        </a:solidFill>
                        <a:ea typeface="微软雅黑"/>
                      </a:rPr>
                      <a:t>后端收集分析结果，返回给前端。</a:t>
                    </a:r>
                  </a:p>
                </p:txBody>
              </p:sp>
            </p:grpSp>
            <p:sp>
              <p:nvSpPr>
                <p:cNvPr descr="c8e4358f-1b1c-4c6e-a03b-aef7c08d09d6" id="19" name="箭头: 右 18">
                  <a:extLst>
                    <a:ext uri="{FF2B5EF4-FFF2-40B4-BE49-F238E27FC236}">
                      <a16:creationId id="{1D6A1207-E4F9-8E8A-C6B1-7F06A2ED8E2F}"/>
                    </a:ext>
                  </a:extLst>
                </p:cNvPr>
                <p:cNvSpPr/>
                <p:nvPr/>
              </p:nvSpPr>
              <p:spPr>
                <a:xfrm flipH="false" flipV="false">
                  <a:off x="2921000" y="3517900"/>
                  <a:ext cx="622300" cy="375728"/>
                </a:xfrm>
                <a:prstGeom prst="rightArrow">
                  <a:avLst/>
                </a:prstGeom>
                <a:gradFill flip="none" rotWithShape="1">
                  <a:gsLst>
                    <a:gs pos="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  <a:alpha val="0"/>
                      </a:schemeClr>
                    </a:gs>
                  </a:gsLst>
                  <a:lin ang="10800000" scaled="1"/>
                  <a:tileRect/>
                </a:gradFill>
                <a:ln cap="rnd" w="63500">
                  <a:noFill/>
                  <a:headEnd type="none"/>
                  <a:tailEnd len="lg" type="triangle" w="lg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/>
                <a:lstStyle/>
                <a:p>
                  <a:pPr algn="ctr"/>
                </a:p>
              </p:txBody>
            </p:sp>
          </p:grpSp>
        </p:grpSp>
        <p:grpSp>
          <p:nvGrpSpPr>
            <p:cNvPr descr="f385e97b-f9df-44a2-9444-663f45897f18" id="44" name="组合 43">
              <a:extLst>
                <a:ext uri="{FF2B5EF4-FFF2-40B4-BE49-F238E27FC236}">
                  <a16:creationId id="{0A42D0B1-DB56-9EDC-B503-4273481D8B2A}"/>
                </a:ext>
              </a:extLst>
            </p:cNvPr>
            <p:cNvGrpSpPr/>
            <p:nvPr/>
          </p:nvGrpSpPr>
          <p:grpSpPr>
            <a:xfrm>
              <a:off x="9347205" y="1469536"/>
              <a:ext cx="2171695" cy="5388465"/>
              <a:chOff x="9347205" y="1469536"/>
              <a:chExt cx="2171695" cy="5388465"/>
            </a:xfrm>
          </p:grpSpPr>
          <p:sp>
            <p:nvSpPr>
              <p:cNvPr descr="88bc9351-0d7a-4f4c-9f29-bfc42a52b5fe" id="7" name="ComponentBackground5">
                <a:extLst>
                  <a:ext uri="{FF2B5EF4-FFF2-40B4-BE49-F238E27FC236}">
                    <a16:creationId id="{BDD37157-1504-54DD-8246-21DCD1375E10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9347205" y="1469537"/>
                <a:ext cx="2171695" cy="5388464"/>
              </a:xfrm>
              <a:prstGeom prst="round1Rect">
                <a:avLst/>
              </a:prstGeom>
              <a:gradFill flip="none" rotWithShape="1">
                <a:gsLst>
                  <a:gs pos="51000">
                    <a:schemeClr val="bg1"/>
                  </a:gs>
                  <a:gs pos="100000">
                    <a:schemeClr val="accent1">
                      <a:lumMod val="20000"/>
                      <a:lumOff val="80000"/>
                      <a:alpha val="40000"/>
                    </a:schemeClr>
                  </a:gs>
                </a:gsLst>
                <a:lin ang="5400000" scaled="1"/>
                <a:tileRect/>
              </a:gradFill>
              <a:ln w="127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effectLst>
                <a:outerShdw algn="ctr" blurRad="533400" dir="5400000" dist="50800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l"/>
              </a:p>
            </p:txBody>
          </p:sp>
          <p:grpSp>
            <p:nvGrpSpPr>
              <p:cNvPr descr="2e97b8f1-7c20-474e-923e-69fc9b360303" id="12" name="组合 11">
                <a:extLst>
                  <a:ext uri="{FF2B5EF4-FFF2-40B4-BE49-F238E27FC236}">
                    <a16:creationId id="{AFC1DDDD-D2F1-A697-69A2-909A6981AA4B}"/>
                  </a:ext>
                </a:extLst>
              </p:cNvPr>
              <p:cNvGrpSpPr/>
              <p:nvPr/>
            </p:nvGrpSpPr>
            <p:grpSpPr>
              <a:xfrm>
                <a:off x="9347205" y="1469536"/>
                <a:ext cx="2069002" cy="4829662"/>
                <a:chOff x="1092200" y="2332909"/>
                <a:chExt cx="3492139" cy="7703570"/>
              </a:xfrm>
            </p:grpSpPr>
            <p:sp>
              <p:nvSpPr>
                <p:cNvPr descr="59b5a255-8e88-4719-9e24-838003aa9694" id="14" name="Number5">
                  <a:extLst>
                    <a:ext uri="{FF2B5EF4-FFF2-40B4-BE49-F238E27FC236}">
                      <a16:creationId id="{76FC27BE-359E-6A31-01E7-8AAADE5D00AA}"/>
                    </a:ext>
                  </a:extLst>
                </p:cNvPr>
                <p:cNvSpPr/>
                <p:nvPr/>
              </p:nvSpPr>
              <p:spPr>
                <a:xfrm flipH="false" flipV="false">
                  <a:off x="1092200" y="2332909"/>
                  <a:ext cx="1912423" cy="1213757"/>
                </a:xfrm>
                <a:prstGeom prst="homePlate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solidFill>
                    <a:schemeClr val="bg1"/>
                  </a:solidFill>
                </a:ln>
                <a:effectLst>
                  <a:outerShdw algn="tl" blurRad="127000" dir="2700000" dist="63500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lIns="91440" rIns="180000" rtlCol="0" tIns="45720" wrap="square">
                  <a:normAutofit/>
                </a:bodyPr>
                <a:lstStyle/>
                <a:p>
                  <a:pPr algn="ctr"/>
                  <a:r>
                    <a:rPr b="true" i="false" lang="en-US" sz="2400" u="none">
                      <a:solidFill>
                        <a:srgbClr val="FFFFFF"/>
                      </a:solidFill>
                      <a:latin typeface="Arial"/>
                    </a:rPr>
                    <a:t>05</a:t>
                  </a:r>
                </a:p>
              </p:txBody>
            </p:sp>
            <p:sp>
              <p:nvSpPr>
                <p:cNvPr descr="c5a4a62c-9042-48e2-b3c1-d7afadd6b2c5" id="15" name="Bullet5">
                  <a:extLst>
                    <a:ext uri="{FF2B5EF4-FFF2-40B4-BE49-F238E27FC236}">
                      <a16:creationId id="{1EF30AAC-BF55-23EA-8D26-8B622FBDAA5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1166770" y="3698747"/>
                  <a:ext cx="3417569" cy="121375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b" anchorCtr="false" bIns="45720" lIns="91440" rIns="91440" tIns="45720" wrap="square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true" i="false" lang="en-US" strike="noStrike" sz="1800" u="none">
                      <a:solidFill>
                        <a:srgbClr val="FFFFFF"/>
                      </a:solidFill>
                      <a:ea typeface="微软雅黑"/>
                    </a:rPr>
                    <a:t>结果展示形式</a:t>
                  </a:r>
                </a:p>
              </p:txBody>
            </p:sp>
            <p:sp>
              <p:nvSpPr>
                <p:cNvPr descr="8a88a7c8-edf9-4a79-9418-5ae024cb42be" id="16" name="Text5">
                  <a:extLst>
                    <a:ext uri="{FF2B5EF4-FFF2-40B4-BE49-F238E27FC236}">
                      <a16:creationId id="{CE4086F4-789B-3BE7-2524-C987977E066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1166770" y="4949521"/>
                  <a:ext cx="3417569" cy="508695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t" anchorCtr="false" bIns="45720" lIns="91440" rIns="9144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FFFFFF"/>
                      </a:solidFill>
                      <a:ea typeface="微软雅黑"/>
                    </a:rPr>
                    <a:t>前端展示分析结果和图表。</a:t>
                  </a:r>
                </a:p>
              </p:txBody>
            </p:sp>
            <p:cxnSp>
              <p:nvCxnSpPr>
                <p:cNvPr descr="2e4f4255-2215-45f2-90f5-861e37bec6b1" id="17" name="直接连接符 16">
                  <a:extLst>
                    <a:ext uri="{FF2B5EF4-FFF2-40B4-BE49-F238E27FC236}">
                      <a16:creationId id="{E012EFD3-C868-2B9A-7F3C-D61AA7C1D5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false" flipV="false">
                  <a:off x="1092200" y="2332909"/>
                  <a:ext cx="0" cy="3157382"/>
                </a:xfrm>
                <a:prstGeom prst="line">
                  <a:avLst/>
                </a:prstGeom>
                <a:ln>
                  <a:solidFill>
                    <a:schemeClr val="tx2">
                      <a:alpha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descr="0195ca96-4af9-446b-b32e-b1cf60d4764b" id="13" name="Title">
              <a:extLst>
                <a:ext uri="{FF2B5EF4-FFF2-40B4-BE49-F238E27FC236}">
                  <a16:creationId id="{29158CA4-C3DA-5DFF-7782-9C48A96BC290}"/>
                </a:ext>
              </a:extLst>
            </p:cNvPr>
            <p:cNvSpPr>
              <a:spLocks noChangeAspect="1"/>
            </p:cNvSpPr>
            <p:nvPr/>
          </p:nvSpPr>
          <p:spPr>
            <a:xfrm flipH="false" flipV="false">
              <a:off x="660400" y="1130299"/>
              <a:ext cx="3784957" cy="127249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bIns="45720" lIns="91440" rIns="91440" rtlCol="0" tIns="45720" wrap="square">
              <a:normAutofit/>
            </a:bodyPr>
            <a:lstStyle/>
            <a:p>
              <a:pPr algn="l"/>
              <a:r>
                <a:rPr b="true" i="false" lang="en-US" sz="2400" u="none">
                  <a:solidFill>
                    <a:srgbClr val="FFFFFF"/>
                  </a:solidFill>
                  <a:ea typeface="微软雅黑"/>
                </a:rPr>
                <a:t>明确数据在系统中的流转</a:t>
              </a:r>
            </a:p>
          </p:txBody>
        </p:sp>
        <p:sp>
          <p:nvSpPr>
            <p:cNvPr descr="dc7aeeb8-f958-43b3-a162-0d58b2cb0d10" id="39" name="任意多边形: 形状 38">
              <a:extLst>
                <a:ext uri="{FF2B5EF4-FFF2-40B4-BE49-F238E27FC236}">
                  <a16:creationId id="{0AA136CA-70E3-28A8-65DF-0AACDD7B5EA6}"/>
                </a:ext>
              </a:extLst>
            </p:cNvPr>
            <p:cNvSpPr/>
            <p:nvPr/>
          </p:nvSpPr>
          <p:spPr>
            <a:xfrm flipH="false" flipV="false">
              <a:off x="0" y="6235700"/>
              <a:ext cx="12192000" cy="622302"/>
            </a:xfrm>
            <a:custGeom>
              <a:avLst/>
              <a:gdLst>
                <a:gd fmla="*/ 6096000 w 12192000" name="connsiteX0"/>
                <a:gd fmla="*/ 0 h 989013" name="connsiteY0"/>
                <a:gd fmla="*/ 11209989 w 12192000" name="connsiteX1"/>
                <a:gd fmla="*/ 146931 h 989013" name="connsiteY1"/>
                <a:gd fmla="*/ 12192000 w 12192000" name="connsiteX2"/>
                <a:gd fmla="*/ 214253 h 989013" name="connsiteY2"/>
                <a:gd fmla="*/ 12192000 w 12192000" name="connsiteX3"/>
                <a:gd fmla="*/ 989013 h 989013" name="connsiteY3"/>
                <a:gd fmla="*/ 0 w 12192000" name="connsiteX4"/>
                <a:gd fmla="*/ 989013 h 989013" name="connsiteY4"/>
                <a:gd fmla="*/ 0 w 12192000" name="connsiteX5"/>
                <a:gd fmla="*/ 214253 h 989013" name="connsiteY5"/>
                <a:gd fmla="*/ 982012 w 12192000" name="connsiteX6"/>
                <a:gd fmla="*/ 146931 h 989013" name="connsiteY6"/>
                <a:gd fmla="*/ 6096000 w 12192000" name="connsiteX7"/>
                <a:gd fmla="*/ 0 h 989013" name="connsiteY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b="b" l="l" r="r" t="t"/>
              <a:pathLst>
                <a:path h="989013" w="12192000">
                  <a:moveTo>
                    <a:pt x="6096000" y="0"/>
                  </a:moveTo>
                  <a:cubicBezTo>
                    <a:pt x="7910010" y="0"/>
                    <a:pt x="9638154" y="52318"/>
                    <a:pt x="11209989" y="146931"/>
                  </a:cubicBezTo>
                  <a:lnTo>
                    <a:pt x="12192000" y="214253"/>
                  </a:lnTo>
                  <a:lnTo>
                    <a:pt x="12192000" y="989013"/>
                  </a:lnTo>
                  <a:lnTo>
                    <a:pt x="0" y="989013"/>
                  </a:lnTo>
                  <a:lnTo>
                    <a:pt x="0" y="214253"/>
                  </a:lnTo>
                  <a:lnTo>
                    <a:pt x="982012" y="146931"/>
                  </a:lnTo>
                  <a:cubicBezTo>
                    <a:pt x="2553847" y="52318"/>
                    <a:pt x="4281991" y="0"/>
                    <a:pt x="6096000" y="0"/>
                  </a:cubicBezTo>
                  <a:close/>
                </a:path>
              </a:pathLst>
            </a:custGeom>
            <a:gradFill flip="none" rotWithShape="1">
              <a:gsLst>
                <a:gs pos="31000">
                  <a:schemeClr val="accent1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0" scaled="0"/>
              <a:tileRect/>
            </a:gradFill>
            <a:ln w="12700">
              <a:noFill/>
            </a:ln>
            <a:effectLst>
              <a:outerShdw algn="tl" blurRad="127000" dir="2700000" dist="63500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>
              <a:normAutofit/>
            </a:bodyPr>
            <a:lstStyle/>
            <a:p>
              <a:pPr algn="ctr"/>
            </a:p>
          </p:txBody>
        </p:sp>
      </p:grpSp>
      <p:sp>
        <p:nvSpPr>
          <p:cNvPr descr="697f60e6-d590-4202-9a4a-bde26f963db9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FFFFFF"/>
                </a:solidFill>
                <a:ea typeface="微软雅黑"/>
              </a:rPr>
              <a:t>数据流程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9287d1e1-dca8-4e1f-bfc3-d2107bbdbd68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3600" u="none">
                <a:solidFill>
                  <a:srgbClr val="FFFFFF"/>
                </a:solidFill>
                <a:ea typeface="微软雅黑"/>
              </a:rPr>
              <a:t>多项目对比功能</a:t>
            </a:r>
          </a:p>
        </p:txBody>
      </p:sp>
      <p:sp>
        <p:nvSpPr>
          <p:cNvPr descr="8fa4c7ce-a26a-4c3a-abd4-ab3a82024325" id="3" name=""/>
          <p:cNvSpPr>
            <a:spLocks noGrp="1"/>
          </p:cNvSpPr>
          <p:nvPr>
            <p:ph hasCustomPrompt="1" idx="1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1600" u="none">
                <a:solidFill>
                  <a:srgbClr val="FFFFFF"/>
                </a:solidFill>
                <a:ea typeface="微软雅黑"/>
              </a:rPr>
              <a:t>实现多个项目对比分析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c11c5cf2-ebfe-40aa-8760-2d11294f799a" id="8" name="47592e89-b1f7-4d52-b6b1-3a66f710108b.source.4.zh-Hans.pptx">
            <a:extLst>
              <a:ext uri="{FF2B5EF4-FFF2-40B4-BE49-F238E27FC236}">
                <a16:creationId id="{21B1FC72-2FB4-5D7D-4D05-D6B9FEC9F51A}"/>
              </a:ext>
            </a:extLst>
          </p:cNvPr>
          <p:cNvGrpSpPr/>
          <p:nvPr/>
        </p:nvGrpSpPr>
        <p:grpSpPr>
          <a:xfrm>
            <a:off x="660399" y="1243979"/>
            <a:ext cx="10858500" cy="4370041"/>
            <a:chOff x="660399" y="1243979"/>
            <a:chExt cx="10858500" cy="4370041"/>
          </a:xfrm>
        </p:grpSpPr>
        <p:sp>
          <p:nvSpPr>
            <p:cNvPr descr="815b8d80-41b6-491d-8043-8b896f55c7a2" id="43" name="矩形: 圆顶角 1">
              <a:extLst>
                <a:ext uri="{FF2B5EF4-FFF2-40B4-BE49-F238E27FC236}">
                  <a16:creationId id="{EFBA2148-4D67-961C-0632-0683A3C11290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740505" y="2200108"/>
              <a:ext cx="2535241" cy="3413912"/>
            </a:xfrm>
            <a:prstGeom prst="flowChartOffpageConnector">
              <a:avLst/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  <a:effectLst>
              <a:outerShdw algn="ctr" blurRad="533400" dir="5400000" dist="50800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 wrap="square">
              <a:noAutofit/>
            </a:bodyPr>
            <a:lstStyle/>
            <a:p>
              <a:pPr algn="l"/>
            </a:p>
          </p:txBody>
        </p:sp>
        <p:grpSp>
          <p:nvGrpSpPr>
            <p:cNvPr descr="8abd1a02-e900-4799-891d-431f8384faaa" id="2" name="组合 1">
              <a:extLst>
                <a:ext uri="{FF2B5EF4-FFF2-40B4-BE49-F238E27FC236}">
                  <a16:creationId id="{6F5F34F0-3F9F-8EFC-9F3F-5EEFC74F570C}"/>
                </a:ext>
              </a:extLst>
            </p:cNvPr>
            <p:cNvGrpSpPr/>
            <p:nvPr/>
          </p:nvGrpSpPr>
          <p:grpSpPr>
            <a:xfrm>
              <a:off x="660399" y="2368961"/>
              <a:ext cx="2493145" cy="2982789"/>
              <a:chOff x="660399" y="2368961"/>
              <a:chExt cx="2493145" cy="2982789"/>
            </a:xfrm>
          </p:grpSpPr>
          <p:sp>
            <p:nvSpPr>
              <p:cNvPr descr="a52e7343-15e5-456e-ae80-55b56dc7d010" id="44" name="Bullet1">
                <a:extLst>
                  <a:ext uri="{FF2B5EF4-FFF2-40B4-BE49-F238E27FC236}">
                    <a16:creationId id="{B87CB309-59F1-E2E3-C15E-8A9C082E917D}"/>
                  </a:ext>
                </a:extLst>
              </p:cNvPr>
              <p:cNvSpPr txBox="1"/>
              <p:nvPr/>
            </p:nvSpPr>
            <p:spPr>
              <a:xfrm flipH="false" flipV="false">
                <a:off x="862718" y="3257711"/>
                <a:ext cx="2290822" cy="8088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b" anchorCtr="false" bIns="45720" lIns="91440" rIns="91440" tIns="45720" wrap="square">
                <a:normAutofit/>
              </a:bodyPr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trike="noStrike" sz="1800" u="none">
                    <a:solidFill>
                      <a:srgbClr val="FFFFFF"/>
                    </a:solidFill>
                    <a:ea typeface="微软雅黑"/>
                  </a:rPr>
                  <a:t>趋势对比指标</a:t>
                </a:r>
              </a:p>
            </p:txBody>
          </p:sp>
          <p:sp>
            <p:nvSpPr>
              <p:cNvPr descr="52b18774-d85f-4229-a6c7-f02de3b29d04" id="45" name="Text1">
                <a:extLst>
                  <a:ext uri="{FF2B5EF4-FFF2-40B4-BE49-F238E27FC236}">
                    <a16:creationId id="{D9DA336D-3549-277E-2A47-3067D46EBC21}"/>
                  </a:ext>
                </a:extLst>
              </p:cNvPr>
              <p:cNvSpPr txBox="1"/>
              <p:nvPr/>
            </p:nvSpPr>
            <p:spPr>
              <a:xfrm flipH="false" flipV="false">
                <a:off x="862721" y="4153743"/>
                <a:ext cx="2290823" cy="11980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FFFFFF"/>
                    </a:solidFill>
                    <a:ea typeface="微软雅黑"/>
                  </a:rPr>
                  <a:t>比较各项目OpenRank、Attention、Stars等指标趋势。</a:t>
                </a:r>
              </a:p>
            </p:txBody>
          </p:sp>
          <p:sp>
            <p:nvSpPr>
              <p:cNvPr descr="347db737-b737-476e-b231-55291c708da7" id="46" name="Number1">
                <a:extLst>
                  <a:ext uri="{FF2B5EF4-FFF2-40B4-BE49-F238E27FC236}">
                    <a16:creationId id="{68AF5485-7008-4A2E-DE8F-C3289A2E7125}"/>
                  </a:ext>
                </a:extLst>
              </p:cNvPr>
              <p:cNvSpPr/>
              <p:nvPr/>
            </p:nvSpPr>
            <p:spPr>
              <a:xfrm flipH="false" flipV="false">
                <a:off x="660399" y="2368961"/>
                <a:ext cx="2290827" cy="572508"/>
              </a:xfrm>
              <a:prstGeom prst="homePlat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12700">
                <a:noFill/>
              </a:ln>
              <a:effectLst>
                <a:outerShdw algn="tl" blurRad="127000" dir="2700000" dist="63500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none">
                <a:normAutofit/>
              </a:bodyPr>
              <a:lstStyle/>
              <a:p>
                <a:pPr algn="ctr"/>
                <a:r>
                  <a:rPr b="true" i="false" lang="en-US" sz="2400" u="none">
                    <a:solidFill>
                      <a:srgbClr val="FFFFFF"/>
                    </a:solidFill>
                    <a:latin typeface="Arial"/>
                  </a:rPr>
                  <a:t>01</a:t>
                </a:r>
              </a:p>
            </p:txBody>
          </p:sp>
        </p:grpSp>
        <p:sp>
          <p:nvSpPr>
            <p:cNvPr descr="2c4cbbb5-5e87-4728-a6e9-f4aac2fcbad0" id="50" name="矩形: 圆顶角 1">
              <a:extLst>
                <a:ext uri="{FF2B5EF4-FFF2-40B4-BE49-F238E27FC236}">
                  <a16:creationId id="{96E7AB9E-E752-A697-DDFA-87CBC915D13C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3489101" y="2200108"/>
              <a:ext cx="2535240" cy="3413912"/>
            </a:xfrm>
            <a:prstGeom prst="flowChartOffpageConnector">
              <a:avLst/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  <a:effectLst>
              <a:outerShdw algn="ctr" blurRad="533400" dir="5400000" dist="50800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 wrap="square">
              <a:noAutofit/>
            </a:bodyPr>
            <a:lstStyle/>
            <a:p>
              <a:pPr algn="l"/>
            </a:p>
          </p:txBody>
        </p:sp>
        <p:grpSp>
          <p:nvGrpSpPr>
            <p:cNvPr descr="3da388fb-0497-499f-9c7e-2688bbfbed9e" id="5" name="组合 4">
              <a:extLst>
                <a:ext uri="{FF2B5EF4-FFF2-40B4-BE49-F238E27FC236}">
                  <a16:creationId id="{64382F8D-204D-42F9-A5B1-473F72DD0713}"/>
                </a:ext>
              </a:extLst>
            </p:cNvPr>
            <p:cNvGrpSpPr/>
            <p:nvPr/>
          </p:nvGrpSpPr>
          <p:grpSpPr>
            <a:xfrm>
              <a:off x="3389502" y="2368961"/>
              <a:ext cx="2512637" cy="2982789"/>
              <a:chOff x="3389502" y="2368961"/>
              <a:chExt cx="2512637" cy="2982789"/>
            </a:xfrm>
          </p:grpSpPr>
          <p:sp>
            <p:nvSpPr>
              <p:cNvPr descr="786c66de-4ef3-4135-bbab-bdaecd1f36c7" id="51" name="Bullet2">
                <a:extLst>
                  <a:ext uri="{FF2B5EF4-FFF2-40B4-BE49-F238E27FC236}">
                    <a16:creationId id="{5FDB8AED-0F51-4380-D7DB-9620CF19E033}"/>
                  </a:ext>
                </a:extLst>
              </p:cNvPr>
              <p:cNvSpPr txBox="1"/>
              <p:nvPr/>
            </p:nvSpPr>
            <p:spPr>
              <a:xfrm flipH="false" flipV="false">
                <a:off x="3611317" y="3257711"/>
                <a:ext cx="2290822" cy="8088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b" anchorCtr="false" bIns="45720" lIns="91440" rIns="91440" tIns="45720" wrap="square">
                <a:normAutofit/>
              </a:bodyPr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trike="noStrike" sz="1800" u="none">
                    <a:solidFill>
                      <a:srgbClr val="FFFFFF"/>
                    </a:solidFill>
                    <a:ea typeface="微软雅黑"/>
                  </a:rPr>
                  <a:t>健康度对比方法</a:t>
                </a:r>
              </a:p>
            </p:txBody>
          </p:sp>
          <p:sp>
            <p:nvSpPr>
              <p:cNvPr descr="dffd0605-4bc4-483d-99a3-fb314e289e32" id="52" name="Text2">
                <a:extLst>
                  <a:ext uri="{FF2B5EF4-FFF2-40B4-BE49-F238E27FC236}">
                    <a16:creationId id="{93C066F4-67DB-A2F6-6C15-854675A6AA5E}"/>
                  </a:ext>
                </a:extLst>
              </p:cNvPr>
              <p:cNvSpPr txBox="1"/>
              <p:nvPr/>
            </p:nvSpPr>
            <p:spPr>
              <a:xfrm flipH="false" flipV="false">
                <a:off x="3611317" y="4153743"/>
                <a:ext cx="2290822" cy="11980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FFFFFF"/>
                    </a:solidFill>
                    <a:ea typeface="微软雅黑"/>
                  </a:rPr>
                  <a:t>对比各项目健康评分。</a:t>
                </a:r>
              </a:p>
            </p:txBody>
          </p:sp>
          <p:sp>
            <p:nvSpPr>
              <p:cNvPr descr="42f4f001-1ce4-4d9d-b37e-cfe300556011" id="53" name="Number2">
                <a:extLst>
                  <a:ext uri="{FF2B5EF4-FFF2-40B4-BE49-F238E27FC236}">
                    <a16:creationId id="{ACDE8BAA-7EE8-8EC1-9634-88F1243E1B68}"/>
                  </a:ext>
                </a:extLst>
              </p:cNvPr>
              <p:cNvSpPr/>
              <p:nvPr/>
            </p:nvSpPr>
            <p:spPr>
              <a:xfrm flipH="false" flipV="false">
                <a:off x="3389502" y="2368961"/>
                <a:ext cx="2290825" cy="572508"/>
              </a:xfrm>
              <a:prstGeom prst="homePlate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12700">
                <a:noFill/>
              </a:ln>
              <a:effectLst>
                <a:outerShdw algn="tl" blurRad="127000" dir="2700000" dist="63500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none">
                <a:normAutofit/>
              </a:bodyPr>
              <a:lstStyle/>
              <a:p>
                <a:pPr algn="ctr"/>
                <a:r>
                  <a:rPr b="true" i="false" lang="en-US" sz="2400" u="none">
                    <a:solidFill>
                      <a:srgbClr val="FFFFFF"/>
                    </a:solidFill>
                    <a:latin typeface="Arial"/>
                  </a:rPr>
                  <a:t>02</a:t>
                </a:r>
              </a:p>
            </p:txBody>
          </p:sp>
        </p:grpSp>
        <p:sp>
          <p:nvSpPr>
            <p:cNvPr descr="bc453f39-8213-4bfe-949f-50005669b9b5" id="57" name="矩形: 圆顶角 1">
              <a:extLst>
                <a:ext uri="{FF2B5EF4-FFF2-40B4-BE49-F238E27FC236}">
                  <a16:creationId id="{9DEA1F1D-6E03-0C7F-AB24-CCD89A94AAAF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6237699" y="2200108"/>
              <a:ext cx="2535240" cy="3413912"/>
            </a:xfrm>
            <a:prstGeom prst="flowChartOffpageConnector">
              <a:avLst/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  <a:effectLst>
              <a:outerShdw algn="ctr" blurRad="533400" dir="5400000" dist="50800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 wrap="square">
              <a:noAutofit/>
            </a:bodyPr>
            <a:lstStyle/>
            <a:p>
              <a:pPr algn="l"/>
            </a:p>
          </p:txBody>
        </p:sp>
        <p:grpSp>
          <p:nvGrpSpPr>
            <p:cNvPr descr="a60c191b-327d-4eb5-8c5d-d396c157aa9f" id="6" name="组合 5">
              <a:extLst>
                <a:ext uri="{FF2B5EF4-FFF2-40B4-BE49-F238E27FC236}">
                  <a16:creationId id="{92CD2298-1DE7-D9CC-4ACF-690F7B94B16B}"/>
                </a:ext>
              </a:extLst>
            </p:cNvPr>
            <p:cNvGrpSpPr/>
            <p:nvPr/>
          </p:nvGrpSpPr>
          <p:grpSpPr>
            <a:xfrm>
              <a:off x="6138100" y="2368959"/>
              <a:ext cx="2512637" cy="2982789"/>
              <a:chOff x="6138100" y="2368959"/>
              <a:chExt cx="2512637" cy="2982789"/>
            </a:xfrm>
          </p:grpSpPr>
          <p:sp>
            <p:nvSpPr>
              <p:cNvPr descr="e9b765f9-ab31-4afd-890f-c7df15214b01" id="58" name="Bullet3">
                <a:extLst>
                  <a:ext uri="{FF2B5EF4-FFF2-40B4-BE49-F238E27FC236}">
                    <a16:creationId id="{B7986D11-1135-C113-8BEF-ECF8EA6B732E}"/>
                  </a:ext>
                </a:extLst>
              </p:cNvPr>
              <p:cNvSpPr txBox="1"/>
              <p:nvPr/>
            </p:nvSpPr>
            <p:spPr>
              <a:xfrm flipH="false" flipV="false">
                <a:off x="6359915" y="3257709"/>
                <a:ext cx="2290822" cy="8088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b" anchorCtr="false" bIns="45720" lIns="91440" rIns="91440" tIns="45720" wrap="square">
                <a:normAutofit/>
              </a:bodyPr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trike="noStrike" sz="1800" u="none">
                    <a:solidFill>
                      <a:srgbClr val="FFFFFF"/>
                    </a:solidFill>
                    <a:ea typeface="微软雅黑"/>
                  </a:rPr>
                  <a:t>发展对比维度</a:t>
                </a:r>
              </a:p>
            </p:txBody>
          </p:sp>
          <p:sp>
            <p:nvSpPr>
              <p:cNvPr descr="b5ed1d3f-f8a6-4134-89f5-b475044b031d" id="59" name="Text3">
                <a:extLst>
                  <a:ext uri="{FF2B5EF4-FFF2-40B4-BE49-F238E27FC236}">
                    <a16:creationId id="{BCE0F83F-B551-BEB0-2155-8785521CA91C}"/>
                  </a:ext>
                </a:extLst>
              </p:cNvPr>
              <p:cNvSpPr txBox="1"/>
              <p:nvPr/>
            </p:nvSpPr>
            <p:spPr>
              <a:xfrm flipH="false" flipV="false">
                <a:off x="6359915" y="4153741"/>
                <a:ext cx="2290822" cy="11980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FFFFFF"/>
                    </a:solidFill>
                    <a:ea typeface="微软雅黑"/>
                  </a:rPr>
                  <a:t>比较各项目动量、潜力等指标。</a:t>
                </a:r>
              </a:p>
            </p:txBody>
          </p:sp>
          <p:sp>
            <p:nvSpPr>
              <p:cNvPr descr="9ca55cdf-53c4-4542-8e73-a68b63021831" id="60" name="Number3">
                <a:extLst>
                  <a:ext uri="{FF2B5EF4-FFF2-40B4-BE49-F238E27FC236}">
                    <a16:creationId id="{FA5C2A86-682C-2232-B440-E34DCEBC93F0}"/>
                  </a:ext>
                </a:extLst>
              </p:cNvPr>
              <p:cNvSpPr/>
              <p:nvPr/>
            </p:nvSpPr>
            <p:spPr>
              <a:xfrm flipH="false" flipV="false">
                <a:off x="6138100" y="2368959"/>
                <a:ext cx="2290825" cy="572508"/>
              </a:xfrm>
              <a:prstGeom prst="homePlate">
                <a:avLst/>
              </a:prstGeom>
              <a:gradFill flip="none" rotWithShape="1"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75000">
                    <a:schemeClr val="accent3"/>
                  </a:gs>
                </a:gsLst>
                <a:lin ang="2700000" scaled="1"/>
                <a:tileRect/>
              </a:gradFill>
              <a:ln w="12700">
                <a:noFill/>
              </a:ln>
              <a:effectLst>
                <a:outerShdw algn="tl" blurRad="127000" dir="2700000" dist="63500" rotWithShape="0">
                  <a:schemeClr val="accent3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none">
                <a:normAutofit/>
              </a:bodyPr>
              <a:lstStyle/>
              <a:p>
                <a:pPr algn="ctr"/>
                <a:r>
                  <a:rPr b="true" i="false" lang="en-US" sz="2400" u="none">
                    <a:solidFill>
                      <a:srgbClr val="FFFFFF"/>
                    </a:solidFill>
                    <a:latin typeface="Arial"/>
                  </a:rPr>
                  <a:t>03</a:t>
                </a:r>
              </a:p>
            </p:txBody>
          </p:sp>
        </p:grpSp>
        <p:sp>
          <p:nvSpPr>
            <p:cNvPr descr="4f04ee19-4b8d-44d8-b372-7fe916711ae7" id="36" name="矩形: 圆顶角 39">
              <a:extLst>
                <a:ext uri="{FF2B5EF4-FFF2-40B4-BE49-F238E27FC236}">
                  <a16:creationId id="{C4C5BE6E-5310-6E0A-8CFB-6E8ADAF7EB36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8983659" y="2200111"/>
              <a:ext cx="2535240" cy="3413909"/>
            </a:xfrm>
            <a:prstGeom prst="flowChartOffpageConnector">
              <a:avLst/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  <a:effectLst>
              <a:outerShdw algn="ctr" blurRad="533400" dir="5400000" dist="50800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 wrap="square">
              <a:noAutofit/>
            </a:bodyPr>
            <a:lstStyle>
              <a:defPPr>
                <a:defRPr lang="en-US"/>
              </a:defPPr>
              <a:lvl1pPr algn="l" defTabSz="914400" eaLnBrk="1" hangingPunct="1" latinLnBrk="0" marL="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algn="l" defTabSz="914400" eaLnBrk="1" hangingPunct="1" latinLnBrk="0" marL="4572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algn="l" defTabSz="914400" eaLnBrk="1" hangingPunct="1" latinLnBrk="0" marL="9144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algn="l" defTabSz="914400" eaLnBrk="1" hangingPunct="1" latinLnBrk="0" marL="13716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algn="l" defTabSz="914400" eaLnBrk="1" hangingPunct="1" latinLnBrk="0" marL="18288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algn="l" defTabSz="914400" eaLnBrk="1" hangingPunct="1" latinLnBrk="0" marL="22860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algn="l" defTabSz="914400" eaLnBrk="1" hangingPunct="1" latinLnBrk="0" marL="27432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algn="l" defTabSz="914400" eaLnBrk="1" hangingPunct="1" latinLnBrk="0" marL="32004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algn="l" defTabSz="914400" eaLnBrk="1" hangingPunct="1" latinLnBrk="0" marL="36576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</a:p>
          </p:txBody>
        </p:sp>
        <p:grpSp>
          <p:nvGrpSpPr>
            <p:cNvPr descr="83b28689-0eda-4b25-a973-cbbce2610250" id="7" name="组合 6">
              <a:extLst>
                <a:ext uri="{FF2B5EF4-FFF2-40B4-BE49-F238E27FC236}">
                  <a16:creationId id="{64BBDD88-9827-374B-16CF-0337CDFAE5A1}"/>
                </a:ext>
              </a:extLst>
            </p:cNvPr>
            <p:cNvGrpSpPr/>
            <p:nvPr/>
          </p:nvGrpSpPr>
          <p:grpSpPr>
            <a:xfrm>
              <a:off x="8886695" y="2368960"/>
              <a:ext cx="2510001" cy="2982792"/>
              <a:chOff x="8886695" y="2368960"/>
              <a:chExt cx="2510001" cy="2982792"/>
            </a:xfrm>
          </p:grpSpPr>
          <p:sp>
            <p:nvSpPr>
              <p:cNvPr descr="d3cecadd-16de-4828-a21f-0e4d863eeaa0" id="37" name="Bullet4">
                <a:extLst>
                  <a:ext uri="{FF2B5EF4-FFF2-40B4-BE49-F238E27FC236}">
                    <a16:creationId id="{D52F222D-A156-1540-17A7-7ECEB25FAA09}"/>
                  </a:ext>
                </a:extLst>
              </p:cNvPr>
              <p:cNvSpPr txBox="1"/>
              <p:nvPr/>
            </p:nvSpPr>
            <p:spPr>
              <a:xfrm flipH="false" flipV="false">
                <a:off x="9105874" y="3257713"/>
                <a:ext cx="2290822" cy="8088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b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b="true" i="false" lang="en-US" strike="noStrike" sz="1800" u="none">
                    <a:solidFill>
                      <a:srgbClr val="FFFFFF"/>
                    </a:solidFill>
                    <a:ea typeface="微软雅黑"/>
                  </a:rPr>
                  <a:t>稳定性对比指标</a:t>
                </a:r>
              </a:p>
            </p:txBody>
          </p:sp>
          <p:sp>
            <p:nvSpPr>
              <p:cNvPr descr="e167457c-e74d-42d0-8b42-66abe4a7f263" id="38" name="Text4">
                <a:extLst>
                  <a:ext uri="{FF2B5EF4-FFF2-40B4-BE49-F238E27FC236}">
                    <a16:creationId id="{EAED0EFD-E7F7-CF49-0B12-9392EF324B43}"/>
                  </a:ext>
                </a:extLst>
              </p:cNvPr>
              <p:cNvSpPr txBox="1"/>
              <p:nvPr/>
            </p:nvSpPr>
            <p:spPr>
              <a:xfrm flipH="false" flipV="false">
                <a:off x="9105874" y="4153746"/>
                <a:ext cx="2290822" cy="11980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b="false" i="false" lang="en-US" strike="noStrike" sz="1200" u="none">
                    <a:solidFill>
                      <a:srgbClr val="FFFFFF"/>
                    </a:solidFill>
                    <a:ea typeface="微软雅黑"/>
                  </a:rPr>
                  <a:t>对比各项目阻力、稳定性等指标。</a:t>
                </a:r>
              </a:p>
            </p:txBody>
          </p:sp>
          <p:sp>
            <p:nvSpPr>
              <p:cNvPr descr="fe8df6e2-1927-4691-b260-c932fb059271" id="39" name="Number4">
                <a:extLst>
                  <a:ext uri="{FF2B5EF4-FFF2-40B4-BE49-F238E27FC236}">
                    <a16:creationId id="{C0D8F52B-FD82-2633-6AC5-C7D429E330F0}"/>
                  </a:ext>
                </a:extLst>
              </p:cNvPr>
              <p:cNvSpPr/>
              <p:nvPr/>
            </p:nvSpPr>
            <p:spPr>
              <a:xfrm flipH="false" flipV="false">
                <a:off x="8886695" y="2368960"/>
                <a:ext cx="2285556" cy="572507"/>
              </a:xfrm>
              <a:prstGeom prst="homePlate">
                <a:avLst/>
              </a:prstGeom>
              <a:gradFill flip="none" rotWithShape="1">
                <a:gsLst>
                  <a:gs pos="0">
                    <a:schemeClr val="accent4">
                      <a:lumMod val="60000"/>
                      <a:lumOff val="40000"/>
                    </a:schemeClr>
                  </a:gs>
                  <a:gs pos="75000">
                    <a:schemeClr val="accent4"/>
                  </a:gs>
                </a:gsLst>
                <a:lin ang="2700000" scaled="1"/>
                <a:tileRect/>
              </a:gradFill>
              <a:ln w="12700">
                <a:noFill/>
              </a:ln>
              <a:effectLst>
                <a:outerShdw algn="tl" blurRad="127000" dir="2700000" dist="63500" rotWithShape="0">
                  <a:schemeClr val="accent4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none">
                <a:norm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b="true" i="false" lang="en-US" sz="2400" u="none">
                    <a:solidFill>
                      <a:srgbClr val="FFFFFF"/>
                    </a:solidFill>
                    <a:latin typeface="Arial"/>
                  </a:rPr>
                  <a:t>04</a:t>
                </a:r>
              </a:p>
            </p:txBody>
          </p:sp>
        </p:grpSp>
        <p:sp>
          <p:nvSpPr>
            <p:cNvPr descr="0395ef7e-e033-46c9-a37b-edccb9a7b80d" id="83" name="Title">
              <a:extLst>
                <a:ext uri="{FF2B5EF4-FFF2-40B4-BE49-F238E27FC236}">
                  <a16:creationId id="{FDF9AC53-A5EC-9258-53E4-E15C3608CC76}"/>
                </a:ext>
              </a:extLst>
            </p:cNvPr>
            <p:cNvSpPr>
              <a:spLocks noChangeAspect="1"/>
            </p:cNvSpPr>
            <p:nvPr/>
          </p:nvSpPr>
          <p:spPr>
            <a:xfrm flipH="false" flipV="false">
              <a:off x="660399" y="1243979"/>
              <a:ext cx="10858500" cy="6938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bIns="45720" lIns="91440" rIns="91440" rtlCol="0" tIns="45720" wrap="square">
              <a:normAutofit/>
            </a:bodyPr>
            <a:lstStyle/>
            <a:p>
              <a:pPr algn="ctr"/>
              <a:r>
                <a:rPr b="true" i="false" lang="en-US" sz="2400" u="none">
                  <a:solidFill>
                    <a:srgbClr val="FFFFFF"/>
                  </a:solidFill>
                  <a:ea typeface="微软雅黑"/>
                </a:rPr>
                <a:t>明确对比内容与方式</a:t>
              </a:r>
            </a:p>
          </p:txBody>
        </p:sp>
      </p:grpSp>
      <p:sp>
        <p:nvSpPr>
          <p:cNvPr descr="697f60e6-d590-4202-9a4a-bde26f963db9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FFFFFF"/>
                </a:solidFill>
                <a:ea typeface="微软雅黑"/>
              </a:rPr>
              <a:t>对比分析逻辑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0803fcc1-81b1-4687-8d89-1ef30024f46b" id="56" name="359b100d-0e95-450a-952d-1764068cc8f7.source.4.zh-Hans.pptx">
            <a:extLst>
              <a:ext uri="{FF2B5EF4-FFF2-40B4-BE49-F238E27FC236}">
                <a16:creationId id="{A6DAB0E6-7335-81E2-EBAC-B88305432F80}"/>
              </a:ext>
            </a:extLst>
          </p:cNvPr>
          <p:cNvGrpSpPr/>
          <p:nvPr/>
        </p:nvGrpSpPr>
        <p:grpSpPr>
          <a:xfrm>
            <a:off x="0" y="1130303"/>
            <a:ext cx="11518900" cy="5003796"/>
            <a:chOff x="0" y="1130303"/>
            <a:chExt cx="11518900" cy="5003796"/>
          </a:xfrm>
        </p:grpSpPr>
        <p:sp>
          <p:nvSpPr>
            <p:cNvPr descr="5afdef27-b37f-41cf-a263-88b5b9db1974" id="3" name="íṡľiḓé">
              <a:extLst>
                <a:ext uri="{FF2B5EF4-FFF2-40B4-BE49-F238E27FC236}">
                  <a16:creationId id="{01A4577D-8AC8-2ADC-8DF5-CB372FFF0042}"/>
                </a:ext>
              </a:extLst>
            </p:cNvPr>
            <p:cNvSpPr/>
            <p:nvPr/>
          </p:nvSpPr>
          <p:spPr bwMode="auto">
            <a:xfrm flipH="false" flipV="false">
              <a:off x="0" y="3016115"/>
              <a:ext cx="11518900" cy="779926"/>
            </a:xfrm>
            <a:custGeom>
              <a:avLst/>
              <a:gdLst>
                <a:gd fmla="*/ 7279 w 7680" name="T0"/>
                <a:gd fmla="*/ 0 h 520" name="T1"/>
                <a:gd fmla="*/ 0 w 7680" name="T2"/>
                <a:gd fmla="*/ 0 h 520" name="T3"/>
                <a:gd fmla="*/ 0 w 7680" name="T4"/>
                <a:gd fmla="*/ 520 h 520" name="T5"/>
                <a:gd fmla="*/ 7279 w 7680" name="T6"/>
                <a:gd fmla="*/ 520 h 520" name="T7"/>
                <a:gd fmla="*/ 7680 w 7680" name="T8"/>
                <a:gd fmla="*/ 259 h 520" name="T9"/>
                <a:gd fmla="*/ 7279 w 7680" name="T10"/>
                <a:gd fmla="*/ 0 h 520" name="T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b="b" l="0" r="r" t="0"/>
              <a:pathLst>
                <a:path h="520" w="7680">
                  <a:moveTo>
                    <a:pt x="7279" y="0"/>
                  </a:moveTo>
                  <a:lnTo>
                    <a:pt x="0" y="0"/>
                  </a:lnTo>
                  <a:lnTo>
                    <a:pt x="0" y="520"/>
                  </a:lnTo>
                  <a:lnTo>
                    <a:pt x="7279" y="520"/>
                  </a:lnTo>
                  <a:lnTo>
                    <a:pt x="7680" y="259"/>
                  </a:lnTo>
                  <a:lnTo>
                    <a:pt x="7279" y="0"/>
                  </a:lnTo>
                  <a:close/>
                </a:path>
              </a:pathLst>
            </a:custGeom>
            <a:solidFill>
              <a:schemeClr val="tx2">
                <a:alpha val="15000"/>
              </a:schemeClr>
            </a:solidFill>
            <a:ln>
              <a:noFill/>
            </a:ln>
          </p:spPr>
          <p:txBody>
            <a:bodyPr anchor="t" anchorCtr="false" bIns="45720" compatLnSpc="1" lIns="91440" numCol="1" rIns="91440" tIns="45720" vert="horz" wrap="square">
              <a:prstTxWarp prst="textNoShape">
                <a:avLst/>
              </a:prstTxWarp>
            </a:bodyPr>
            <a:lstStyle/>
            <a:p>
              <a:pPr algn="l"/>
            </a:p>
          </p:txBody>
        </p:sp>
        <p:sp>
          <p:nvSpPr>
            <p:cNvPr descr="7fc471c1-99b2-4b8d-81b9-9c22c5162257" id="4" name="Title">
              <a:extLst>
                <a:ext uri="{FF2B5EF4-FFF2-40B4-BE49-F238E27FC236}">
                  <a16:creationId id="{F9F602B2-EB2F-B398-FE80-94D526C65528}"/>
                </a:ext>
              </a:extLst>
            </p:cNvPr>
            <p:cNvSpPr txBox="1"/>
            <p:nvPr/>
          </p:nvSpPr>
          <p:spPr>
            <a:xfrm flipH="false" flipV="false">
              <a:off x="660400" y="1130303"/>
              <a:ext cx="10858500" cy="778100"/>
            </a:xfrm>
            <a:prstGeom prst="rect">
              <a:avLst/>
            </a:prstGeom>
            <a:noFill/>
            <a:ln>
              <a:noFill/>
            </a:ln>
          </p:spPr>
          <p:txBody>
            <a:bodyPr anchor="t" anchorCtr="true" bIns="45720" lIns="91440" rIns="91440" tIns="45720" wrap="square">
              <a:norm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b="true" i="false" lang="en-US" strike="noStrike" sz="2400" u="none">
                  <a:solidFill>
                    <a:srgbClr val="FFFFFF"/>
                  </a:solidFill>
                  <a:ea typeface="微软雅黑"/>
                </a:rPr>
                <a:t>直观展示对比结果</a:t>
              </a:r>
            </a:p>
          </p:txBody>
        </p:sp>
        <p:grpSp>
          <p:nvGrpSpPr>
            <p:cNvPr descr="0ac1603e-6d2c-4767-8fe5-29fc90194199" id="52" name="组合 51">
              <a:extLst>
                <a:ext uri="{FF2B5EF4-FFF2-40B4-BE49-F238E27FC236}">
                  <a16:creationId id="{C4424919-B3B6-0FFD-B06F-1B8A17141929}"/>
                </a:ext>
              </a:extLst>
            </p:cNvPr>
            <p:cNvGrpSpPr/>
            <p:nvPr/>
          </p:nvGrpSpPr>
          <p:grpSpPr>
            <a:xfrm>
              <a:off x="917717" y="2922459"/>
              <a:ext cx="2343060" cy="3211640"/>
              <a:chOff x="628741" y="2922459"/>
              <a:chExt cx="2343060" cy="3211640"/>
            </a:xfrm>
          </p:grpSpPr>
          <p:sp>
            <p:nvSpPr>
              <p:cNvPr descr="45a93cc5-cf8e-4f0d-a38e-306987d3ed19" id="48" name="shape1">
                <a:extLst>
                  <a:ext uri="{FF2B5EF4-FFF2-40B4-BE49-F238E27FC236}">
                    <a16:creationId id="{E6DA249D-4988-1B2C-2730-99975D533FD7}"/>
                  </a:ext>
                </a:extLst>
              </p:cNvPr>
              <p:cNvSpPr/>
              <p:nvPr/>
            </p:nvSpPr>
            <p:spPr bwMode="auto">
              <a:xfrm flipH="false" flipV="false">
                <a:off x="1221700" y="2922459"/>
                <a:ext cx="1157141" cy="925975"/>
              </a:xfrm>
              <a:custGeom>
                <a:avLst/>
                <a:gdLst>
                  <a:gd fmla="*/ 637 w 881" name="T0"/>
                  <a:gd fmla="*/ 0 h 705" name="T1"/>
                  <a:gd fmla="*/ 0 w 881" name="T2"/>
                  <a:gd fmla="*/ 0 h 705" name="T3"/>
                  <a:gd fmla="*/ 245 w 881" name="T4"/>
                  <a:gd fmla="*/ 352 h 705" name="T5"/>
                  <a:gd fmla="*/ 0 w 881" name="T6"/>
                  <a:gd fmla="*/ 705 h 705" name="T7"/>
                  <a:gd fmla="*/ 637 w 881" name="T8"/>
                  <a:gd fmla="*/ 705 h 705" name="T9"/>
                  <a:gd fmla="*/ 881 w 881" name="T10"/>
                  <a:gd fmla="*/ 352 h 705" name="T11"/>
                  <a:gd fmla="*/ 637 w 881" name="T12"/>
                  <a:gd fmla="*/ 0 h 705" name="T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b="b" l="0" r="r" t="0"/>
                <a:pathLst>
                  <a:path h="705" w="881">
                    <a:moveTo>
                      <a:pt x="637" y="0"/>
                    </a:moveTo>
                    <a:lnTo>
                      <a:pt x="0" y="0"/>
                    </a:lnTo>
                    <a:lnTo>
                      <a:pt x="245" y="352"/>
                    </a:lnTo>
                    <a:lnTo>
                      <a:pt x="0" y="705"/>
                    </a:lnTo>
                    <a:lnTo>
                      <a:pt x="637" y="705"/>
                    </a:lnTo>
                    <a:lnTo>
                      <a:pt x="881" y="352"/>
                    </a:lnTo>
                    <a:lnTo>
                      <a:pt x="63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="t" anchorCtr="false" bIns="45720" compatLnSpc="1" lIns="91440" numCol="1" rIns="91440" tIns="45720" vert="horz" wrap="square">
                <a:prstTxWarp prst="textNoShape">
                  <a:avLst/>
                </a:prstTxWarp>
              </a:bodyPr>
              <a:lstStyle/>
              <a:p>
                <a:pPr algn="l"/>
              </a:p>
            </p:txBody>
          </p:sp>
          <p:sp>
            <p:nvSpPr>
              <p:cNvPr descr="d83ee2f5-913c-40a9-b519-b1f3876ef4d3" id="49" name="Bullet1">
                <a:extLst>
                  <a:ext uri="{FF2B5EF4-FFF2-40B4-BE49-F238E27FC236}">
                    <a16:creationId id="{CB1EA3AD-6181-9CB8-4A0D-B3D7500FE453}"/>
                  </a:ext>
                </a:extLst>
              </p:cNvPr>
              <p:cNvSpPr/>
              <p:nvPr/>
            </p:nvSpPr>
            <p:spPr>
              <a:xfrm flipH="false" flipV="false">
                <a:off x="628741" y="4061460"/>
                <a:ext cx="2343060" cy="63315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 anchorCtr="tru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趋势对比图展示</a:t>
                </a:r>
              </a:p>
            </p:txBody>
          </p:sp>
          <p:sp>
            <p:nvSpPr>
              <p:cNvPr descr="78585746-e46c-48af-bdb2-016805efab5f" id="50" name="Text1">
                <a:extLst>
                  <a:ext uri="{FF2B5EF4-FFF2-40B4-BE49-F238E27FC236}">
                    <a16:creationId id="{BF8BF1B0-A962-5BF5-5949-58C76D3D38D8}"/>
                  </a:ext>
                </a:extLst>
              </p:cNvPr>
              <p:cNvSpPr/>
              <p:nvPr/>
            </p:nvSpPr>
            <p:spPr>
              <a:xfrm flipH="false" flipV="false">
                <a:off x="628741" y="4757496"/>
                <a:ext cx="2343060" cy="137660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tru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显示各项目指标趋势对比情况。</a:t>
                </a:r>
              </a:p>
            </p:txBody>
          </p:sp>
          <p:sp>
            <p:nvSpPr>
              <p:cNvPr descr="c1ea8bf3-9e47-492b-bb8e-36109319c3cd" id="51" name="Number1">
                <a:extLst>
                  <a:ext uri="{FF2B5EF4-FFF2-40B4-BE49-F238E27FC236}">
                    <a16:creationId id="{F4C57059-1A75-8098-CF7D-FC3022136912}"/>
                  </a:ext>
                </a:extLst>
              </p:cNvPr>
              <p:cNvSpPr/>
              <p:nvPr/>
            </p:nvSpPr>
            <p:spPr>
              <a:xfrm flipH="false" flipV="false">
                <a:off x="1536416" y="3154614"/>
                <a:ext cx="527709" cy="4616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true" bIns="45720" lIns="91440" rIns="91440" rtlCol="0" tIns="45720" wrap="non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b="true" i="false" lang="en-US" sz="2400" u="none">
                    <a:solidFill>
                      <a:srgbClr val="FFFFFF"/>
                    </a:solidFill>
                    <a:latin typeface="Arial"/>
                  </a:rPr>
                  <a:t>01</a:t>
                </a:r>
              </a:p>
            </p:txBody>
          </p:sp>
        </p:grpSp>
        <p:grpSp>
          <p:nvGrpSpPr>
            <p:cNvPr descr="6426e635-1e52-409a-9621-51af41b98f35" id="53" name="组合 52">
              <a:extLst>
                <a:ext uri="{FF2B5EF4-FFF2-40B4-BE49-F238E27FC236}">
                  <a16:creationId id="{E51077B8-009A-A2BF-8882-3ADA28943E67}"/>
                </a:ext>
              </a:extLst>
            </p:cNvPr>
            <p:cNvGrpSpPr/>
            <p:nvPr/>
          </p:nvGrpSpPr>
          <p:grpSpPr>
            <a:xfrm>
              <a:off x="3584653" y="2922459"/>
              <a:ext cx="2343060" cy="3211640"/>
              <a:chOff x="3098023" y="2922459"/>
              <a:chExt cx="2343060" cy="3211640"/>
            </a:xfrm>
          </p:grpSpPr>
          <p:sp>
            <p:nvSpPr>
              <p:cNvPr descr="f40d0756-a988-499c-84da-ade8b629be6e" id="44" name="shape2">
                <a:extLst>
                  <a:ext uri="{FF2B5EF4-FFF2-40B4-BE49-F238E27FC236}">
                    <a16:creationId id="{72DCFF89-E298-90B2-91FB-5C7227E10605}"/>
                  </a:ext>
                </a:extLst>
              </p:cNvPr>
              <p:cNvSpPr/>
              <p:nvPr/>
            </p:nvSpPr>
            <p:spPr bwMode="auto">
              <a:xfrm flipH="false" flipV="false">
                <a:off x="3690982" y="2922459"/>
                <a:ext cx="1157141" cy="925975"/>
              </a:xfrm>
              <a:custGeom>
                <a:avLst/>
                <a:gdLst>
                  <a:gd fmla="*/ 637 w 881" name="T0"/>
                  <a:gd fmla="*/ 0 h 705" name="T1"/>
                  <a:gd fmla="*/ 0 w 881" name="T2"/>
                  <a:gd fmla="*/ 0 h 705" name="T3"/>
                  <a:gd fmla="*/ 245 w 881" name="T4"/>
                  <a:gd fmla="*/ 352 h 705" name="T5"/>
                  <a:gd fmla="*/ 0 w 881" name="T6"/>
                  <a:gd fmla="*/ 705 h 705" name="T7"/>
                  <a:gd fmla="*/ 637 w 881" name="T8"/>
                  <a:gd fmla="*/ 705 h 705" name="T9"/>
                  <a:gd fmla="*/ 881 w 881" name="T10"/>
                  <a:gd fmla="*/ 352 h 705" name="T11"/>
                  <a:gd fmla="*/ 637 w 881" name="T12"/>
                  <a:gd fmla="*/ 0 h 705" name="T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b="b" l="0" r="r" t="0"/>
                <a:pathLst>
                  <a:path h="705" w="881">
                    <a:moveTo>
                      <a:pt x="637" y="0"/>
                    </a:moveTo>
                    <a:lnTo>
                      <a:pt x="0" y="0"/>
                    </a:lnTo>
                    <a:lnTo>
                      <a:pt x="245" y="352"/>
                    </a:lnTo>
                    <a:lnTo>
                      <a:pt x="0" y="705"/>
                    </a:lnTo>
                    <a:lnTo>
                      <a:pt x="637" y="705"/>
                    </a:lnTo>
                    <a:lnTo>
                      <a:pt x="881" y="352"/>
                    </a:lnTo>
                    <a:lnTo>
                      <a:pt x="637" y="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anchor="t" anchorCtr="false" bIns="45720" compatLnSpc="1" lIns="91440" numCol="1" rIns="91440" tIns="45720" vert="horz" wrap="square">
                <a:prstTxWarp prst="textNoShape">
                  <a:avLst/>
                </a:prstTxWarp>
              </a:bodyPr>
              <a:lstStyle/>
              <a:p>
                <a:pPr algn="l"/>
              </a:p>
            </p:txBody>
          </p:sp>
          <p:sp>
            <p:nvSpPr>
              <p:cNvPr descr="79e5d4fd-7b97-418b-b2eb-7c5e71f38ec1" id="45" name="Bullet2">
                <a:extLst>
                  <a:ext uri="{FF2B5EF4-FFF2-40B4-BE49-F238E27FC236}">
                    <a16:creationId id="{0883F96D-CD55-7A14-387E-2DD7F4562AB0}"/>
                  </a:ext>
                </a:extLst>
              </p:cNvPr>
              <p:cNvSpPr/>
              <p:nvPr/>
            </p:nvSpPr>
            <p:spPr>
              <a:xfrm flipH="false" flipV="false">
                <a:off x="3098023" y="4061460"/>
                <a:ext cx="2343060" cy="63315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 anchorCtr="tru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健康度对比图呈现</a:t>
                </a:r>
              </a:p>
            </p:txBody>
          </p:sp>
          <p:sp>
            <p:nvSpPr>
              <p:cNvPr descr="36113d06-99be-49ca-a1d2-13a17906c91d" id="46" name="Text2">
                <a:extLst>
                  <a:ext uri="{FF2B5EF4-FFF2-40B4-BE49-F238E27FC236}">
                    <a16:creationId id="{306BFEBC-7E87-EED4-F44F-6C9A6E0B79C7}"/>
                  </a:ext>
                </a:extLst>
              </p:cNvPr>
              <p:cNvSpPr/>
              <p:nvPr/>
            </p:nvSpPr>
            <p:spPr>
              <a:xfrm flipH="false" flipV="false">
                <a:off x="3098023" y="4757496"/>
                <a:ext cx="2343060" cy="137660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tru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展示各项目健康评分对比。</a:t>
                </a:r>
              </a:p>
            </p:txBody>
          </p:sp>
          <p:sp>
            <p:nvSpPr>
              <p:cNvPr descr="e87bb3a6-5d37-480c-abaa-2d3e19143678" id="47" name="Number2">
                <a:extLst>
                  <a:ext uri="{FF2B5EF4-FFF2-40B4-BE49-F238E27FC236}">
                    <a16:creationId id="{6AE790E6-611D-7AB5-5874-C3523EE78219}"/>
                  </a:ext>
                </a:extLst>
              </p:cNvPr>
              <p:cNvSpPr/>
              <p:nvPr/>
            </p:nvSpPr>
            <p:spPr>
              <a:xfrm flipH="false" flipV="false">
                <a:off x="4005698" y="3154614"/>
                <a:ext cx="527709" cy="4616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true" bIns="45720" lIns="91440" rIns="91440" rtlCol="0" tIns="45720" wrap="non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b="true" i="false" lang="en-US" sz="2400" u="none">
                    <a:solidFill>
                      <a:srgbClr val="000000"/>
                    </a:solidFill>
                    <a:latin typeface="Arial"/>
                  </a:rPr>
                  <a:t>02</a:t>
                </a:r>
              </a:p>
            </p:txBody>
          </p:sp>
        </p:grpSp>
        <p:grpSp>
          <p:nvGrpSpPr>
            <p:cNvPr descr="72048cbe-a623-4bd5-bdee-1e91aae7c159" id="54" name="组合 53">
              <a:extLst>
                <a:ext uri="{FF2B5EF4-FFF2-40B4-BE49-F238E27FC236}">
                  <a16:creationId id="{66949336-7010-6A13-6AF0-450288BEDAD4}"/>
                </a:ext>
              </a:extLst>
            </p:cNvPr>
            <p:cNvGrpSpPr/>
            <p:nvPr/>
          </p:nvGrpSpPr>
          <p:grpSpPr>
            <a:xfrm>
              <a:off x="6251587" y="2922459"/>
              <a:ext cx="2343060" cy="3211640"/>
              <a:chOff x="5567305" y="2922459"/>
              <a:chExt cx="2343060" cy="3211640"/>
            </a:xfrm>
          </p:grpSpPr>
          <p:sp>
            <p:nvSpPr>
              <p:cNvPr descr="cc5298d4-2b3d-4371-98ba-f5b997459c89" id="40" name="shape3">
                <a:extLst>
                  <a:ext uri="{FF2B5EF4-FFF2-40B4-BE49-F238E27FC236}">
                    <a16:creationId id="{CD52ABF8-1820-516C-63FD-E7D063CA31F5}"/>
                  </a:ext>
                </a:extLst>
              </p:cNvPr>
              <p:cNvSpPr/>
              <p:nvPr/>
            </p:nvSpPr>
            <p:spPr bwMode="auto">
              <a:xfrm flipH="false" flipV="false">
                <a:off x="6160264" y="2922459"/>
                <a:ext cx="1157141" cy="925975"/>
              </a:xfrm>
              <a:custGeom>
                <a:avLst/>
                <a:gdLst>
                  <a:gd fmla="*/ 637 w 881" name="T0"/>
                  <a:gd fmla="*/ 0 h 705" name="T1"/>
                  <a:gd fmla="*/ 0 w 881" name="T2"/>
                  <a:gd fmla="*/ 0 h 705" name="T3"/>
                  <a:gd fmla="*/ 245 w 881" name="T4"/>
                  <a:gd fmla="*/ 352 h 705" name="T5"/>
                  <a:gd fmla="*/ 0 w 881" name="T6"/>
                  <a:gd fmla="*/ 705 h 705" name="T7"/>
                  <a:gd fmla="*/ 637 w 881" name="T8"/>
                  <a:gd fmla="*/ 705 h 705" name="T9"/>
                  <a:gd fmla="*/ 881 w 881" name="T10"/>
                  <a:gd fmla="*/ 352 h 705" name="T11"/>
                  <a:gd fmla="*/ 637 w 881" name="T12"/>
                  <a:gd fmla="*/ 0 h 705" name="T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b="b" l="0" r="r" t="0"/>
                <a:pathLst>
                  <a:path h="705" w="881">
                    <a:moveTo>
                      <a:pt x="637" y="0"/>
                    </a:moveTo>
                    <a:lnTo>
                      <a:pt x="0" y="0"/>
                    </a:lnTo>
                    <a:lnTo>
                      <a:pt x="245" y="352"/>
                    </a:lnTo>
                    <a:lnTo>
                      <a:pt x="0" y="705"/>
                    </a:lnTo>
                    <a:lnTo>
                      <a:pt x="637" y="705"/>
                    </a:lnTo>
                    <a:lnTo>
                      <a:pt x="881" y="352"/>
                    </a:lnTo>
                    <a:lnTo>
                      <a:pt x="63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="t" anchorCtr="false" bIns="45720" compatLnSpc="1" lIns="91440" numCol="1" rIns="91440" tIns="45720" vert="horz" wrap="square">
                <a:prstTxWarp prst="textNoShape">
                  <a:avLst/>
                </a:prstTxWarp>
              </a:bodyPr>
              <a:lstStyle/>
              <a:p>
                <a:pPr algn="l"/>
              </a:p>
            </p:txBody>
          </p:sp>
          <p:sp>
            <p:nvSpPr>
              <p:cNvPr descr="4074ce2c-9642-4ba8-b0a2-096af01f858d" id="41" name="Bullet3">
                <a:extLst>
                  <a:ext uri="{FF2B5EF4-FFF2-40B4-BE49-F238E27FC236}">
                    <a16:creationId id="{768C170B-FF35-D8F1-2CE6-C47F6428242C}"/>
                  </a:ext>
                </a:extLst>
              </p:cNvPr>
              <p:cNvSpPr/>
              <p:nvPr/>
            </p:nvSpPr>
            <p:spPr>
              <a:xfrm flipH="false" flipV="false">
                <a:off x="5567305" y="4061460"/>
                <a:ext cx="2343060" cy="63315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 anchorCtr="tru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发展对比图分析</a:t>
                </a:r>
              </a:p>
            </p:txBody>
          </p:sp>
          <p:sp>
            <p:nvSpPr>
              <p:cNvPr descr="48f8e276-25d0-4cd9-a8a6-26885519f622" id="42" name="Text3">
                <a:extLst>
                  <a:ext uri="{FF2B5EF4-FFF2-40B4-BE49-F238E27FC236}">
                    <a16:creationId id="{AD5F1C48-2137-60CA-D05B-17A6A33394CC}"/>
                  </a:ext>
                </a:extLst>
              </p:cNvPr>
              <p:cNvSpPr/>
              <p:nvPr/>
            </p:nvSpPr>
            <p:spPr>
              <a:xfrm flipH="false" flipV="false">
                <a:off x="5567305" y="4757496"/>
                <a:ext cx="2343060" cy="137660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tru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分析各项目动量对比情况。</a:t>
                </a:r>
              </a:p>
            </p:txBody>
          </p:sp>
          <p:sp>
            <p:nvSpPr>
              <p:cNvPr descr="590fe653-0c8f-4c83-bc92-a5326ce1cebe" id="43" name="Number3">
                <a:extLst>
                  <a:ext uri="{FF2B5EF4-FFF2-40B4-BE49-F238E27FC236}">
                    <a16:creationId id="{BF17C160-4817-F982-8E86-4F4C6E6823CE}"/>
                  </a:ext>
                </a:extLst>
              </p:cNvPr>
              <p:cNvSpPr/>
              <p:nvPr/>
            </p:nvSpPr>
            <p:spPr>
              <a:xfrm flipH="false" flipV="false">
                <a:off x="6474980" y="3154614"/>
                <a:ext cx="527709" cy="4616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true" bIns="45720" lIns="91440" rIns="91440" rtlCol="0" tIns="45720" wrap="non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b="true" i="false" lang="en-US" sz="2400" u="none">
                    <a:solidFill>
                      <a:srgbClr val="FFFFFF"/>
                    </a:solidFill>
                    <a:latin typeface="Arial"/>
                  </a:rPr>
                  <a:t>03</a:t>
                </a:r>
              </a:p>
            </p:txBody>
          </p:sp>
        </p:grpSp>
        <p:grpSp>
          <p:nvGrpSpPr>
            <p:cNvPr descr="7d6beaca-34e0-4dd7-a867-6d1c7eb92058" id="55" name="组合 54">
              <a:extLst>
                <a:ext uri="{FF2B5EF4-FFF2-40B4-BE49-F238E27FC236}">
                  <a16:creationId id="{8DA015D5-E088-BB71-6CF8-6F33DD02802D}"/>
                </a:ext>
              </a:extLst>
            </p:cNvPr>
            <p:cNvGrpSpPr/>
            <p:nvPr/>
          </p:nvGrpSpPr>
          <p:grpSpPr>
            <a:xfrm>
              <a:off x="8918522" y="2922459"/>
              <a:ext cx="2343060" cy="3211640"/>
              <a:chOff x="8036587" y="2922459"/>
              <a:chExt cx="2343060" cy="3211640"/>
            </a:xfrm>
          </p:grpSpPr>
          <p:sp>
            <p:nvSpPr>
              <p:cNvPr descr="b534f960-1d95-4585-b9c8-5934215c6a92" id="36" name="shape4">
                <a:extLst>
                  <a:ext uri="{FF2B5EF4-FFF2-40B4-BE49-F238E27FC236}">
                    <a16:creationId id="{994373A3-1CB3-9E75-A584-499503F46572}"/>
                  </a:ext>
                </a:extLst>
              </p:cNvPr>
              <p:cNvSpPr/>
              <p:nvPr/>
            </p:nvSpPr>
            <p:spPr bwMode="auto">
              <a:xfrm flipH="false" flipV="false">
                <a:off x="8629546" y="2922459"/>
                <a:ext cx="1157141" cy="925975"/>
              </a:xfrm>
              <a:custGeom>
                <a:avLst/>
                <a:gdLst>
                  <a:gd fmla="*/ 637 w 881" name="T0"/>
                  <a:gd fmla="*/ 0 h 705" name="T1"/>
                  <a:gd fmla="*/ 0 w 881" name="T2"/>
                  <a:gd fmla="*/ 0 h 705" name="T3"/>
                  <a:gd fmla="*/ 245 w 881" name="T4"/>
                  <a:gd fmla="*/ 352 h 705" name="T5"/>
                  <a:gd fmla="*/ 0 w 881" name="T6"/>
                  <a:gd fmla="*/ 705 h 705" name="T7"/>
                  <a:gd fmla="*/ 637 w 881" name="T8"/>
                  <a:gd fmla="*/ 705 h 705" name="T9"/>
                  <a:gd fmla="*/ 881 w 881" name="T10"/>
                  <a:gd fmla="*/ 352 h 705" name="T11"/>
                  <a:gd fmla="*/ 637 w 881" name="T12"/>
                  <a:gd fmla="*/ 0 h 705" name="T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b="b" l="0" r="r" t="0"/>
                <a:pathLst>
                  <a:path h="705" w="881">
                    <a:moveTo>
                      <a:pt x="637" y="0"/>
                    </a:moveTo>
                    <a:lnTo>
                      <a:pt x="0" y="0"/>
                    </a:lnTo>
                    <a:lnTo>
                      <a:pt x="245" y="352"/>
                    </a:lnTo>
                    <a:lnTo>
                      <a:pt x="0" y="705"/>
                    </a:lnTo>
                    <a:lnTo>
                      <a:pt x="637" y="705"/>
                    </a:lnTo>
                    <a:lnTo>
                      <a:pt x="881" y="352"/>
                    </a:lnTo>
                    <a:lnTo>
                      <a:pt x="637" y="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anchor="t" anchorCtr="false" bIns="45720" compatLnSpc="1" lIns="91440" numCol="1" rIns="91440" tIns="45720" vert="horz" wrap="square">
                <a:prstTxWarp prst="textNoShape">
                  <a:avLst/>
                </a:prstTxWarp>
              </a:bodyPr>
              <a:lstStyle/>
              <a:p>
                <a:pPr algn="l"/>
              </a:p>
            </p:txBody>
          </p:sp>
          <p:sp>
            <p:nvSpPr>
              <p:cNvPr descr="1778bf7f-a1f7-4efb-bdae-c9e4e9633a3b" id="37" name="Bullet4">
                <a:extLst>
                  <a:ext uri="{FF2B5EF4-FFF2-40B4-BE49-F238E27FC236}">
                    <a16:creationId id="{E5634051-6E98-EE24-C77F-3FB7CAC3E5A5}"/>
                  </a:ext>
                </a:extLst>
              </p:cNvPr>
              <p:cNvSpPr/>
              <p:nvPr/>
            </p:nvSpPr>
            <p:spPr>
              <a:xfrm flipH="false" flipV="false">
                <a:off x="8036587" y="4061460"/>
                <a:ext cx="2343060" cy="63315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 anchorCtr="tru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三指标对比图说明</a:t>
                </a:r>
              </a:p>
            </p:txBody>
          </p:sp>
          <p:sp>
            <p:nvSpPr>
              <p:cNvPr descr="8eab0b14-5623-4ee4-9adc-d171684eafc3" id="38" name="Text4">
                <a:extLst>
                  <a:ext uri="{FF2B5EF4-FFF2-40B4-BE49-F238E27FC236}">
                    <a16:creationId id="{00A3122A-6E6F-2EBE-557E-0164F3740888}"/>
                  </a:ext>
                </a:extLst>
              </p:cNvPr>
              <p:cNvSpPr/>
              <p:nvPr/>
            </p:nvSpPr>
            <p:spPr>
              <a:xfrm flipH="false" flipV="false">
                <a:off x="8036587" y="4757496"/>
                <a:ext cx="2343060" cy="137660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tru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显示阻力、潜力、稳定性对比。</a:t>
                </a:r>
              </a:p>
            </p:txBody>
          </p:sp>
          <p:sp>
            <p:nvSpPr>
              <p:cNvPr descr="b2f02b63-ab0c-418d-8d74-473630c11d36" id="39" name="Number4">
                <a:extLst>
                  <a:ext uri="{FF2B5EF4-FFF2-40B4-BE49-F238E27FC236}">
                    <a16:creationId id="{032F7F2F-656A-51B8-B741-58A8C3D91B51}"/>
                  </a:ext>
                </a:extLst>
              </p:cNvPr>
              <p:cNvSpPr/>
              <p:nvPr/>
            </p:nvSpPr>
            <p:spPr>
              <a:xfrm flipH="false" flipV="false">
                <a:off x="8944262" y="3154614"/>
                <a:ext cx="527709" cy="4616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true" bIns="45720" lIns="91440" rIns="91440" rtlCol="0" tIns="45720" wrap="non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b="true" i="false" lang="en-US" sz="2400" u="none">
                    <a:solidFill>
                      <a:srgbClr val="000000"/>
                    </a:solidFill>
                    <a:latin typeface="Arial"/>
                  </a:rPr>
                  <a:t>04</a:t>
                </a:r>
              </a:p>
            </p:txBody>
          </p:sp>
        </p:grpSp>
      </p:grpSp>
      <p:sp>
        <p:nvSpPr>
          <p:cNvPr descr="697f60e6-d590-4202-9a4a-bde26f963db9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FFFFFF"/>
                </a:solidFill>
                <a:ea typeface="微软雅黑"/>
              </a:rPr>
              <a:t>可视化图表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9287d1e1-dca8-4e1f-bfc3-d2107bbdbd68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3600" u="none">
                <a:solidFill>
                  <a:srgbClr val="FFFFFF"/>
                </a:solidFill>
                <a:ea typeface="微软雅黑"/>
              </a:rPr>
              <a:t>技术栈</a:t>
            </a:r>
          </a:p>
        </p:txBody>
      </p:sp>
      <p:sp>
        <p:nvSpPr>
          <p:cNvPr descr="8fa4c7ce-a26a-4c3a-abd4-ab3a82024325" id="3" name=""/>
          <p:cNvSpPr>
            <a:spLocks noGrp="1"/>
          </p:cNvSpPr>
          <p:nvPr>
            <p:ph hasCustomPrompt="1" idx="1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1600" u="none">
                <a:solidFill>
                  <a:srgbClr val="FFFFFF"/>
                </a:solidFill>
                <a:ea typeface="微软雅黑"/>
              </a:rPr>
              <a:t>了解项目所用技术与数据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e42974e1-54e7-4118-94e3-07944cc49537" id="8" name="2572739c-ecc7-40c3-bf11-86714a83e1fb.source.3.zh-Hans.pptx">
            <a:extLst>
              <a:ext uri="{FF2B5EF4-FFF2-40B4-BE49-F238E27FC236}">
                <a16:creationId id="{F229FB0C-DD02-DA63-88ED-15145C392515}"/>
              </a:ext>
            </a:extLst>
          </p:cNvPr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descr="52e4f559-2a32-454c-a738-c00affaf0aa6" id="2" name="Title">
              <a:extLst>
                <a:ext uri="{FF2B5EF4-FFF2-40B4-BE49-F238E27FC236}">
                  <a16:creationId id="{2543C41D-F5B2-4999-BE5B-F62169C72F71}"/>
                </a:ext>
              </a:extLst>
            </p:cNvPr>
            <p:cNvSpPr txBox="1"/>
            <p:nvPr/>
          </p:nvSpPr>
          <p:spPr>
            <a:xfrm flipH="false" flipV="false">
              <a:off x="660400" y="1130300"/>
              <a:ext cx="108585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="t" anchorCtr="true" bIns="45720" lIns="91440" rIns="91440" tIns="45720" wrap="square">
              <a:norm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b="true" i="false" lang="en-US" strike="noStrike" sz="2400" u="none">
                  <a:solidFill>
                    <a:srgbClr val="FFFFFF"/>
                  </a:solidFill>
                  <a:ea typeface="微软雅黑"/>
                </a:rPr>
                <a:t>明确项目开发语言</a:t>
              </a:r>
            </a:p>
          </p:txBody>
        </p:sp>
        <p:grpSp>
          <p:nvGrpSpPr>
            <p:cNvPr descr="cff9b799-1074-476f-8596-02c16776b409" id="4" name="组合 3">
              <a:extLst>
                <a:ext uri="{FF2B5EF4-FFF2-40B4-BE49-F238E27FC236}">
                  <a16:creationId id="{1C7E65E4-23AC-5ED8-6961-3446025374AA}"/>
                </a:ext>
              </a:extLst>
            </p:cNvPr>
            <p:cNvGrpSpPr/>
            <p:nvPr/>
          </p:nvGrpSpPr>
          <p:grpSpPr>
            <a:xfrm>
              <a:off x="743844" y="2530026"/>
              <a:ext cx="3377694" cy="3604074"/>
              <a:chOff x="743844" y="2530026"/>
              <a:chExt cx="3377694" cy="3604074"/>
            </a:xfrm>
          </p:grpSpPr>
          <p:sp>
            <p:nvSpPr>
              <p:cNvPr descr="304642a9-a5b8-4c63-a6d7-179327c95e1f" id="7" name="Text1">
                <a:extLst>
                  <a:ext uri="{FF2B5EF4-FFF2-40B4-BE49-F238E27FC236}">
                    <a16:creationId id="{A4405CC3-01C0-4EC0-9DD2-596FDD2F6B34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743844" y="4172771"/>
                <a:ext cx="3377694" cy="1961329"/>
              </a:xfrm>
              <a:prstGeom prst="rect">
                <a:avLst/>
              </a:prstGeom>
              <a:noFill/>
            </p:spPr>
            <p:txBody>
              <a:bodyPr anchor="t" anchorCtr="true" bIns="45720" lIns="91440" rIns="91440" rtlCol="0" tIns="45720" wrap="square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b="false" i="false" lang="en-US" strike="noStrike" sz="1200" u="none">
                    <a:solidFill>
                      <a:srgbClr val="FFFFFF"/>
                    </a:solidFill>
                    <a:ea typeface="微软雅黑"/>
                  </a:rPr>
                  <a:t>主要用于数据分析和机器学习。</a:t>
                </a:r>
              </a:p>
            </p:txBody>
          </p:sp>
          <p:sp>
            <p:nvSpPr>
              <p:cNvPr descr="68d6d33a-dcc6-47b1-b2cf-8defe08c9422" id="23" name="Number1">
                <a:extLst>
                  <a:ext uri="{FF2B5EF4-FFF2-40B4-BE49-F238E27FC236}">
                    <a16:creationId id="{365AA309-FF7A-4F07-8032-D1A824527A05}"/>
                  </a:ext>
                </a:extLst>
              </p:cNvPr>
              <p:cNvSpPr/>
              <p:nvPr/>
            </p:nvSpPr>
            <p:spPr>
              <a:xfrm flipH="false" flipV="false">
                <a:off x="2078132" y="2530026"/>
                <a:ext cx="709118" cy="709119"/>
              </a:xfrm>
              <a:prstGeom prst="ellipse">
                <a:avLst/>
              </a:prstGeom>
              <a:solidFill>
                <a:schemeClr val="tx2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  <a:r>
                  <a:rPr b="false" i="false" lang="en-US" sz="1800" u="none">
                    <a:solidFill>
                      <a:srgbClr val="FFFFFF"/>
                    </a:solidFill>
                    <a:latin typeface="Arial"/>
                  </a:rPr>
                  <a:t>01</a:t>
                </a:r>
              </a:p>
            </p:txBody>
          </p:sp>
          <p:sp>
            <p:nvSpPr>
              <p:cNvPr descr="196d3342-070d-4e74-9bb0-4690cb097555" id="24" name="Bullet1">
                <a:extLst>
                  <a:ext uri="{FF2B5EF4-FFF2-40B4-BE49-F238E27FC236}">
                    <a16:creationId id="{7BE56FDF-F871-47AE-BAC6-50DF5C69238F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743844" y="3463652"/>
                <a:ext cx="3377694" cy="709119"/>
              </a:xfrm>
              <a:prstGeom prst="rect">
                <a:avLst/>
              </a:prstGeom>
              <a:noFill/>
            </p:spPr>
            <p:txBody>
              <a:bodyPr anchor="b" anchorCtr="true" rtlCol="0" wrap="square"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Python语言用途</a:t>
                </a:r>
              </a:p>
            </p:txBody>
          </p:sp>
        </p:grpSp>
        <p:grpSp>
          <p:nvGrpSpPr>
            <p:cNvPr descr="a8f155d8-25df-4351-9900-a0de238d0e9a" id="5" name="组合 4">
              <a:extLst>
                <a:ext uri="{FF2B5EF4-FFF2-40B4-BE49-F238E27FC236}">
                  <a16:creationId id="{690499A7-86F2-CD4D-871F-8F8836CE90CF}"/>
                </a:ext>
              </a:extLst>
            </p:cNvPr>
            <p:cNvGrpSpPr/>
            <p:nvPr/>
          </p:nvGrpSpPr>
          <p:grpSpPr>
            <a:xfrm>
              <a:off x="4443806" y="2530026"/>
              <a:ext cx="3377694" cy="3604074"/>
              <a:chOff x="4443806" y="2530026"/>
              <a:chExt cx="3377694" cy="3604074"/>
            </a:xfrm>
          </p:grpSpPr>
          <p:sp>
            <p:nvSpPr>
              <p:cNvPr descr="17f17a51-6ea9-4ad2-8323-0d1194569546" id="9" name="Text2">
                <a:extLst>
                  <a:ext uri="{FF2B5EF4-FFF2-40B4-BE49-F238E27FC236}">
                    <a16:creationId id="{F010C847-A494-42A2-840F-4875333570C8}"/>
                  </a:ext>
                </a:extLst>
              </p:cNvPr>
              <p:cNvSpPr txBox="1"/>
              <p:nvPr/>
            </p:nvSpPr>
            <p:spPr>
              <a:xfrm flipH="false" flipV="false">
                <a:off x="4443806" y="4172771"/>
                <a:ext cx="3377694" cy="1961329"/>
              </a:xfrm>
              <a:prstGeom prst="rect">
                <a:avLst/>
              </a:prstGeom>
              <a:noFill/>
            </p:spPr>
            <p:txBody>
              <a:bodyPr anchor="t" anchorCtr="true" bIns="45720" lIns="91440" rIns="91440" rtlCol="0" tIns="45720" wrap="square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b="false" i="false" lang="en-US" strike="noStrike" sz="1200" u="none">
                    <a:solidFill>
                      <a:srgbClr val="FFFFFF"/>
                    </a:solidFill>
                    <a:ea typeface="微软雅黑"/>
                  </a:rPr>
                  <a:t>用于前端开发，构建交互界面。</a:t>
                </a:r>
              </a:p>
            </p:txBody>
          </p:sp>
          <p:sp>
            <p:nvSpPr>
              <p:cNvPr descr="644a19c8-bc51-4e9f-94cf-cc0a8ab5f381" id="25" name="Number2">
                <a:extLst>
                  <a:ext uri="{FF2B5EF4-FFF2-40B4-BE49-F238E27FC236}">
                    <a16:creationId id="{A8FBA528-C0BE-4DD8-BCA8-2BAC1F4270C9}"/>
                  </a:ext>
                </a:extLst>
              </p:cNvPr>
              <p:cNvSpPr/>
              <p:nvPr/>
            </p:nvSpPr>
            <p:spPr>
              <a:xfrm flipH="false" flipV="false">
                <a:off x="5778094" y="2530026"/>
                <a:ext cx="709118" cy="70911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  <a:r>
                  <a:rPr b="false" i="false" lang="en-US" sz="1800" u="none">
                    <a:solidFill>
                      <a:srgbClr val="FFFFFF"/>
                    </a:solidFill>
                    <a:latin typeface="Arial"/>
                  </a:rPr>
                  <a:t>02</a:t>
                </a:r>
              </a:p>
            </p:txBody>
          </p:sp>
          <p:sp>
            <p:nvSpPr>
              <p:cNvPr descr="dbc050a6-ca83-49ba-a691-c0e5d765e7ca" id="26" name="Bullet2">
                <a:extLst>
                  <a:ext uri="{FF2B5EF4-FFF2-40B4-BE49-F238E27FC236}">
                    <a16:creationId id="{3CA4E4A3-C564-4F2D-9C90-69E1BFB26F65}"/>
                  </a:ext>
                </a:extLst>
              </p:cNvPr>
              <p:cNvSpPr txBox="1"/>
              <p:nvPr/>
            </p:nvSpPr>
            <p:spPr>
              <a:xfrm flipH="false" flipV="false">
                <a:off x="4443806" y="3463652"/>
                <a:ext cx="3377694" cy="709119"/>
              </a:xfrm>
              <a:prstGeom prst="rect">
                <a:avLst/>
              </a:prstGeom>
              <a:noFill/>
            </p:spPr>
            <p:txBody>
              <a:bodyPr anchor="b" anchorCtr="true" rtlCol="0" wrap="square"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JavaScript语言作用</a:t>
                </a:r>
              </a:p>
            </p:txBody>
          </p:sp>
        </p:grpSp>
        <p:grpSp>
          <p:nvGrpSpPr>
            <p:cNvPr descr="134a9377-4990-4f68-bd69-3de42f1327d5" id="6" name="组合 5">
              <a:extLst>
                <a:ext uri="{FF2B5EF4-FFF2-40B4-BE49-F238E27FC236}">
                  <a16:creationId id="{EC1003FD-F3DF-2030-6ED4-02AAEFC4E743}"/>
                </a:ext>
              </a:extLst>
            </p:cNvPr>
            <p:cNvGrpSpPr/>
            <p:nvPr/>
          </p:nvGrpSpPr>
          <p:grpSpPr>
            <a:xfrm>
              <a:off x="8070462" y="2530026"/>
              <a:ext cx="3377694" cy="3604074"/>
              <a:chOff x="8070462" y="2530026"/>
              <a:chExt cx="3377694" cy="3604074"/>
            </a:xfrm>
          </p:grpSpPr>
          <p:sp>
            <p:nvSpPr>
              <p:cNvPr descr="b1a02bff-ad70-415e-90ba-4c39ee790ff4" id="11" name="Text3">
                <a:extLst>
                  <a:ext uri="{FF2B5EF4-FFF2-40B4-BE49-F238E27FC236}">
                    <a16:creationId id="{17E93AD0-1B7D-45BE-B48A-05A17D5BEDB6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8070462" y="4172771"/>
                <a:ext cx="3377694" cy="1961329"/>
              </a:xfrm>
              <a:prstGeom prst="rect">
                <a:avLst/>
              </a:prstGeom>
              <a:noFill/>
            </p:spPr>
            <p:txBody>
              <a:bodyPr anchor="t" anchorCtr="true" bIns="45720" lIns="91440" rIns="91440" rtlCol="0" tIns="45720" wrap="square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b="false" i="false" lang="en-US" strike="noStrike" sz="1200" u="none">
                    <a:solidFill>
                      <a:srgbClr val="FFFFFF"/>
                    </a:solidFill>
                    <a:ea typeface="微软雅黑"/>
                  </a:rPr>
                  <a:t>作为后端开发平台，提供服务器支持。</a:t>
                </a:r>
              </a:p>
            </p:txBody>
          </p:sp>
          <p:sp>
            <p:nvSpPr>
              <p:cNvPr descr="d5d8dadd-8ec4-4541-a1da-daeb0fa987d8" id="27" name="Number3">
                <a:extLst>
                  <a:ext uri="{FF2B5EF4-FFF2-40B4-BE49-F238E27FC236}">
                    <a16:creationId id="{1D52C9A5-94F0-4F01-9B23-1FF875B08E07}"/>
                  </a:ext>
                </a:extLst>
              </p:cNvPr>
              <p:cNvSpPr/>
              <p:nvPr/>
            </p:nvSpPr>
            <p:spPr>
              <a:xfrm flipH="false" flipV="false">
                <a:off x="9404750" y="2530026"/>
                <a:ext cx="709118" cy="709119"/>
              </a:xfrm>
              <a:prstGeom prst="ellipse">
                <a:avLst/>
              </a:prstGeom>
              <a:solidFill>
                <a:schemeClr val="tx2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  <a:r>
                  <a:rPr b="false" i="false" lang="en-US" sz="1800" u="none">
                    <a:solidFill>
                      <a:srgbClr val="FFFFFF"/>
                    </a:solidFill>
                    <a:latin typeface="Arial"/>
                  </a:rPr>
                  <a:t>03</a:t>
                </a:r>
              </a:p>
            </p:txBody>
          </p:sp>
          <p:sp>
            <p:nvSpPr>
              <p:cNvPr descr="52e3553f-f682-4b4a-b2ef-118dbede442b" id="28" name="Bullet3">
                <a:extLst>
                  <a:ext uri="{FF2B5EF4-FFF2-40B4-BE49-F238E27FC236}">
                    <a16:creationId id="{AFB9FCA5-11F3-4355-BCA9-06D7068BB81E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8070462" y="3463652"/>
                <a:ext cx="3377694" cy="709119"/>
              </a:xfrm>
              <a:prstGeom prst="rect">
                <a:avLst/>
              </a:prstGeom>
              <a:noFill/>
            </p:spPr>
            <p:txBody>
              <a:bodyPr anchor="b" anchorCtr="true" rtlCol="0" wrap="square"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Node.js平台功能</a:t>
                </a:r>
              </a:p>
            </p:txBody>
          </p:sp>
        </p:grpSp>
      </p:grpSp>
      <p:sp>
        <p:nvSpPr>
          <p:cNvPr descr="697f60e6-d590-4202-9a4a-bde26f963db9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FFFFFF"/>
                </a:solidFill>
                <a:ea typeface="微软雅黑"/>
              </a:rPr>
              <a:t>编程语言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1eff36d1-bbb2-4a5d-8893-37a52a14db1f" id="22" name="412d42a5-5acf-4561-b76e-96394f42fa1e.source.3.zh-Hans.pptx">
            <a:extLst>
              <a:ext uri="{FF2B5EF4-FFF2-40B4-BE49-F238E27FC236}">
                <a16:creationId id="{BE536420-97F3-D53E-C6CF-6D46A6A8C8E2}"/>
              </a:ext>
            </a:extLst>
          </p:cNvPr>
          <p:cNvGrpSpPr/>
          <p:nvPr/>
        </p:nvGrpSpPr>
        <p:grpSpPr>
          <a:xfrm>
            <a:off x="660400" y="1130300"/>
            <a:ext cx="10858500" cy="4790996"/>
            <a:chOff x="660400" y="1130300"/>
            <a:chExt cx="10858500" cy="4790996"/>
          </a:xfrm>
        </p:grpSpPr>
        <p:cxnSp>
          <p:nvCxnSpPr>
            <p:cNvPr descr="408ef8de-0e5a-4673-b56e-c8902d1f61fe" id="11" name="ïṡ1îdé">
              <a:extLst>
                <a:ext uri="{FF2B5EF4-FFF2-40B4-BE49-F238E27FC236}">
                  <a16:creationId id="{1C8A83AF-75C9-468A-AA06-59640EABC5B1}"/>
                </a:ext>
              </a:extLst>
            </p:cNvPr>
            <p:cNvCxnSpPr>
              <a:cxnSpLocks/>
            </p:cNvCxnSpPr>
            <p:nvPr/>
          </p:nvCxnSpPr>
          <p:spPr>
            <a:xfrm flipH="false" flipV="true">
              <a:off x="4600677" y="2743198"/>
              <a:ext cx="0" cy="2488426"/>
            </a:xfrm>
            <a:prstGeom prst="line">
              <a:avLst/>
            </a:prstGeom>
            <a:ln cap="rnd" w="76200">
              <a:gradFill>
                <a:gsLst>
                  <a:gs pos="100000">
                    <a:schemeClr val="tx1">
                      <a:lumMod val="50000"/>
                      <a:lumOff val="50000"/>
                      <a:alpha val="0"/>
                    </a:schemeClr>
                  </a:gs>
                  <a:gs pos="20000">
                    <a:schemeClr val="tx1">
                      <a:lumMod val="50000"/>
                      <a:lumOff val="50000"/>
                      <a:alpha val="30000"/>
                    </a:schemeClr>
                  </a:gs>
                </a:gsLst>
                <a:lin ang="12000000" scaled="0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2717ad76-77bb-468d-83b5-c1c5242cc36e" id="14" name="íS1íďè">
              <a:extLst>
                <a:ext uri="{FF2B5EF4-FFF2-40B4-BE49-F238E27FC236}">
                  <a16:creationId id="{6F2BBC08-14D2-475D-BD2C-ED65A75C6E41}"/>
                </a:ext>
              </a:extLst>
            </p:cNvPr>
            <p:cNvCxnSpPr>
              <a:cxnSpLocks/>
            </p:cNvCxnSpPr>
            <p:nvPr/>
          </p:nvCxnSpPr>
          <p:spPr>
            <a:xfrm flipH="false" flipV="true">
              <a:off x="8190900" y="2743198"/>
              <a:ext cx="0" cy="2488426"/>
            </a:xfrm>
            <a:prstGeom prst="line">
              <a:avLst/>
            </a:prstGeom>
            <a:ln cap="rnd" w="76200">
              <a:gradFill>
                <a:gsLst>
                  <a:gs pos="100000">
                    <a:schemeClr val="tx1">
                      <a:lumMod val="50000"/>
                      <a:lumOff val="50000"/>
                      <a:alpha val="0"/>
                    </a:schemeClr>
                  </a:gs>
                  <a:gs pos="20000">
                    <a:schemeClr val="tx1">
                      <a:lumMod val="50000"/>
                      <a:lumOff val="50000"/>
                      <a:alpha val="30000"/>
                    </a:schemeClr>
                  </a:gs>
                </a:gsLst>
                <a:lin ang="12000000" scaled="0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b10000cc-3577-4bda-bd1e-1fa89c6c46fe" id="15" name="îşḷiḑè">
              <a:extLst>
                <a:ext uri="{FF2B5EF4-FFF2-40B4-BE49-F238E27FC236}">
                  <a16:creationId id="{EF99776C-078F-42C0-BA3D-A542E93B5C28}"/>
                </a:ext>
              </a:extLst>
            </p:cNvPr>
            <p:cNvCxnSpPr>
              <a:cxnSpLocks/>
            </p:cNvCxnSpPr>
            <p:nvPr/>
          </p:nvCxnSpPr>
          <p:spPr>
            <a:xfrm flipH="false" flipV="true">
              <a:off x="991704" y="2743198"/>
              <a:ext cx="0" cy="2488426"/>
            </a:xfrm>
            <a:prstGeom prst="line">
              <a:avLst/>
            </a:prstGeom>
            <a:ln cap="rnd" w="76200">
              <a:gradFill>
                <a:gsLst>
                  <a:gs pos="100000">
                    <a:schemeClr val="tx1">
                      <a:lumMod val="50000"/>
                      <a:lumOff val="50000"/>
                      <a:alpha val="0"/>
                    </a:schemeClr>
                  </a:gs>
                  <a:gs pos="20000">
                    <a:schemeClr val="tx1">
                      <a:lumMod val="50000"/>
                      <a:lumOff val="50000"/>
                      <a:alpha val="30000"/>
                    </a:schemeClr>
                  </a:gs>
                </a:gsLst>
                <a:lin ang="12000000" scaled="0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descr="55c01fcb-a776-4133-b893-ec55ea1485dd" id="13" name="Title">
              <a:extLst>
                <a:ext uri="{FF2B5EF4-FFF2-40B4-BE49-F238E27FC236}">
                  <a16:creationId id="{3EDA9AF7-DAFD-3F2E-F277-9DE4416C8BD7}"/>
                </a:ext>
              </a:extLst>
            </p:cNvPr>
            <p:cNvSpPr txBox="1"/>
            <p:nvPr/>
          </p:nvSpPr>
          <p:spPr>
            <a:xfrm flipH="false" flipV="false"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anchor="t" anchorCtr="true" rtlCol="0" vert="horz" wrap="square">
              <a:normAutofit/>
            </a:bodyPr>
            <a:lstStyle/>
            <a:p>
              <a:pPr algn="ctr"/>
              <a:r>
                <a:rPr b="true" i="false" lang="en-US" sz="2400" u="none">
                  <a:solidFill>
                    <a:srgbClr val="FFFFFF"/>
                  </a:solidFill>
                  <a:ea typeface="微软雅黑"/>
                </a:rPr>
                <a:t>认识项目核心依赖库</a:t>
              </a:r>
            </a:p>
          </p:txBody>
        </p:sp>
        <p:grpSp>
          <p:nvGrpSpPr>
            <p:cNvPr descr="fd439a85-5a28-4b14-8157-f1bb01e7b43a" id="26" name="组合 25">
              <a:extLst>
                <a:ext uri="{FF2B5EF4-FFF2-40B4-BE49-F238E27FC236}">
                  <a16:creationId id="{5A0DC6F4-AC0A-930A-BC98-DE641F6C7407}"/>
                </a:ext>
              </a:extLst>
            </p:cNvPr>
            <p:cNvGrpSpPr/>
            <p:nvPr/>
          </p:nvGrpSpPr>
          <p:grpSpPr>
            <a:xfrm>
              <a:off x="1156293" y="2737627"/>
              <a:ext cx="2873285" cy="3183669"/>
              <a:chOff x="1156293" y="2737627"/>
              <a:chExt cx="2873285" cy="3183669"/>
            </a:xfrm>
          </p:grpSpPr>
          <p:sp>
            <p:nvSpPr>
              <p:cNvPr descr="6234fd89-bf84-4ab6-b42f-a687eac5021f" id="3" name="Text1">
                <a:extLst>
                  <a:ext uri="{FF2B5EF4-FFF2-40B4-BE49-F238E27FC236}">
                    <a16:creationId id="{637CA285-4713-4D8A-B4E7-F8F847F1631F}"/>
                  </a:ext>
                </a:extLst>
              </p:cNvPr>
              <p:cNvSpPr txBox="1"/>
              <p:nvPr/>
            </p:nvSpPr>
            <p:spPr>
              <a:xfrm flipH="false" flipV="false">
                <a:off x="1185168" y="4221188"/>
                <a:ext cx="2844409" cy="1700108"/>
              </a:xfrm>
              <a:prstGeom prst="rect">
                <a:avLst/>
              </a:prstGeom>
              <a:noFill/>
            </p:spPr>
            <p:txBody>
              <a:bodyPr anchorCtr="false" rtlCol="0" wrap="square">
                <a:normAutofit/>
              </a:bodyPr>
              <a:lstStyle>
                <a:defPPr>
                  <a:defRPr lang="zh-CN"/>
                </a:defPPr>
                <a:lvl1pPr>
                  <a:lnSpc>
                    <a:spcPts val="1500"/>
                  </a:lnSpc>
                  <a:defRPr sz="900"/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用于数据处理和分析，提供丰富的数据处理函数。</a:t>
                </a:r>
              </a:p>
            </p:txBody>
          </p:sp>
          <p:sp>
            <p:nvSpPr>
              <p:cNvPr descr="59f4a2c3-e97b-451a-b572-6247ab93ab8f" id="8" name="Number1">
                <a:extLst>
                  <a:ext uri="{FF2B5EF4-FFF2-40B4-BE49-F238E27FC236}">
                    <a16:creationId id="{D372DAE6-E349-4E27-ACE9-F93D8FC178C0}"/>
                  </a:ext>
                </a:extLst>
              </p:cNvPr>
              <p:cNvSpPr txBox="1"/>
              <p:nvPr/>
            </p:nvSpPr>
            <p:spPr>
              <a:xfrm flipH="false" flipV="false">
                <a:off x="1156293" y="2737627"/>
                <a:ext cx="639919" cy="584775"/>
              </a:xfrm>
              <a:prstGeom prst="rect">
                <a:avLst/>
              </a:prstGeom>
              <a:solidFill>
                <a:schemeClr val="bg1"/>
              </a:solidFill>
              <a:effectLst/>
            </p:spPr>
            <p:txBody>
              <a:bodyPr anchorCtr="false" rtlCol="0" wrap="none">
                <a:spAutoFit/>
              </a:bodyPr>
              <a:lstStyle/>
              <a:p>
                <a:pPr algn="l"/>
                <a:r>
                  <a:rPr b="true" i="true" lang="en-US" sz="3200" u="none">
                    <a:solidFill>
                      <a:srgbClr val="F0F0F0"/>
                    </a:solidFill>
                    <a:latin typeface="Arial"/>
                  </a:rPr>
                  <a:t>01</a:t>
                </a:r>
              </a:p>
            </p:txBody>
          </p:sp>
          <p:sp>
            <p:nvSpPr>
              <p:cNvPr descr="86292f65-17c0-4397-8375-8f516e63b5ab" id="2" name="Bullet1">
                <a:extLst>
                  <a:ext uri="{FF2B5EF4-FFF2-40B4-BE49-F238E27FC236}">
                    <a16:creationId id="{9AF84ACC-AF39-4279-AB46-E56FCDF929BC}"/>
                  </a:ext>
                </a:extLst>
              </p:cNvPr>
              <p:cNvSpPr txBox="1"/>
              <p:nvPr/>
            </p:nvSpPr>
            <p:spPr>
              <a:xfrm flipH="false" flipV="false">
                <a:off x="1185169" y="3501481"/>
                <a:ext cx="2844409" cy="719708"/>
              </a:xfrm>
              <a:prstGeom prst="rect">
                <a:avLst/>
              </a:prstGeom>
              <a:noFill/>
            </p:spPr>
            <p:txBody>
              <a:bodyPr anchor="b" anchorCtr="false" rtlCol="0" wrap="square">
                <a:normAutofit/>
              </a:bodyPr>
              <a:lstStyle/>
              <a:p>
                <a:pPr algn="l"/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pandas库功能</a:t>
                </a:r>
              </a:p>
            </p:txBody>
          </p:sp>
        </p:grpSp>
        <p:grpSp>
          <p:nvGrpSpPr>
            <p:cNvPr descr="32f8863b-d985-4d4f-ba77-93038f0254e4" id="27" name="组合 26">
              <a:extLst>
                <a:ext uri="{FF2B5EF4-FFF2-40B4-BE49-F238E27FC236}">
                  <a16:creationId id="{F082E479-D7DB-9662-6813-0F9F03E54875}"/>
                </a:ext>
              </a:extLst>
            </p:cNvPr>
            <p:cNvGrpSpPr/>
            <p:nvPr/>
          </p:nvGrpSpPr>
          <p:grpSpPr>
            <a:xfrm>
              <a:off x="4736891" y="2737627"/>
              <a:ext cx="2873285" cy="3183669"/>
              <a:chOff x="4736891" y="2737627"/>
              <a:chExt cx="2873285" cy="3183669"/>
            </a:xfrm>
          </p:grpSpPr>
          <p:sp>
            <p:nvSpPr>
              <p:cNvPr descr="72db3f29-84dd-4260-aaa7-d165d8ff9895" id="5" name="Text2">
                <a:extLst>
                  <a:ext uri="{FF2B5EF4-FFF2-40B4-BE49-F238E27FC236}">
                    <a16:creationId id="{210E0045-2650-4860-9B5C-9E43FD99A812}"/>
                  </a:ext>
                </a:extLst>
              </p:cNvPr>
              <p:cNvSpPr txBox="1"/>
              <p:nvPr/>
            </p:nvSpPr>
            <p:spPr>
              <a:xfrm flipH="false" flipV="false">
                <a:off x="4765766" y="4221188"/>
                <a:ext cx="2844409" cy="1700108"/>
              </a:xfrm>
              <a:prstGeom prst="rect">
                <a:avLst/>
              </a:prstGeom>
              <a:noFill/>
            </p:spPr>
            <p:txBody>
              <a:bodyPr anchorCtr="false" rtlCol="0" wrap="square">
                <a:normAutofit/>
              </a:bodyPr>
              <a:lstStyle>
                <a:defPPr>
                  <a:defRPr lang="zh-CN"/>
                </a:defPPr>
                <a:lvl1pPr>
                  <a:lnSpc>
                    <a:spcPts val="1500"/>
                  </a:lnSpc>
                  <a:defRPr sz="900"/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进行数值计算，支持高效的数组操作。</a:t>
                </a:r>
              </a:p>
            </p:txBody>
          </p:sp>
          <p:sp>
            <p:nvSpPr>
              <p:cNvPr descr="7e5d3e70-f59e-4b62-9be6-f143be644bb9" id="9" name="Number2">
                <a:extLst>
                  <a:ext uri="{FF2B5EF4-FFF2-40B4-BE49-F238E27FC236}">
                    <a16:creationId id="{11385C60-2D04-4CD1-86BA-7A1142490EAE}"/>
                  </a:ext>
                </a:extLst>
              </p:cNvPr>
              <p:cNvSpPr txBox="1"/>
              <p:nvPr/>
            </p:nvSpPr>
            <p:spPr>
              <a:xfrm flipH="false" flipV="false">
                <a:off x="4736891" y="2737627"/>
                <a:ext cx="639919" cy="584775"/>
              </a:xfrm>
              <a:prstGeom prst="rect">
                <a:avLst/>
              </a:prstGeom>
              <a:noFill/>
              <a:effectLst/>
            </p:spPr>
            <p:txBody>
              <a:bodyPr anchorCtr="false" rtlCol="0" wrap="none">
                <a:spAutoFit/>
              </a:bodyPr>
              <a:lstStyle>
                <a:defPPr>
                  <a:defRPr lang="zh-CN"/>
                </a:defPPr>
                <a:lvl1pPr>
                  <a:defRPr b="1" i="1" sz="3200">
                    <a:gradFill>
                      <a:gsLst>
                        <a:gs pos="0">
                          <a:schemeClr val="accent2">
                            <a:lumMod val="60000"/>
                            <a:lumOff val="40000"/>
                          </a:schemeClr>
                        </a:gs>
                        <a:gs pos="60000">
                          <a:schemeClr val="accent2"/>
                        </a:gs>
                      </a:gsLst>
                      <a:lin ang="2700000" scaled="0"/>
                    </a:gradFill>
                    <a:effectLst>
                      <a:outerShdw algn="ctr" blurRad="76200" dir="5400000" dist="50800" rotWithShape="0">
                        <a:schemeClr val="accent2">
                          <a:alpha val="20000"/>
                        </a:schemeClr>
                      </a:outerShdw>
                    </a:effectLst>
                  </a:defRPr>
                </a:lvl1pPr>
              </a:lstStyle>
              <a:p>
                <a:pPr algn="l"/>
                <a:r>
                  <a:rPr b="true" i="true" lang="en-US" sz="3200" u="none">
                    <a:solidFill>
                      <a:srgbClr val="1E4DCD"/>
                    </a:solidFill>
                    <a:latin typeface="Arial"/>
                  </a:rPr>
                  <a:t>02</a:t>
                </a:r>
              </a:p>
            </p:txBody>
          </p:sp>
          <p:sp>
            <p:nvSpPr>
              <p:cNvPr descr="97786ce4-c338-47ad-ae7e-a232e796b5b5" id="4" name="Bullet2">
                <a:extLst>
                  <a:ext uri="{FF2B5EF4-FFF2-40B4-BE49-F238E27FC236}">
                    <a16:creationId id="{48C58392-8FCC-42DE-AAFE-059518F99D16}"/>
                  </a:ext>
                </a:extLst>
              </p:cNvPr>
              <p:cNvSpPr txBox="1"/>
              <p:nvPr/>
            </p:nvSpPr>
            <p:spPr>
              <a:xfrm flipH="false" flipV="false">
                <a:off x="4765767" y="3501481"/>
                <a:ext cx="2844409" cy="719708"/>
              </a:xfrm>
              <a:prstGeom prst="rect">
                <a:avLst/>
              </a:prstGeom>
              <a:noFill/>
            </p:spPr>
            <p:txBody>
              <a:bodyPr anchor="b" anchorCtr="false" rtlCol="0" wrap="square">
                <a:normAutofit/>
              </a:bodyPr>
              <a:lstStyle>
                <a:defPPr>
                  <a:defRPr lang="zh-CN"/>
                </a:defPPr>
                <a:lvl1pPr>
                  <a:defRPr b="1" sz="1400">
                    <a:gradFill>
                      <a:gsLst>
                        <a:gs pos="0">
                          <a:schemeClr val="accent2">
                            <a:lumMod val="60000"/>
                            <a:lumOff val="40000"/>
                          </a:schemeClr>
                        </a:gs>
                        <a:gs pos="60000">
                          <a:schemeClr val="accent2"/>
                        </a:gs>
                      </a:gsLst>
                      <a:lin ang="2700000" scaled="0"/>
                    </a:gradFill>
                  </a:defRPr>
                </a:lvl1pPr>
              </a:lstStyle>
              <a:p>
                <a:pPr algn="l"/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numpy库用途</a:t>
                </a:r>
              </a:p>
            </p:txBody>
          </p:sp>
        </p:grpSp>
        <p:grpSp>
          <p:nvGrpSpPr>
            <p:cNvPr descr="5d0909cf-1129-4aa2-bb07-ddbbe35f4412" id="28" name="组合 27">
              <a:extLst>
                <a:ext uri="{FF2B5EF4-FFF2-40B4-BE49-F238E27FC236}">
                  <a16:creationId id="{6423E8A4-E5F0-06BF-CEB8-54D3A6C8A1AE}"/>
                </a:ext>
              </a:extLst>
            </p:cNvPr>
            <p:cNvGrpSpPr/>
            <p:nvPr/>
          </p:nvGrpSpPr>
          <p:grpSpPr>
            <a:xfrm>
              <a:off x="8327013" y="2737627"/>
              <a:ext cx="2873285" cy="3183669"/>
              <a:chOff x="8327013" y="2737627"/>
              <a:chExt cx="2873285" cy="3183669"/>
            </a:xfrm>
          </p:grpSpPr>
          <p:sp>
            <p:nvSpPr>
              <p:cNvPr descr="f784051d-7676-4e2e-9dc8-36500b3ddffe" id="7" name="Text3">
                <a:extLst>
                  <a:ext uri="{FF2B5EF4-FFF2-40B4-BE49-F238E27FC236}">
                    <a16:creationId id="{AF75D14A-EEA5-465A-A0F0-8E7B2A7F19D7}"/>
                  </a:ext>
                </a:extLst>
              </p:cNvPr>
              <p:cNvSpPr txBox="1"/>
              <p:nvPr/>
            </p:nvSpPr>
            <p:spPr>
              <a:xfrm flipH="false" flipV="false">
                <a:off x="8355888" y="4221188"/>
                <a:ext cx="2844409" cy="1700108"/>
              </a:xfrm>
              <a:prstGeom prst="rect">
                <a:avLst/>
              </a:prstGeom>
              <a:noFill/>
            </p:spPr>
            <p:txBody>
              <a:bodyPr anchorCtr="false" rtlCol="0" wrap="square">
                <a:normAutofit/>
              </a:bodyPr>
              <a:lstStyle>
                <a:defPPr>
                  <a:defRPr lang="zh-CN"/>
                </a:defPPr>
                <a:lvl1pPr>
                  <a:lnSpc>
                    <a:spcPts val="1500"/>
                  </a:lnSpc>
                  <a:defRPr sz="900"/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如matplotlib、scikit - learn等库在可视化和机器学习方面发挥作用。</a:t>
                </a:r>
              </a:p>
            </p:txBody>
          </p:sp>
          <p:sp>
            <p:nvSpPr>
              <p:cNvPr descr="bf16c1d3-769a-480f-967a-30a76c4a24d3" id="10" name="Number3">
                <a:extLst>
                  <a:ext uri="{FF2B5EF4-FFF2-40B4-BE49-F238E27FC236}">
                    <a16:creationId id="{E6665CCB-DDE3-49D6-BB34-0BBFED45FE5B}"/>
                  </a:ext>
                </a:extLst>
              </p:cNvPr>
              <p:cNvSpPr txBox="1"/>
              <p:nvPr/>
            </p:nvSpPr>
            <p:spPr>
              <a:xfrm flipH="false" flipV="false">
                <a:off x="8327013" y="2737627"/>
                <a:ext cx="639919" cy="584775"/>
              </a:xfrm>
              <a:prstGeom prst="rect">
                <a:avLst/>
              </a:prstGeom>
              <a:solidFill>
                <a:schemeClr val="bg1"/>
              </a:solidFill>
              <a:effectLst/>
            </p:spPr>
            <p:txBody>
              <a:bodyPr anchorCtr="false" rtlCol="0" wrap="none">
                <a:spAutoFit/>
              </a:bodyPr>
              <a:lstStyle>
                <a:defPPr>
                  <a:defRPr lang="zh-CN"/>
                </a:defPPr>
                <a:lvl1pPr>
                  <a:defRPr b="1" i="1" sz="3200">
                    <a:gradFill>
                      <a:gsLst>
                        <a:gs pos="0">
                          <a:schemeClr val="accent3">
                            <a:lumMod val="60000"/>
                            <a:lumOff val="40000"/>
                          </a:schemeClr>
                        </a:gs>
                        <a:gs pos="60000">
                          <a:schemeClr val="accent3"/>
                        </a:gs>
                      </a:gsLst>
                      <a:lin ang="2700000" scaled="0"/>
                    </a:gradFill>
                    <a:effectLst>
                      <a:outerShdw algn="ctr" blurRad="76200" dir="5400000" dist="50800" rotWithShape="0">
                        <a:schemeClr val="accent3">
                          <a:alpha val="20000"/>
                        </a:schemeClr>
                      </a:outerShdw>
                    </a:effectLst>
                  </a:defRPr>
                </a:lvl1pPr>
              </a:lstStyle>
              <a:p>
                <a:pPr algn="l"/>
                <a:r>
                  <a:rPr b="true" i="true" lang="en-US" sz="3200" u="none">
                    <a:solidFill>
                      <a:srgbClr val="F0F0F0"/>
                    </a:solidFill>
                    <a:latin typeface="Arial"/>
                  </a:rPr>
                  <a:t>03</a:t>
                </a:r>
              </a:p>
            </p:txBody>
          </p:sp>
          <p:sp>
            <p:nvSpPr>
              <p:cNvPr descr="23c983c3-c95c-4e8a-a1a8-e0a8b9f61b49" id="6" name="Bullet3">
                <a:extLst>
                  <a:ext uri="{FF2B5EF4-FFF2-40B4-BE49-F238E27FC236}">
                    <a16:creationId id="{0313E0C5-A949-4584-B225-2BF1100287F8}"/>
                  </a:ext>
                </a:extLst>
              </p:cNvPr>
              <p:cNvSpPr txBox="1"/>
              <p:nvPr/>
            </p:nvSpPr>
            <p:spPr>
              <a:xfrm flipH="false" flipV="false">
                <a:off x="8355889" y="3501481"/>
                <a:ext cx="2844409" cy="719708"/>
              </a:xfrm>
              <a:prstGeom prst="rect">
                <a:avLst/>
              </a:prstGeom>
              <a:noFill/>
            </p:spPr>
            <p:txBody>
              <a:bodyPr anchor="b" anchorCtr="false" rtlCol="0" wrap="square">
                <a:normAutofit/>
              </a:bodyPr>
              <a:lstStyle/>
              <a:p>
                <a:pPr algn="l"/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其他库作用</a:t>
                </a:r>
              </a:p>
            </p:txBody>
          </p:sp>
        </p:grpSp>
      </p:grpSp>
      <p:sp>
        <p:nvSpPr>
          <p:cNvPr descr="697f60e6-d590-4202-9a4a-bde26f963db9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FFFFFF"/>
                </a:solidFill>
                <a:ea typeface="微软雅黑"/>
              </a:rPr>
              <a:t>核心库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d02ccbd0-4c6c-4323-a7a7-5215cc2c0b22" id="5" name="209b288e-08fb-4dd4-aa76-a4b68b900cab.source.4.zh-Hans.pptx">
            <a:extLst>
              <a:ext uri="{FF2B5EF4-FFF2-40B4-BE49-F238E27FC236}">
                <a16:creationId id="{5F297852-8D51-3ECF-5688-44B9D764060C}"/>
              </a:ext>
            </a:extLst>
          </p:cNvPr>
          <p:cNvGrpSpPr/>
          <p:nvPr/>
        </p:nvGrpSpPr>
        <p:grpSpPr>
          <a:xfrm>
            <a:off x="660400" y="1130300"/>
            <a:ext cx="10858500" cy="5015635"/>
            <a:chOff x="660400" y="1130300"/>
            <a:chExt cx="10858500" cy="5015635"/>
          </a:xfrm>
        </p:grpSpPr>
        <p:sp>
          <p:nvSpPr>
            <p:cNvPr descr="d95393ac-8d36-4ddf-8586-14d65d932daf" id="2" name="Title">
              <a:extLst>
                <a:ext uri="{FF2B5EF4-FFF2-40B4-BE49-F238E27FC236}">
                  <a16:creationId id="{3844F5FF-0938-3FBD-F4D4-7D7DB63B6403}"/>
                </a:ext>
              </a:extLst>
            </p:cNvPr>
            <p:cNvSpPr>
              <a:spLocks/>
            </p:cNvSpPr>
            <p:nvPr/>
          </p:nvSpPr>
          <p:spPr>
            <a:xfrm flipH="false" flipV="false">
              <a:off x="660400" y="1130300"/>
              <a:ext cx="10858500" cy="4901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bIns="45720" lIns="91440" rIns="91440" rtlCol="0" tIns="45720" wrap="square">
              <a:normAutofit/>
            </a:bodyPr>
            <a:lstStyle>
              <a:defPPr>
                <a:defRPr lang="en-US"/>
              </a:defPPr>
              <a:lvl1pPr algn="l" defTabSz="914400" eaLnBrk="1" hangingPunct="1" latinLnBrk="0" marL="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algn="l" defTabSz="914400" eaLnBrk="1" hangingPunct="1" latinLnBrk="0" marL="4572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algn="l" defTabSz="914400" eaLnBrk="1" hangingPunct="1" latinLnBrk="0" marL="9144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algn="l" defTabSz="914400" eaLnBrk="1" hangingPunct="1" latinLnBrk="0" marL="13716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algn="l" defTabSz="914400" eaLnBrk="1" hangingPunct="1" latinLnBrk="0" marL="18288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algn="l" defTabSz="914400" eaLnBrk="1" hangingPunct="1" latinLnBrk="0" marL="22860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algn="l" defTabSz="914400" eaLnBrk="1" hangingPunct="1" latinLnBrk="0" marL="27432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algn="l" defTabSz="914400" eaLnBrk="1" hangingPunct="1" latinLnBrk="0" marL="32004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algn="l" defTabSz="914400" eaLnBrk="1" hangingPunct="1" latinLnBrk="0" marL="3657600" rtl="0">
                <a:defRPr kern="1200"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b="true" i="false" lang="en-US" sz="2400" u="none">
                  <a:solidFill>
                    <a:srgbClr val="FFFFFF"/>
                  </a:solidFill>
                  <a:ea typeface="微软雅黑"/>
                </a:rPr>
                <a:t>掌握项目所用算法</a:t>
              </a:r>
            </a:p>
          </p:txBody>
        </p:sp>
        <p:grpSp>
          <p:nvGrpSpPr>
            <p:cNvPr descr="4a2789f0-3a2a-4f55-a303-7c056c1a4061" id="7" name="组合 6">
              <a:extLst>
                <a:ext uri="{FF2B5EF4-FFF2-40B4-BE49-F238E27FC236}">
                  <a16:creationId id="{1B3C87EA-C425-575D-1405-A61AA1240B9E}"/>
                </a:ext>
              </a:extLst>
            </p:cNvPr>
            <p:cNvGrpSpPr/>
            <p:nvPr/>
          </p:nvGrpSpPr>
          <p:grpSpPr>
            <a:xfrm>
              <a:off x="660400" y="1655179"/>
              <a:ext cx="5298964" cy="2102629"/>
              <a:chOff x="660400" y="1655179"/>
              <a:chExt cx="5298964" cy="2102629"/>
            </a:xfrm>
          </p:grpSpPr>
          <p:sp>
            <p:nvSpPr>
              <p:cNvPr descr="3eaa1636-13ab-4ae8-ab1b-0eaf6f32ba77" id="6" name="ComponentBackground1">
                <a:extLst>
                  <a:ext uri="{FF2B5EF4-FFF2-40B4-BE49-F238E27FC236}">
                    <a16:creationId id="{948AD202-2DE0-E849-BC6A-32A10C8D4113}"/>
                  </a:ext>
                </a:extLst>
              </p:cNvPr>
              <p:cNvSpPr/>
              <p:nvPr/>
            </p:nvSpPr>
            <p:spPr>
              <a:xfrm flipH="false" flipV="false">
                <a:off x="663464" y="1655179"/>
                <a:ext cx="5295900" cy="2102629"/>
              </a:xfrm>
              <a:prstGeom prst="roundRect">
                <a:avLst>
                  <a:gd fmla="val 3600" name="adj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a0f2b49b-ff2b-461b-aaf3-c156f37b743b" id="3" name="Text1">
                <a:extLst>
                  <a:ext uri="{FF2B5EF4-FFF2-40B4-BE49-F238E27FC236}">
                    <a16:creationId id="{FD540982-1B08-2F15-3E97-020E2C98B10A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232157" y="2088337"/>
                <a:ext cx="4679693" cy="1568736"/>
              </a:xfrm>
              <a:prstGeom prst="rect">
                <a:avLst/>
              </a:prstGeom>
              <a:noFill/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用于项目层级分类，提供概率化分层。</a:t>
                </a:r>
              </a:p>
            </p:txBody>
          </p:sp>
          <p:sp>
            <p:nvSpPr>
              <p:cNvPr descr="9d875917-2514-478b-a5d6-319446c89f08" id="4" name="Bullet1">
                <a:extLst>
                  <a:ext uri="{FF2B5EF4-FFF2-40B4-BE49-F238E27FC236}">
                    <a16:creationId id="{0DD59E78-560C-0726-939B-A74C6AB0556F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232157" y="1697384"/>
                <a:ext cx="4679693" cy="390954"/>
              </a:xfrm>
              <a:prstGeom prst="rect">
                <a:avLst/>
              </a:prstGeom>
              <a:noFill/>
            </p:spPr>
            <p:txBody>
              <a:bodyPr anchor="ctr" anchorCtr="false" rtlCol="0" wrap="square">
                <a:norm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true" i="false" lang="en-US" strike="noStrike" sz="1800" u="none">
                    <a:solidFill>
                      <a:srgbClr val="FFFFFF"/>
                    </a:solidFill>
                    <a:latin typeface="Arial"/>
                  </a:rPr>
                  <a:t>GMM算法应用</a:t>
                </a:r>
              </a:p>
            </p:txBody>
          </p:sp>
          <p:sp>
            <p:nvSpPr>
              <p:cNvPr descr="638f3f54-c70d-4f1d-b83c-b325b7382a0f" id="26" name="Number1">
                <a:extLst>
                  <a:ext uri="{FF2B5EF4-FFF2-40B4-BE49-F238E27FC236}">
                    <a16:creationId id="{00E43E6E-210D-69E9-4F62-0D4B4067545C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660400" y="1657350"/>
                <a:ext cx="456814" cy="45681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none">
                <a:normAutofit/>
              </a:bodyPr>
              <a:lstStyle/>
              <a:p>
                <a:pPr algn="ctr"/>
                <a:r>
                  <a:rPr b="false" i="false" lang="en-US" sz="1600" u="none">
                    <a:solidFill>
                      <a:srgbClr val="FFFFFF"/>
                    </a:solidFill>
                    <a:latin typeface="Arial"/>
                  </a:rPr>
                  <a:t>1</a:t>
                </a:r>
              </a:p>
            </p:txBody>
          </p:sp>
        </p:grpSp>
        <p:grpSp>
          <p:nvGrpSpPr>
            <p:cNvPr descr="89fcd61f-51db-4f32-ad7b-38951ff74f7a" id="9" name="组合 8">
              <a:extLst>
                <a:ext uri="{FF2B5EF4-FFF2-40B4-BE49-F238E27FC236}">
                  <a16:creationId id="{F52F57A5-025E-6318-0494-80ECB93C96CB}"/>
                </a:ext>
              </a:extLst>
            </p:cNvPr>
            <p:cNvGrpSpPr/>
            <p:nvPr/>
          </p:nvGrpSpPr>
          <p:grpSpPr>
            <a:xfrm>
              <a:off x="660400" y="4043306"/>
              <a:ext cx="5298964" cy="2102629"/>
              <a:chOff x="660400" y="2791234"/>
              <a:chExt cx="5298964" cy="2102629"/>
            </a:xfrm>
          </p:grpSpPr>
          <p:sp>
            <p:nvSpPr>
              <p:cNvPr descr="970601cc-1fae-4d05-b4f2-0b74e1c1aa51" id="146" name="ComponentBackground2">
                <a:extLst>
                  <a:ext uri="{FF2B5EF4-FFF2-40B4-BE49-F238E27FC236}">
                    <a16:creationId id="{8909AC97-8F53-5A29-5572-5B0F3110732F}"/>
                  </a:ext>
                </a:extLst>
              </p:cNvPr>
              <p:cNvSpPr/>
              <p:nvPr/>
            </p:nvSpPr>
            <p:spPr>
              <a:xfrm flipH="false" flipV="false">
                <a:off x="663464" y="2791234"/>
                <a:ext cx="5295900" cy="2102629"/>
              </a:xfrm>
              <a:prstGeom prst="roundRect">
                <a:avLst>
                  <a:gd fmla="val 3600" name="adj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6ddb3d62-dd94-44ce-b5ec-e01371c16052" id="148" name="Text2">
                <a:extLst>
                  <a:ext uri="{FF2B5EF4-FFF2-40B4-BE49-F238E27FC236}">
                    <a16:creationId id="{2EAE341D-BBAC-BF1A-E5D1-3B240E72DEEE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232157" y="3224392"/>
                <a:ext cx="4679693" cy="1568736"/>
              </a:xfrm>
              <a:prstGeom prst="rect">
                <a:avLst/>
              </a:prstGeom>
              <a:noFill/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包括线性回归、指数回归等，用于趋势预测。</a:t>
                </a:r>
              </a:p>
            </p:txBody>
          </p:sp>
          <p:sp>
            <p:nvSpPr>
              <p:cNvPr descr="ab76575f-dc8d-484a-8906-17ec117d80a2" id="149" name="Bullet2">
                <a:extLst>
                  <a:ext uri="{FF2B5EF4-FFF2-40B4-BE49-F238E27FC236}">
                    <a16:creationId id="{06344DDE-9418-B2BB-B925-9FDCA199E392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232157" y="2833439"/>
                <a:ext cx="4679693" cy="390954"/>
              </a:xfrm>
              <a:prstGeom prst="rect">
                <a:avLst/>
              </a:prstGeom>
              <a:noFill/>
            </p:spPr>
            <p:txBody>
              <a:bodyPr anchor="ctr" anchorCtr="false" rtlCol="0" wrap="square">
                <a:norm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true" i="false" lang="en-US" strike="noStrike" sz="1800" u="none">
                    <a:solidFill>
                      <a:srgbClr val="FFFFFF"/>
                    </a:solidFill>
                    <a:ea typeface="微软雅黑"/>
                  </a:rPr>
                  <a:t>回归算法类型</a:t>
                </a:r>
              </a:p>
            </p:txBody>
          </p:sp>
          <p:sp>
            <p:nvSpPr>
              <p:cNvPr descr="f303e7da-6bdc-453a-bca9-ddd489067c10" id="145" name="Number2">
                <a:extLst>
                  <a:ext uri="{FF2B5EF4-FFF2-40B4-BE49-F238E27FC236}">
                    <a16:creationId id="{DFDFB305-DFB6-0644-071D-D187B34FF7A1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660400" y="2793405"/>
                <a:ext cx="456814" cy="45681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none">
                <a:normAutofit/>
              </a:bodyPr>
              <a:lstStyle/>
              <a:p>
                <a:pPr algn="ctr"/>
                <a:r>
                  <a:rPr b="false" i="false" lang="en-US" sz="1600" u="none">
                    <a:solidFill>
                      <a:srgbClr val="FFFFFF"/>
                    </a:solidFill>
                    <a:latin typeface="Arial"/>
                  </a:rPr>
                  <a:t>2</a:t>
                </a:r>
              </a:p>
            </p:txBody>
          </p:sp>
        </p:grpSp>
        <p:grpSp>
          <p:nvGrpSpPr>
            <p:cNvPr descr="f7e60458-f251-4d0d-8457-1ba5d97f22b9" id="11" name="组合 10">
              <a:extLst>
                <a:ext uri="{FF2B5EF4-FFF2-40B4-BE49-F238E27FC236}">
                  <a16:creationId id="{4F33A30E-F656-1064-54B5-630A77405E34}"/>
                </a:ext>
              </a:extLst>
            </p:cNvPr>
            <p:cNvGrpSpPr/>
            <p:nvPr/>
          </p:nvGrpSpPr>
          <p:grpSpPr>
            <a:xfrm>
              <a:off x="6219936" y="1655179"/>
              <a:ext cx="5298964" cy="2102629"/>
              <a:chOff x="660400" y="5063345"/>
              <a:chExt cx="5298964" cy="2102629"/>
            </a:xfrm>
          </p:grpSpPr>
          <p:sp>
            <p:nvSpPr>
              <p:cNvPr descr="7a00ad8e-5e97-48a4-b9b9-2393f7375246" id="174" name="ComponentBackground3">
                <a:extLst>
                  <a:ext uri="{FF2B5EF4-FFF2-40B4-BE49-F238E27FC236}">
                    <a16:creationId id="{45601CBE-FD43-6DD9-DC5F-0413C221D575}"/>
                  </a:ext>
                </a:extLst>
              </p:cNvPr>
              <p:cNvSpPr/>
              <p:nvPr/>
            </p:nvSpPr>
            <p:spPr>
              <a:xfrm flipH="false" flipV="false">
                <a:off x="663464" y="5063345"/>
                <a:ext cx="5295900" cy="2102629"/>
              </a:xfrm>
              <a:prstGeom prst="roundRect">
                <a:avLst>
                  <a:gd fmla="val 3600" name="adj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7d9f8af8-ccfc-431d-8aea-f57934ba74ba" id="176" name="Text3">
                <a:extLst>
                  <a:ext uri="{FF2B5EF4-FFF2-40B4-BE49-F238E27FC236}">
                    <a16:creationId id="{9D759130-4B59-0B10-FE95-C5FA9AD6A209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232157" y="5496503"/>
                <a:ext cx="4679693" cy="1568736"/>
              </a:xfrm>
              <a:prstGeom prst="rect">
                <a:avLst/>
              </a:prstGeom>
              <a:noFill/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是多准则决策方法，用于健康评估。</a:t>
                </a:r>
              </a:p>
            </p:txBody>
          </p:sp>
          <p:sp>
            <p:nvSpPr>
              <p:cNvPr descr="3bac6ff9-576b-44b2-85ad-f60e31c2aa9e" id="177" name="Bullet3">
                <a:extLst>
                  <a:ext uri="{FF2B5EF4-FFF2-40B4-BE49-F238E27FC236}">
                    <a16:creationId id="{DB352ECE-1564-710A-FEE5-5F260E9E7614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232157" y="5105550"/>
                <a:ext cx="4679693" cy="390954"/>
              </a:xfrm>
              <a:prstGeom prst="rect">
                <a:avLst/>
              </a:prstGeom>
              <a:noFill/>
            </p:spPr>
            <p:txBody>
              <a:bodyPr anchor="ctr" anchorCtr="false" rtlCol="0" wrap="square">
                <a:norm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true" i="false" lang="en-US" strike="noStrike" sz="1800" u="none">
                    <a:solidFill>
                      <a:srgbClr val="FFFFFF"/>
                    </a:solidFill>
                    <a:latin typeface="Arial"/>
                  </a:rPr>
                  <a:t>AHP算法原理</a:t>
                </a:r>
              </a:p>
            </p:txBody>
          </p:sp>
          <p:sp>
            <p:nvSpPr>
              <p:cNvPr descr="9cf12e94-2cd3-4e81-980b-39036071b959" id="173" name="Number3">
                <a:extLst>
                  <a:ext uri="{FF2B5EF4-FFF2-40B4-BE49-F238E27FC236}">
                    <a16:creationId id="{C1145F05-374F-33B6-AAEF-84E9164B8D7E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660400" y="5065516"/>
                <a:ext cx="456814" cy="45681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none">
                <a:normAutofit/>
              </a:bodyPr>
              <a:lstStyle/>
              <a:p>
                <a:pPr algn="ctr"/>
                <a:r>
                  <a:rPr b="false" i="false" lang="en-US" sz="1600" u="none">
                    <a:solidFill>
                      <a:srgbClr val="FFFFFF"/>
                    </a:solidFill>
                    <a:latin typeface="Arial"/>
                  </a:rPr>
                  <a:t>3</a:t>
                </a:r>
              </a:p>
            </p:txBody>
          </p:sp>
        </p:grpSp>
        <p:grpSp>
          <p:nvGrpSpPr>
            <p:cNvPr descr="3e8f2916-adf5-4641-a3c5-309ff69b1a33" id="12" name="组合 11">
              <a:extLst>
                <a:ext uri="{FF2B5EF4-FFF2-40B4-BE49-F238E27FC236}">
                  <a16:creationId id="{7109D5D2-6FD1-C215-6D8E-BDF7D43A6AB0}"/>
                </a:ext>
              </a:extLst>
            </p:cNvPr>
            <p:cNvGrpSpPr/>
            <p:nvPr/>
          </p:nvGrpSpPr>
          <p:grpSpPr>
            <a:xfrm>
              <a:off x="6219936" y="4043306"/>
              <a:ext cx="5298964" cy="2102629"/>
              <a:chOff x="6219936" y="1655179"/>
              <a:chExt cx="5298964" cy="2102629"/>
            </a:xfrm>
          </p:grpSpPr>
          <p:sp>
            <p:nvSpPr>
              <p:cNvPr descr="e36468e2-4862-4922-ae46-ed6e4bfcd7f6" id="181" name="ComponentBackground4">
                <a:extLst>
                  <a:ext uri="{FF2B5EF4-FFF2-40B4-BE49-F238E27FC236}">
                    <a16:creationId id="{FEAC2597-B15B-AEEA-C324-E7816D348751}"/>
                  </a:ext>
                </a:extLst>
              </p:cNvPr>
              <p:cNvSpPr/>
              <p:nvPr/>
            </p:nvSpPr>
            <p:spPr>
              <a:xfrm flipH="false" flipV="false">
                <a:off x="6223000" y="1655179"/>
                <a:ext cx="5295900" cy="2102629"/>
              </a:xfrm>
              <a:prstGeom prst="roundRect">
                <a:avLst>
                  <a:gd fmla="val 3600" name="adj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fc4ff97e-8019-47ee-95c0-de420420220e" id="183" name="Text4">
                <a:extLst>
                  <a:ext uri="{FF2B5EF4-FFF2-40B4-BE49-F238E27FC236}">
                    <a16:creationId id="{EBDEB59B-87B5-E193-A89E-662246E466C9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6791693" y="2088337"/>
                <a:ext cx="4679693" cy="1568736"/>
              </a:xfrm>
              <a:prstGeom prst="rect">
                <a:avLst/>
              </a:prstGeom>
              <a:noFill/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用于Bus Factor分析，计算贡献者风险。</a:t>
                </a:r>
              </a:p>
            </p:txBody>
          </p:sp>
          <p:sp>
            <p:nvSpPr>
              <p:cNvPr descr="3aac06fa-79d3-4e03-b98b-542326a3b5d1" id="184" name="Bullet4">
                <a:extLst>
                  <a:ext uri="{FF2B5EF4-FFF2-40B4-BE49-F238E27FC236}">
                    <a16:creationId id="{01DBDEF3-1CAC-5CA4-0F8D-667A7F0C6A0A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6791693" y="1697384"/>
                <a:ext cx="4679693" cy="390954"/>
              </a:xfrm>
              <a:prstGeom prst="rect">
                <a:avLst/>
              </a:prstGeom>
              <a:noFill/>
            </p:spPr>
            <p:txBody>
              <a:bodyPr anchor="ctr" anchorCtr="false" rtlCol="0" wrap="square">
                <a:normAutofit/>
              </a:bodyPr>
              <a:lstStyle>
                <a:defPPr>
                  <a:defRPr lang="en-US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true" i="false" lang="en-US" strike="noStrike" sz="1800" u="none">
                    <a:solidFill>
                      <a:srgbClr val="FFFFFF"/>
                    </a:solidFill>
                    <a:ea typeface="微软雅黑"/>
                  </a:rPr>
                  <a:t>熵模型作用</a:t>
                </a:r>
              </a:p>
            </p:txBody>
          </p:sp>
          <p:sp>
            <p:nvSpPr>
              <p:cNvPr descr="a2ed756a-85b4-4305-aeb5-1cfc42dfef43" id="180" name="Number4">
                <a:extLst>
                  <a:ext uri="{FF2B5EF4-FFF2-40B4-BE49-F238E27FC236}">
                    <a16:creationId id="{4BE78D59-FE96-3909-F9DA-6B6C79B3701B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6219936" y="1657350"/>
                <a:ext cx="456814" cy="45681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 wrap="none">
                <a:normAutofit/>
              </a:bodyPr>
              <a:lstStyle/>
              <a:p>
                <a:pPr algn="ctr"/>
                <a:r>
                  <a:rPr b="false" i="false" lang="en-US" sz="1600" u="none">
                    <a:solidFill>
                      <a:srgbClr val="FFFFFF"/>
                    </a:solidFill>
                    <a:latin typeface="Arial"/>
                  </a:rPr>
                  <a:t>4</a:t>
                </a:r>
              </a:p>
            </p:txBody>
          </p:sp>
        </p:grpSp>
      </p:grpSp>
      <p:sp>
        <p:nvSpPr>
          <p:cNvPr descr="697f60e6-d590-4202-9a4a-bde26f963db9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FFFFFF"/>
                </a:solidFill>
                <a:ea typeface="微软雅黑"/>
              </a:rPr>
              <a:t>算法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8b85e12f-5737-4f85-ba1e-568d421a254b" id="19" name="4eda1e78-9da9-4086-8953-14b97d158819.source.3.zh-Hans.pptx">
            <a:extLst>
              <a:ext uri="{FF2B5EF4-FFF2-40B4-BE49-F238E27FC236}">
                <a16:creationId id="{C9D56EE2-5090-F3CA-BEBC-7250521CA70E}"/>
              </a:ext>
            </a:extLst>
          </p:cNvPr>
          <p:cNvGrpSpPr/>
          <p:nvPr/>
        </p:nvGrpSpPr>
        <p:grpSpPr>
          <a:xfrm>
            <a:off x="660399" y="1130301"/>
            <a:ext cx="10858500" cy="5003805"/>
            <a:chOff x="660399" y="1130301"/>
            <a:chExt cx="10858500" cy="5003805"/>
          </a:xfrm>
        </p:grpSpPr>
        <p:grpSp>
          <p:nvGrpSpPr>
            <p:cNvPr descr="a1ddc4fa-6bf0-44c6-b542-0e4c65a7f350" id="3" name="组合 2">
              <a:extLst>
                <a:ext uri="{FF2B5EF4-FFF2-40B4-BE49-F238E27FC236}">
                  <a16:creationId id="{217EF1E2-0AA5-997D-302B-24AF187BB991}"/>
                </a:ext>
              </a:extLst>
            </p:cNvPr>
            <p:cNvGrpSpPr/>
            <p:nvPr/>
          </p:nvGrpSpPr>
          <p:grpSpPr>
            <a:xfrm>
              <a:off x="660399" y="1130301"/>
              <a:ext cx="10858500" cy="5003805"/>
              <a:chOff x="660399" y="1130301"/>
              <a:chExt cx="10858500" cy="5003805"/>
            </a:xfrm>
          </p:grpSpPr>
          <p:sp>
            <p:nvSpPr>
              <p:cNvPr descr="b615a4a9-0494-4628-8885-64fafbace060" id="2" name="Title">
                <a:extLst>
                  <a:ext uri="{FF2B5EF4-FFF2-40B4-BE49-F238E27FC236}">
                    <a16:creationId id="{230999F1-7773-B6B7-C25B-B4859FE73774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660399" y="1130301"/>
                <a:ext cx="2545939" cy="4032844"/>
              </a:xfrm>
              <a:prstGeom prst="roundRect">
                <a:avLst>
                  <a:gd fmla="val 0" name="adj"/>
                </a:avLst>
              </a:prstGeom>
              <a:noFill/>
            </p:spPr>
            <p:txBody>
              <a:bodyPr anchor="ctr" anchorCtr="false" bIns="45720" lIns="91440" rIns="91440" tIns="45720" wrap="square">
                <a:normAutofit/>
              </a:bodyPr>
              <a:lstStyle/>
              <a:p>
                <a:pPr algn="l"/>
                <a:r>
                  <a:rPr b="true" i="false" lang="en-US" sz="2400" u="none">
                    <a:solidFill>
                      <a:srgbClr val="FFFFFF"/>
                    </a:solidFill>
                    <a:ea typeface="微软雅黑"/>
                  </a:rPr>
                  <a:t>了解项目数据获取途径</a:t>
                </a:r>
              </a:p>
            </p:txBody>
          </p:sp>
          <p:cxnSp>
            <p:nvCxnSpPr>
              <p:cNvPr descr="c862522d-ab4e-4fd4-96bf-172825e42e14" id="16" name="连接符: 肘形 15">
                <a:extLst>
                  <a:ext uri="{FF2B5EF4-FFF2-40B4-BE49-F238E27FC236}">
                    <a16:creationId id="{BB4A6D19-1A2D-A6C4-F15D-3936791A8B8A}"/>
                  </a:ext>
                </a:extLst>
              </p:cNvPr>
              <p:cNvCxnSpPr>
                <a:cxnSpLocks/>
                <a:stCxn id="2" idx="3"/>
                <a:endCxn id="10" idx="3"/>
              </p:cNvCxnSpPr>
              <p:nvPr/>
            </p:nvCxnSpPr>
            <p:spPr>
              <a:xfrm flipH="false" flipV="false">
                <a:off x="3206338" y="3146723"/>
                <a:ext cx="795641" cy="1741021"/>
              </a:xfrm>
              <a:prstGeom prst="bentConnector3">
                <a:avLst>
                  <a:gd fmla="val 50000" name="adj1"/>
                </a:avLst>
              </a:prstGeom>
              <a:ln w="6350">
                <a:solidFill>
                  <a:schemeClr val="tx1">
                    <a:alpha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descr="ee444204-8ea7-4666-a97a-c88cec62653c" id="17" name="连接符: 肘形 16">
                <a:extLst>
                  <a:ext uri="{FF2B5EF4-FFF2-40B4-BE49-F238E27FC236}">
                    <a16:creationId id="{2641201A-24DE-9E3C-A265-E2419DC1F87C}"/>
                  </a:ext>
                </a:extLst>
              </p:cNvPr>
              <p:cNvCxnSpPr>
                <a:cxnSpLocks/>
                <a:stCxn id="2" idx="3"/>
                <a:endCxn id="4" idx="3"/>
              </p:cNvCxnSpPr>
              <p:nvPr/>
            </p:nvCxnSpPr>
            <p:spPr>
              <a:xfrm flipH="false" flipV="true">
                <a:off x="3206338" y="1563360"/>
                <a:ext cx="795641" cy="1583363"/>
              </a:xfrm>
              <a:prstGeom prst="bentConnector3">
                <a:avLst>
                  <a:gd fmla="val 50000" name="adj1"/>
                </a:avLst>
              </a:prstGeom>
              <a:ln w="6350">
                <a:solidFill>
                  <a:schemeClr val="tx1">
                    <a:alpha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descr="9eda676e-b869-4e30-bc9a-f017ad5edfea" id="13" name="组合 12">
                <a:extLst>
                  <a:ext uri="{FF2B5EF4-FFF2-40B4-BE49-F238E27FC236}">
                    <a16:creationId id="{5CEB4CC4-9C62-B397-4D85-DC7D20D1EA47}"/>
                  </a:ext>
                </a:extLst>
              </p:cNvPr>
              <p:cNvGrpSpPr/>
              <p:nvPr/>
            </p:nvGrpSpPr>
            <p:grpSpPr>
              <a:xfrm>
                <a:off x="4001979" y="1287960"/>
                <a:ext cx="7516920" cy="1521762"/>
                <a:chOff x="4001979" y="1130300"/>
                <a:chExt cx="7516920" cy="1521762"/>
              </a:xfrm>
            </p:grpSpPr>
            <p:sp>
              <p:nvSpPr>
                <p:cNvPr descr="c30f1477-ff83-4804-9692-20ea969a04ab" id="4" name="Bullet1">
                  <a:extLst>
                    <a:ext uri="{FF2B5EF4-FFF2-40B4-BE49-F238E27FC236}">
                      <a16:creationId id="{2A49DDFF-B383-D56B-9B71-31CB239FCB13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true" flipV="false">
                  <a:off x="4001979" y="1130300"/>
                  <a:ext cx="7516915" cy="550800"/>
                </a:xfrm>
                <a:prstGeom prst="roundRect">
                  <a:avLst>
                    <a:gd fmla="val 9201" name="adj"/>
                  </a:avLst>
                </a:prstGeom>
                <a:noFill/>
                <a:ln w="6350">
                  <a:solidFill>
                    <a:schemeClr val="tx1">
                      <a:alpha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lIns="91440" rIns="91440" tIns="45720" wrap="square">
                  <a:normAutofit/>
                </a:bodyPr>
                <a:lstStyle>
                  <a:defPPr>
                    <a:defRPr lang="en-US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b="true" i="false" lang="en-US" sz="1800" u="none">
                      <a:solidFill>
                        <a:srgbClr val="FFFFFF"/>
                      </a:solidFill>
                      <a:latin typeface="Arial"/>
                    </a:rPr>
                    <a:t>OpenDigger API作用</a:t>
                  </a:r>
                </a:p>
              </p:txBody>
            </p:sp>
            <p:sp>
              <p:nvSpPr>
                <p:cNvPr descr="ce6509f3-3f1e-4290-9a57-e08887ecc301" id="5" name="Text1">
                  <a:extLst>
                    <a:ext uri="{FF2B5EF4-FFF2-40B4-BE49-F238E27FC236}">
                      <a16:creationId id="{A7417D08-9A4F-9C3D-A979-19CD4A60154B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4001984" y="1761125"/>
                  <a:ext cx="7516915" cy="890937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anchor="t" anchorCtr="false" rtlCol="0" wrap="square">
                  <a:normAutofit/>
                </a:bodyPr>
                <a:lstStyle>
                  <a:defPPr>
                    <a:defRPr lang="zh-CN"/>
                  </a:defPPr>
                  <a:lvl1pPr algn="ctr" defTabSz="914400" eaLnBrk="1" hangingPunct="1" latinLnBrk="0" marL="0" rtl="0">
                    <a:lnSpc>
                      <a:spcPct val="150000"/>
                    </a:lnSpc>
                    <a:defRPr kern="1200" sz="120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FFFFFF"/>
                      </a:solidFill>
                      <a:ea typeface="微软雅黑"/>
                    </a:rPr>
                    <a:t>是主要数据来源，提供项目各项指标数据。</a:t>
                  </a:r>
                </a:p>
              </p:txBody>
            </p:sp>
          </p:grpSp>
          <p:grpSp>
            <p:nvGrpSpPr>
              <p:cNvPr descr="33de6f15-ec28-4822-ba73-971e12e305da" id="14" name="组合 13">
                <a:extLst>
                  <a:ext uri="{FF2B5EF4-FFF2-40B4-BE49-F238E27FC236}">
                    <a16:creationId id="{D8BB7825-3948-BDEB-09E0-45162821E414}"/>
                  </a:ext>
                </a:extLst>
              </p:cNvPr>
              <p:cNvGrpSpPr/>
              <p:nvPr/>
            </p:nvGrpSpPr>
            <p:grpSpPr>
              <a:xfrm>
                <a:off x="4001979" y="2924754"/>
                <a:ext cx="7516920" cy="1521762"/>
                <a:chOff x="4001979" y="2767094"/>
                <a:chExt cx="7516920" cy="1521762"/>
              </a:xfrm>
            </p:grpSpPr>
            <p:sp>
              <p:nvSpPr>
                <p:cNvPr descr="b4183680-bd11-4420-902a-6790333cc9a0" id="7" name="Bullet2">
                  <a:extLst>
                    <a:ext uri="{FF2B5EF4-FFF2-40B4-BE49-F238E27FC236}">
                      <a16:creationId id="{F7E15250-249D-35E3-CE65-08D3D473CF53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true" flipV="false">
                  <a:off x="4001979" y="2767094"/>
                  <a:ext cx="7516915" cy="550800"/>
                </a:xfrm>
                <a:prstGeom prst="roundRect">
                  <a:avLst>
                    <a:gd fmla="val 7957" name="adj"/>
                  </a:avLst>
                </a:prstGeom>
                <a:noFill/>
                <a:ln w="6350">
                  <a:solidFill>
                    <a:schemeClr val="tx1">
                      <a:alpha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lIns="91440" rIns="91440" tIns="45720" wrap="square">
                  <a:normAutofit/>
                </a:bodyPr>
                <a:lstStyle>
                  <a:defPPr>
                    <a:defRPr lang="en-US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b="true" i="false" lang="en-US" sz="1800" u="none">
                      <a:solidFill>
                        <a:srgbClr val="FFFFFF"/>
                      </a:solidFill>
                      <a:latin typeface="Arial"/>
                    </a:rPr>
                    <a:t>GitHub API补充</a:t>
                  </a:r>
                </a:p>
              </p:txBody>
            </p:sp>
            <p:sp>
              <p:nvSpPr>
                <p:cNvPr descr="b990a68e-f63a-4f47-9e14-cb83b5e46ff7" id="8" name="Text2">
                  <a:extLst>
                    <a:ext uri="{FF2B5EF4-FFF2-40B4-BE49-F238E27FC236}">
                      <a16:creationId id="{8A5C978F-B0A9-D0C3-BBAC-BF006E54CE7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4001984" y="3397919"/>
                  <a:ext cx="7516915" cy="890937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anchor="t" anchorCtr="false" rtlCol="0" wrap="square">
                  <a:normAutofit/>
                </a:bodyPr>
                <a:lstStyle>
                  <a:defPPr>
                    <a:defRPr lang="zh-CN"/>
                  </a:defPPr>
                  <a:lvl1pPr algn="ctr" defTabSz="914400" eaLnBrk="1" hangingPunct="1" latinLnBrk="0" marL="0" rtl="0">
                    <a:lnSpc>
                      <a:spcPct val="150000"/>
                    </a:lnSpc>
                    <a:defRPr kern="1200" sz="120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FFFFFF"/>
                      </a:solidFill>
                      <a:ea typeface="微软雅黑"/>
                    </a:rPr>
                    <a:t>用于验证和补充数据，确保数据准确性。</a:t>
                  </a:r>
                </a:p>
              </p:txBody>
            </p:sp>
          </p:grpSp>
          <p:grpSp>
            <p:nvGrpSpPr>
              <p:cNvPr descr="a81e5a70-c3b5-4799-beba-70322504ac5d" id="18" name="组合 17">
                <a:extLst>
                  <a:ext uri="{FF2B5EF4-FFF2-40B4-BE49-F238E27FC236}">
                    <a16:creationId id="{BD400287-2141-E30F-D64A-ADA701C75B84}"/>
                  </a:ext>
                </a:extLst>
              </p:cNvPr>
              <p:cNvGrpSpPr/>
              <p:nvPr/>
            </p:nvGrpSpPr>
            <p:grpSpPr>
              <a:xfrm>
                <a:off x="4001979" y="4612344"/>
                <a:ext cx="7516920" cy="1521762"/>
                <a:chOff x="4001979" y="4454684"/>
                <a:chExt cx="7516920" cy="1521762"/>
              </a:xfrm>
            </p:grpSpPr>
            <p:sp>
              <p:nvSpPr>
                <p:cNvPr descr="af928bdc-7ce3-46f0-8b9e-857de4bd8296" id="10" name="Bullet3">
                  <a:extLst>
                    <a:ext uri="{FF2B5EF4-FFF2-40B4-BE49-F238E27FC236}">
                      <a16:creationId id="{13A2D4A1-03F0-8439-82CC-51868EC69310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true" flipV="false">
                  <a:off x="4001979" y="4454684"/>
                  <a:ext cx="7516915" cy="550800"/>
                </a:xfrm>
                <a:prstGeom prst="roundRect">
                  <a:avLst>
                    <a:gd fmla="val 9267" name="adj"/>
                  </a:avLst>
                </a:prstGeom>
                <a:noFill/>
                <a:ln w="6350">
                  <a:solidFill>
                    <a:schemeClr val="tx1">
                      <a:alpha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lIns="91440" rIns="91440" tIns="45720" wrap="square">
                  <a:normAutofit/>
                </a:bodyPr>
                <a:lstStyle>
                  <a:defPPr>
                    <a:defRPr lang="en-US"/>
                  </a:defPPr>
                  <a:lvl1pPr algn="l" defTabSz="914400" eaLnBrk="1" hangingPunct="1" latinLnBrk="0" marL="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b="true" i="false" lang="en-US" sz="1800" u="none">
                      <a:solidFill>
                        <a:srgbClr val="FFFFFF"/>
                      </a:solidFill>
                      <a:ea typeface="微软雅黑"/>
                    </a:rPr>
                    <a:t>数据来源优势</a:t>
                  </a:r>
                </a:p>
              </p:txBody>
            </p:sp>
            <p:sp>
              <p:nvSpPr>
                <p:cNvPr descr="090a2283-c91c-481f-b695-1da6c8cf3a73" id="11" name="Text3">
                  <a:extLst>
                    <a:ext uri="{FF2B5EF4-FFF2-40B4-BE49-F238E27FC236}">
                      <a16:creationId id="{A683CE3F-7D94-0829-2DFA-1B8F8FBE30B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4001984" y="5085509"/>
                  <a:ext cx="7516915" cy="890937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anchor="t" anchorCtr="false" rtlCol="0" wrap="square">
                  <a:normAutofit/>
                </a:bodyPr>
                <a:lstStyle>
                  <a:defPPr>
                    <a:defRPr lang="zh-CN"/>
                  </a:defPPr>
                  <a:lvl1pPr algn="ctr" defTabSz="914400" eaLnBrk="1" hangingPunct="1" latinLnBrk="0" marL="0" rtl="0">
                    <a:lnSpc>
                      <a:spcPct val="150000"/>
                    </a:lnSpc>
                    <a:defRPr kern="1200" sz="120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1pPr>
                  <a:lvl2pPr algn="l" defTabSz="914400" eaLnBrk="1" hangingPunct="1" latinLnBrk="0" marL="457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algn="l" defTabSz="914400" eaLnBrk="1" hangingPunct="1" latinLnBrk="0" marL="914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algn="l" defTabSz="914400" eaLnBrk="1" hangingPunct="1" latinLnBrk="0" marL="1371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algn="l" defTabSz="914400" eaLnBrk="1" hangingPunct="1" latinLnBrk="0" marL="18288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algn="l" defTabSz="914400" eaLnBrk="1" hangingPunct="1" latinLnBrk="0" marL="22860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algn="l" defTabSz="914400" eaLnBrk="1" hangingPunct="1" latinLnBrk="0" marL="27432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algn="l" defTabSz="914400" eaLnBrk="1" hangingPunct="1" latinLnBrk="0" marL="32004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algn="l" defTabSz="914400" eaLnBrk="1" hangingPunct="1" latinLnBrk="0" marL="3657600" rtl="0">
                    <a:defRPr kern="1200" sz="18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FFFFFF"/>
                      </a:solidFill>
                      <a:ea typeface="微软雅黑"/>
                    </a:rPr>
                    <a:t>结合两个API数据，使分析结果更全面可靠。</a:t>
                  </a:r>
                </a:p>
              </p:txBody>
            </p:sp>
          </p:grpSp>
        </p:grpSp>
        <p:cxnSp>
          <p:nvCxnSpPr>
            <p:cNvPr descr="0f218eda-e310-4095-87d9-319b0f149b6d" id="6" name="连接符: 肘形 5">
              <a:extLst>
                <a:ext uri="{FF2B5EF4-FFF2-40B4-BE49-F238E27FC236}">
                  <a16:creationId id="{58416389-3E1D-0257-0D31-A1B66B87BB61}"/>
                </a:ext>
              </a:extLst>
            </p:cNvPr>
            <p:cNvCxnSpPr>
              <a:cxnSpLocks/>
              <a:stCxn id="2" idx="3"/>
              <a:endCxn id="7" idx="3"/>
            </p:cNvCxnSpPr>
            <p:nvPr/>
          </p:nvCxnSpPr>
          <p:spPr>
            <a:xfrm flipH="false" flipV="false">
              <a:off x="3206338" y="3146723"/>
              <a:ext cx="795641" cy="53431"/>
            </a:xfrm>
            <a:prstGeom prst="bentConnector3">
              <a:avLst/>
            </a:prstGeom>
            <a:ln w="6350">
              <a:solidFill>
                <a:schemeClr val="tx1">
                  <a:alpha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descr="697f60e6-d590-4202-9a4a-bde26f963db9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FFFFFF"/>
                </a:solidFill>
                <a:ea typeface="微软雅黑"/>
              </a:rPr>
              <a:t>数据来源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9287d1e1-dca8-4e1f-bfc3-d2107bbdbd68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3600" u="none">
                <a:solidFill>
                  <a:srgbClr val="FFFFFF"/>
                </a:solidFill>
                <a:ea typeface="微软雅黑"/>
              </a:rPr>
              <a:t>应用场景</a:t>
            </a:r>
          </a:p>
        </p:txBody>
      </p:sp>
      <p:sp>
        <p:nvSpPr>
          <p:cNvPr descr="8fa4c7ce-a26a-4c3a-abd4-ab3a82024325" id="3" name=""/>
          <p:cNvSpPr>
            <a:spLocks noGrp="1"/>
          </p:cNvSpPr>
          <p:nvPr>
            <p:ph hasCustomPrompt="1" idx="1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1600" u="none">
                <a:solidFill>
                  <a:srgbClr val="FFFFFF"/>
                </a:solidFill>
                <a:ea typeface="微软雅黑"/>
              </a:rPr>
              <a:t>了解项目适用领域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7888e3c0-0b5d-439f-abd4-5e254ec9f8b4" id="18" name="b3a2b110-996d-4f5b-b585-7e41f2d70ec3.source.3.zh-Hans.pptx">
            <a:extLst>
              <a:ext uri="{FF2B5EF4-FFF2-40B4-BE49-F238E27FC236}">
                <a16:creationId id="{D678D9DA-E8DE-6C90-EF07-98E3FA45FADF}"/>
              </a:ext>
            </a:extLst>
          </p:cNvPr>
          <p:cNvGrpSpPr/>
          <p:nvPr/>
        </p:nvGrpSpPr>
        <p:grpSpPr>
          <a:xfrm>
            <a:off x="660400" y="1130299"/>
            <a:ext cx="10858501" cy="5003801"/>
            <a:chOff x="660400" y="1130299"/>
            <a:chExt cx="10858501" cy="5003801"/>
          </a:xfrm>
        </p:grpSpPr>
        <p:grpSp>
          <p:nvGrpSpPr>
            <p:cNvPr descr="29d0fa22-b21b-4be5-a3fd-c287d748bc47" id="2" name="组合 1">
              <a:extLst>
                <a:ext uri="{FF2B5EF4-FFF2-40B4-BE49-F238E27FC236}">
                  <a16:creationId id="{FEA149BA-B4C9-B74E-B193-6487796BE98F}"/>
                </a:ext>
              </a:extLst>
            </p:cNvPr>
            <p:cNvGrpSpPr/>
            <p:nvPr/>
          </p:nvGrpSpPr>
          <p:grpSpPr>
            <a:xfrm>
              <a:off x="2011827" y="2197359"/>
              <a:ext cx="8155646" cy="3936741"/>
              <a:chOff x="2011827" y="2197359"/>
              <a:chExt cx="8155646" cy="3936741"/>
            </a:xfrm>
          </p:grpSpPr>
          <p:grpSp>
            <p:nvGrpSpPr>
              <p:cNvPr descr="ca5e2d25-7b55-46fa-b4b2-69db07b0e216" id="355" name="组合 354">
                <a:extLst>
                  <a:ext uri="{FF2B5EF4-FFF2-40B4-BE49-F238E27FC236}">
                    <a16:creationId id="{99348FA8-D297-64EC-E83A-4C889FBE5DCB}"/>
                  </a:ext>
                </a:extLst>
              </p:cNvPr>
              <p:cNvGrpSpPr/>
              <p:nvPr/>
            </p:nvGrpSpPr>
            <p:grpSpPr>
              <a:xfrm>
                <a:off x="4408762" y="3191068"/>
                <a:ext cx="3177013" cy="237931"/>
                <a:chOff x="3089801" y="3191068"/>
                <a:chExt cx="3177013" cy="237931"/>
              </a:xfrm>
            </p:grpSpPr>
            <p:sp>
              <p:nvSpPr>
                <p:cNvPr descr="0c5ff327-7221-47d6-833f-fa347fb13175" id="288" name="箭头: V 形 287">
                  <a:extLst>
                    <a:ext uri="{FF2B5EF4-FFF2-40B4-BE49-F238E27FC236}">
                      <a16:creationId id="{4B12FCDE-3820-7BA7-AB95-8E1F779BE4BA}"/>
                    </a:ext>
                  </a:extLst>
                </p:cNvPr>
                <p:cNvSpPr/>
                <p:nvPr/>
              </p:nvSpPr>
              <p:spPr>
                <a:xfrm flipH="false" flipV="false">
                  <a:off x="3089801" y="3191068"/>
                  <a:ext cx="177043" cy="237931"/>
                </a:xfrm>
                <a:prstGeom prst="chevron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/>
                <a:lstStyle/>
                <a:p>
                  <a:pPr algn="ctr"/>
                </a:p>
              </p:txBody>
            </p:sp>
            <p:sp>
              <p:nvSpPr>
                <p:cNvPr descr="48ea46e8-4ab4-4afb-a57a-6fbde3751626" id="291" name="箭头: V 形 290">
                  <a:extLst>
                    <a:ext uri="{FF2B5EF4-FFF2-40B4-BE49-F238E27FC236}">
                      <a16:creationId id="{2A009D41-8D0F-7E29-9C35-8DC8B8E7614B}"/>
                    </a:ext>
                  </a:extLst>
                </p:cNvPr>
                <p:cNvSpPr/>
                <p:nvPr/>
              </p:nvSpPr>
              <p:spPr>
                <a:xfrm flipH="false" flipV="false">
                  <a:off x="3267085" y="3191068"/>
                  <a:ext cx="177043" cy="237931"/>
                </a:xfrm>
                <a:prstGeom prst="chevron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/>
                <a:lstStyle/>
                <a:p>
                  <a:pPr algn="ctr"/>
                </a:p>
              </p:txBody>
            </p:sp>
            <p:sp>
              <p:nvSpPr>
                <p:cNvPr descr="9f8046e8-2375-4673-b37a-d4892950d5ee" id="321" name="箭头: V 形 320">
                  <a:extLst>
                    <a:ext uri="{FF2B5EF4-FFF2-40B4-BE49-F238E27FC236}">
                      <a16:creationId id="{AAC9D598-98ED-1152-2E8D-6BC355B105B4}"/>
                    </a:ext>
                  </a:extLst>
                </p:cNvPr>
                <p:cNvSpPr/>
                <p:nvPr/>
              </p:nvSpPr>
              <p:spPr>
                <a:xfrm flipH="false" flipV="false">
                  <a:off x="5912486" y="3191068"/>
                  <a:ext cx="177043" cy="237931"/>
                </a:xfrm>
                <a:prstGeom prst="chevron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/>
                <a:lstStyle/>
                <a:p>
                  <a:pPr algn="ctr"/>
                </a:p>
              </p:txBody>
            </p:sp>
            <p:sp>
              <p:nvSpPr>
                <p:cNvPr descr="67231986-c64d-43f5-a34f-dfa38e037d2b" id="323" name="箭头: V 形 322">
                  <a:extLst>
                    <a:ext uri="{FF2B5EF4-FFF2-40B4-BE49-F238E27FC236}">
                      <a16:creationId id="{6205AF53-2B56-E9B4-EEE3-D19152BE6913}"/>
                    </a:ext>
                  </a:extLst>
                </p:cNvPr>
                <p:cNvSpPr/>
                <p:nvPr/>
              </p:nvSpPr>
              <p:spPr>
                <a:xfrm flipH="false" flipV="false">
                  <a:off x="6089771" y="3191068"/>
                  <a:ext cx="177043" cy="237931"/>
                </a:xfrm>
                <a:prstGeom prst="chevron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/>
                <a:lstStyle/>
                <a:p>
                  <a:pPr algn="ctr"/>
                </a:p>
              </p:txBody>
            </p:sp>
          </p:grpSp>
          <p:grpSp>
            <p:nvGrpSpPr>
              <p:cNvPr descr="07036157-257a-40f3-9ffc-4410070036e4" id="356" name="组合 355">
                <a:extLst>
                  <a:ext uri="{FF2B5EF4-FFF2-40B4-BE49-F238E27FC236}">
                    <a16:creationId id="{0FFBBD3C-0BA7-2F7C-FFFC-6C6399A068E5}"/>
                  </a:ext>
                </a:extLst>
              </p:cNvPr>
              <p:cNvGrpSpPr/>
              <p:nvPr/>
            </p:nvGrpSpPr>
            <p:grpSpPr>
              <a:xfrm>
                <a:off x="2011827" y="2197359"/>
                <a:ext cx="2476429" cy="3936741"/>
                <a:chOff x="692866" y="2197359"/>
                <a:chExt cx="2476429" cy="3936741"/>
              </a:xfrm>
            </p:grpSpPr>
            <p:sp>
              <p:nvSpPr>
                <p:cNvPr descr="33dbbc34-f5e2-41fd-abd2-d7a23bc9b6e4" id="324" name="任意多边形: 形状 323">
                  <a:extLst>
                    <a:ext uri="{FF2B5EF4-FFF2-40B4-BE49-F238E27FC236}">
                      <a16:creationId id="{FDDFA7B4-9E86-DD70-A7FB-733687527BCC}"/>
                    </a:ext>
                  </a:extLst>
                </p:cNvPr>
                <p:cNvSpPr/>
                <p:nvPr/>
              </p:nvSpPr>
              <p:spPr>
                <a:xfrm flipH="false" flipV="true" rot="5400000">
                  <a:off x="766580" y="2680724"/>
                  <a:ext cx="2329002" cy="1362271"/>
                </a:xfrm>
                <a:custGeom>
                  <a:avLst/>
                  <a:gdLst>
                    <a:gd fmla="*/ 0 w 2329002" name="connsiteX0"/>
                    <a:gd fmla="*/ 681135 h 1362271" name="connsiteY0"/>
                    <a:gd fmla="*/ 713792 w 2329002" name="connsiteX1"/>
                    <a:gd fmla="*/ 1362270 h 1362271" name="connsiteY1"/>
                    <a:gd fmla="*/ 901418 w 2329002" name="connsiteX2"/>
                    <a:gd fmla="*/ 1362270 h 1362271" name="connsiteY2"/>
                    <a:gd fmla="*/ 901418 w 2329002" name="connsiteX3"/>
                    <a:gd fmla="*/ 1362271 h 1362271" name="connsiteY3"/>
                    <a:gd fmla="*/ 1615210 w 2329002" name="connsiteX4"/>
                    <a:gd fmla="*/ 1362271 h 1362271" name="connsiteY4"/>
                    <a:gd fmla="*/ 2329002 w 2329002" name="connsiteX5"/>
                    <a:gd fmla="*/ 681136 h 1362271" name="connsiteY5"/>
                    <a:gd fmla="*/ 1615210 w 2329002" name="connsiteX6"/>
                    <a:gd fmla="*/ 1 h 1362271" name="connsiteY6"/>
                    <a:gd fmla="*/ 1427584 w 2329002" name="connsiteX7"/>
                    <a:gd fmla="*/ 1 h 1362271" name="connsiteY7"/>
                    <a:gd fmla="*/ 1427584 w 2329002" name="connsiteX8"/>
                    <a:gd fmla="*/ 0 h 1362271" name="connsiteY8"/>
                    <a:gd fmla="*/ 713792 w 2329002" name="connsiteX9"/>
                    <a:gd fmla="*/ 0 h 1362271" name="connsiteY9"/>
                    <a:gd fmla="*/ 0 w 2329002" name="connsiteX10"/>
                    <a:gd fmla="*/ 681135 h 1362271" name="connsiteY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b="b" l="l" r="r" t="t"/>
                  <a:pathLst>
                    <a:path h="1362271" w="2329002">
                      <a:moveTo>
                        <a:pt x="0" y="681135"/>
                      </a:moveTo>
                      <a:cubicBezTo>
                        <a:pt x="0" y="1057315"/>
                        <a:pt x="319576" y="1362270"/>
                        <a:pt x="713792" y="1362270"/>
                      </a:cubicBezTo>
                      <a:lnTo>
                        <a:pt x="901418" y="1362270"/>
                      </a:lnTo>
                      <a:lnTo>
                        <a:pt x="901418" y="1362271"/>
                      </a:lnTo>
                      <a:lnTo>
                        <a:pt x="1615210" y="1362271"/>
                      </a:lnTo>
                      <a:cubicBezTo>
                        <a:pt x="2009426" y="1362271"/>
                        <a:pt x="2329002" y="1057316"/>
                        <a:pt x="2329002" y="681136"/>
                      </a:cubicBezTo>
                      <a:cubicBezTo>
                        <a:pt x="2329002" y="304956"/>
                        <a:pt x="2009426" y="1"/>
                        <a:pt x="1615210" y="1"/>
                      </a:cubicBezTo>
                      <a:lnTo>
                        <a:pt x="1427584" y="1"/>
                      </a:lnTo>
                      <a:lnTo>
                        <a:pt x="1427584" y="0"/>
                      </a:lnTo>
                      <a:lnTo>
                        <a:pt x="713792" y="0"/>
                      </a:lnTo>
                      <a:cubicBezTo>
                        <a:pt x="319576" y="0"/>
                        <a:pt x="0" y="304955"/>
                        <a:pt x="0" y="681135"/>
                      </a:cubicBezTo>
                      <a:close/>
                    </a:path>
                  </a:pathLst>
                </a:custGeom>
                <a:solidFill>
                  <a:schemeClr val="tx2"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 wrap="square">
                  <a:noAutofit/>
                </a:bodyPr>
                <a:lstStyle/>
                <a:p>
                  <a:pPr algn="ctr"/>
                </a:p>
              </p:txBody>
            </p:sp>
            <p:sp>
              <p:nvSpPr>
                <p:cNvPr descr="13cadcee-dda5-4945-a97c-e72d25db508c" id="273" name="箭头: 下 272">
                  <a:extLst>
                    <a:ext uri="{FF2B5EF4-FFF2-40B4-BE49-F238E27FC236}">
                      <a16:creationId id="{FD233652-58B4-F355-AD89-4B6EBADFF18C}"/>
                    </a:ext>
                  </a:extLst>
                </p:cNvPr>
                <p:cNvSpPr/>
                <p:nvPr/>
              </p:nvSpPr>
              <p:spPr>
                <a:xfrm flipH="false" flipV="false">
                  <a:off x="1800452" y="4356075"/>
                  <a:ext cx="261258" cy="396305"/>
                </a:xfrm>
                <a:prstGeom prst="downArrow">
                  <a:avLst/>
                </a:prstGeom>
                <a:solidFill>
                  <a:schemeClr val="tx2">
                    <a:alpha val="15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/>
                <a:lstStyle/>
                <a:p>
                  <a:pPr algn="ctr"/>
                </a:p>
              </p:txBody>
            </p:sp>
            <p:sp>
              <p:nvSpPr>
                <p:cNvPr descr="b93b5243-6655-4fe6-86e2-ca8e370515bb" id="331" name="Bullet1">
                  <a:extLst>
                    <a:ext uri="{FF2B5EF4-FFF2-40B4-BE49-F238E27FC236}">
                      <a16:creationId id="{2D1CC9C1-BF51-F7F7-1B7E-658163547C0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692866" y="4726451"/>
                  <a:ext cx="2476429" cy="591457"/>
                </a:xfrm>
                <a:prstGeom prst="rect">
                  <a:avLst/>
                </a:prstGeom>
                <a:noFill/>
              </p:spPr>
              <p:txBody>
                <a:bodyPr anchor="b" anchorCtr="true" rtlCol="0" wrap="square">
                  <a:normAutofit/>
                </a:bodyPr>
                <a:lstStyle/>
                <a:p>
                  <a:pPr algn="ctr"/>
                  <a:r>
                    <a:rPr b="true" i="false" lang="en-US" sz="1800" u="none">
                      <a:solidFill>
                        <a:srgbClr val="FFFFFF"/>
                      </a:solidFill>
                      <a:ea typeface="微软雅黑"/>
                    </a:rPr>
                    <a:t>了解项目状况</a:t>
                  </a:r>
                </a:p>
              </p:txBody>
            </p:sp>
            <p:sp>
              <p:nvSpPr>
                <p:cNvPr descr="e5ab0475-cdb8-43fc-b5c7-5fe56ccab2fd" id="333" name="Text1">
                  <a:extLst>
                    <a:ext uri="{FF2B5EF4-FFF2-40B4-BE49-F238E27FC236}">
                      <a16:creationId id="{1A3AA0CA-89BB-9FB5-ACD2-ECECEB04A50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692866" y="5325208"/>
                  <a:ext cx="2476429" cy="808892"/>
                </a:xfrm>
                <a:prstGeom prst="rect">
                  <a:avLst/>
                </a:prstGeom>
                <a:noFill/>
              </p:spPr>
              <p:txBody>
                <a:bodyPr anchor="t" anchorCtr="true" rtlCol="0" wrap="square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FFFFFF"/>
                      </a:solidFill>
                      <a:ea typeface="微软雅黑"/>
                    </a:rPr>
                    <a:t>快速了解项目的整体发展状况和趋势。</a:t>
                  </a:r>
                </a:p>
              </p:txBody>
            </p:sp>
            <p:sp>
              <p:nvSpPr>
                <p:cNvPr descr="aca2cce6-15d8-40ff-a231-3f1931a87912" id="348" name="Number1">
                  <a:extLst>
                    <a:ext uri="{FF2B5EF4-FFF2-40B4-BE49-F238E27FC236}">
                      <a16:creationId id="{882B3365-2B20-BDCB-D2BB-4340A90BADE0}"/>
                    </a:ext>
                  </a:extLst>
                </p:cNvPr>
                <p:cNvSpPr/>
                <p:nvPr/>
              </p:nvSpPr>
              <p:spPr>
                <a:xfrm flipH="false" flipV="false">
                  <a:off x="1387573" y="2361007"/>
                  <a:ext cx="1087017" cy="108701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/>
                <a:lstStyle/>
                <a:p>
                  <a:pPr algn="ctr"/>
                  <a:r>
                    <a:rPr b="true" i="false" lang="en-US" sz="4000" u="none">
                      <a:solidFill>
                        <a:srgbClr val="F0F0F0"/>
                      </a:solidFill>
                      <a:latin typeface="Calibri"/>
                    </a:rPr>
                    <a:t>01</a:t>
                  </a:r>
                </a:p>
              </p:txBody>
            </p:sp>
          </p:grpSp>
          <p:grpSp>
            <p:nvGrpSpPr>
              <p:cNvPr descr="4625b734-14b2-427b-870b-2cd840011cdc" id="357" name="组合 356">
                <a:extLst>
                  <a:ext uri="{FF2B5EF4-FFF2-40B4-BE49-F238E27FC236}">
                    <a16:creationId id="{9578307F-D265-B782-D660-7461C814A607}"/>
                  </a:ext>
                </a:extLst>
              </p:cNvPr>
              <p:cNvGrpSpPr/>
              <p:nvPr/>
            </p:nvGrpSpPr>
            <p:grpSpPr>
              <a:xfrm>
                <a:off x="4757231" y="2197359"/>
                <a:ext cx="2476429" cy="3924569"/>
                <a:chOff x="3438270" y="2197359"/>
                <a:chExt cx="2476429" cy="3924569"/>
              </a:xfrm>
            </p:grpSpPr>
            <p:sp>
              <p:nvSpPr>
                <p:cNvPr descr="7567f12c-556f-4c46-a897-94b76329a531" id="325" name="任意多边形: 形状 324">
                  <a:extLst>
                    <a:ext uri="{FF2B5EF4-FFF2-40B4-BE49-F238E27FC236}">
                      <a16:creationId id="{B13C9A8A-060F-BB39-8D91-4D017AABBF73}"/>
                    </a:ext>
                  </a:extLst>
                </p:cNvPr>
                <p:cNvSpPr/>
                <p:nvPr/>
              </p:nvSpPr>
              <p:spPr>
                <a:xfrm flipH="false" flipV="true" rot="5400000">
                  <a:off x="3511984" y="2680724"/>
                  <a:ext cx="2329002" cy="1362271"/>
                </a:xfrm>
                <a:custGeom>
                  <a:avLst/>
                  <a:gdLst>
                    <a:gd fmla="*/ 0 w 2329002" name="connsiteX0"/>
                    <a:gd fmla="*/ 681135 h 1362271" name="connsiteY0"/>
                    <a:gd fmla="*/ 713792 w 2329002" name="connsiteX1"/>
                    <a:gd fmla="*/ 1362270 h 1362271" name="connsiteY1"/>
                    <a:gd fmla="*/ 901418 w 2329002" name="connsiteX2"/>
                    <a:gd fmla="*/ 1362270 h 1362271" name="connsiteY2"/>
                    <a:gd fmla="*/ 901418 w 2329002" name="connsiteX3"/>
                    <a:gd fmla="*/ 1362271 h 1362271" name="connsiteY3"/>
                    <a:gd fmla="*/ 1615210 w 2329002" name="connsiteX4"/>
                    <a:gd fmla="*/ 1362271 h 1362271" name="connsiteY4"/>
                    <a:gd fmla="*/ 2329002 w 2329002" name="connsiteX5"/>
                    <a:gd fmla="*/ 681136 h 1362271" name="connsiteY5"/>
                    <a:gd fmla="*/ 1615210 w 2329002" name="connsiteX6"/>
                    <a:gd fmla="*/ 1 h 1362271" name="connsiteY6"/>
                    <a:gd fmla="*/ 1427584 w 2329002" name="connsiteX7"/>
                    <a:gd fmla="*/ 1 h 1362271" name="connsiteY7"/>
                    <a:gd fmla="*/ 1427584 w 2329002" name="connsiteX8"/>
                    <a:gd fmla="*/ 0 h 1362271" name="connsiteY8"/>
                    <a:gd fmla="*/ 713792 w 2329002" name="connsiteX9"/>
                    <a:gd fmla="*/ 0 h 1362271" name="connsiteY9"/>
                    <a:gd fmla="*/ 0 w 2329002" name="connsiteX10"/>
                    <a:gd fmla="*/ 681135 h 1362271" name="connsiteY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b="b" l="l" r="r" t="t"/>
                  <a:pathLst>
                    <a:path h="1362271" w="2329002">
                      <a:moveTo>
                        <a:pt x="0" y="681135"/>
                      </a:moveTo>
                      <a:cubicBezTo>
                        <a:pt x="0" y="1057315"/>
                        <a:pt x="319576" y="1362270"/>
                        <a:pt x="713792" y="1362270"/>
                      </a:cubicBezTo>
                      <a:lnTo>
                        <a:pt x="901418" y="1362270"/>
                      </a:lnTo>
                      <a:lnTo>
                        <a:pt x="901418" y="1362271"/>
                      </a:lnTo>
                      <a:lnTo>
                        <a:pt x="1615210" y="1362271"/>
                      </a:lnTo>
                      <a:cubicBezTo>
                        <a:pt x="2009426" y="1362271"/>
                        <a:pt x="2329002" y="1057316"/>
                        <a:pt x="2329002" y="681136"/>
                      </a:cubicBezTo>
                      <a:cubicBezTo>
                        <a:pt x="2329002" y="304956"/>
                        <a:pt x="2009426" y="1"/>
                        <a:pt x="1615210" y="1"/>
                      </a:cubicBezTo>
                      <a:lnTo>
                        <a:pt x="1427584" y="1"/>
                      </a:lnTo>
                      <a:lnTo>
                        <a:pt x="1427584" y="0"/>
                      </a:lnTo>
                      <a:lnTo>
                        <a:pt x="713792" y="0"/>
                      </a:lnTo>
                      <a:cubicBezTo>
                        <a:pt x="319576" y="0"/>
                        <a:pt x="0" y="304955"/>
                        <a:pt x="0" y="68113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 wrap="square">
                  <a:noAutofit/>
                </a:bodyPr>
                <a:lstStyle/>
                <a:p>
                  <a:pPr algn="ctr"/>
                </a:p>
              </p:txBody>
            </p:sp>
            <p:sp>
              <p:nvSpPr>
                <p:cNvPr descr="c705caa7-20bf-44a9-89cd-081a10216586" id="287" name="箭头: 下 286">
                  <a:extLst>
                    <a:ext uri="{FF2B5EF4-FFF2-40B4-BE49-F238E27FC236}">
                      <a16:creationId id="{9222A6C5-ED39-D6BB-2BDC-B28308861173}"/>
                    </a:ext>
                  </a:extLst>
                </p:cNvPr>
                <p:cNvSpPr/>
                <p:nvPr/>
              </p:nvSpPr>
              <p:spPr>
                <a:xfrm flipH="false" flipV="false">
                  <a:off x="4545856" y="4356075"/>
                  <a:ext cx="261258" cy="396305"/>
                </a:xfrm>
                <a:prstGeom prst="downArrow">
                  <a:avLst/>
                </a:prstGeom>
                <a:solidFill>
                  <a:schemeClr val="accent1"/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/>
                <a:lstStyle/>
                <a:p>
                  <a:pPr algn="ctr"/>
                </a:p>
              </p:txBody>
            </p:sp>
            <p:sp>
              <p:nvSpPr>
                <p:cNvPr descr="c9285ca1-d446-4070-b1b8-98a1d78a54c5" id="335" name="Bullet2">
                  <a:extLst>
                    <a:ext uri="{FF2B5EF4-FFF2-40B4-BE49-F238E27FC236}">
                      <a16:creationId id="{7EF5171E-86D0-FA81-F240-66ACDC34550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3438270" y="4714279"/>
                  <a:ext cx="2476429" cy="591457"/>
                </a:xfrm>
                <a:prstGeom prst="rect">
                  <a:avLst/>
                </a:prstGeom>
                <a:noFill/>
              </p:spPr>
              <p:txBody>
                <a:bodyPr anchor="b" anchorCtr="true" rtlCol="0" wrap="square">
                  <a:normAutofit/>
                </a:bodyPr>
                <a:lstStyle/>
                <a:p>
                  <a:pPr algn="ctr"/>
                  <a:r>
                    <a:rPr b="true" i="false" lang="en-US" sz="1800" u="none">
                      <a:solidFill>
                        <a:srgbClr val="FFFFFF"/>
                      </a:solidFill>
                      <a:ea typeface="微软雅黑"/>
                    </a:rPr>
                    <a:t>评估健康程度</a:t>
                  </a:r>
                </a:p>
              </p:txBody>
            </p:sp>
            <p:sp>
              <p:nvSpPr>
                <p:cNvPr descr="250dcd82-a5df-4cb9-bfb7-e93964871580" id="337" name="Text2">
                  <a:extLst>
                    <a:ext uri="{FF2B5EF4-FFF2-40B4-BE49-F238E27FC236}">
                      <a16:creationId id="{E662C4B0-F411-C0F4-EBF5-E260E9B901B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3438270" y="5313036"/>
                  <a:ext cx="2476429" cy="808892"/>
                </a:xfrm>
                <a:prstGeom prst="rect">
                  <a:avLst/>
                </a:prstGeom>
                <a:noFill/>
              </p:spPr>
              <p:txBody>
                <a:bodyPr anchor="t" anchorCtr="true" rtlCol="0" wrap="square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FFFFFF"/>
                      </a:solidFill>
                      <a:ea typeface="微软雅黑"/>
                    </a:rPr>
                    <a:t>评估项目的健康程度和风险等级。</a:t>
                  </a:r>
                </a:p>
              </p:txBody>
            </p:sp>
            <p:sp>
              <p:nvSpPr>
                <p:cNvPr descr="d4a5d07f-d19f-4b84-9afb-6e4e0f6c60f9" id="350" name="Number2">
                  <a:extLst>
                    <a:ext uri="{FF2B5EF4-FFF2-40B4-BE49-F238E27FC236}">
                      <a16:creationId id="{B9114E95-7B51-8A22-56AC-7407D2EBE4A3}"/>
                    </a:ext>
                  </a:extLst>
                </p:cNvPr>
                <p:cNvSpPr/>
                <p:nvPr/>
              </p:nvSpPr>
              <p:spPr>
                <a:xfrm flipH="false" flipV="false">
                  <a:off x="4132977" y="2361007"/>
                  <a:ext cx="1087017" cy="108701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/>
                <a:lstStyle/>
                <a:p>
                  <a:pPr algn="ctr"/>
                  <a:r>
                    <a:rPr b="true" i="false" lang="en-US" sz="4000" u="none">
                      <a:solidFill>
                        <a:srgbClr val="1E4DCD"/>
                      </a:solidFill>
                      <a:latin typeface="Calibri"/>
                    </a:rPr>
                    <a:t>02</a:t>
                  </a:r>
                </a:p>
              </p:txBody>
            </p:sp>
          </p:grpSp>
          <p:grpSp>
            <p:nvGrpSpPr>
              <p:cNvPr descr="0efaef3d-8104-4c08-b757-16cb123c786b" id="358" name="组合 357">
                <a:extLst>
                  <a:ext uri="{FF2B5EF4-FFF2-40B4-BE49-F238E27FC236}">
                    <a16:creationId id="{4D432BFA-224B-D280-D72E-ADAD6D0D82E0}"/>
                  </a:ext>
                </a:extLst>
              </p:cNvPr>
              <p:cNvGrpSpPr/>
              <p:nvPr/>
            </p:nvGrpSpPr>
            <p:grpSpPr>
              <a:xfrm>
                <a:off x="7691044" y="2197360"/>
                <a:ext cx="2476429" cy="3924569"/>
                <a:chOff x="6372083" y="2197360"/>
                <a:chExt cx="2476429" cy="3924569"/>
              </a:xfrm>
            </p:grpSpPr>
            <p:sp>
              <p:nvSpPr>
                <p:cNvPr descr="11f1dbbd-99c6-4566-a4cf-925354fc4746" id="326" name="任意多边形: 形状 325">
                  <a:extLst>
                    <a:ext uri="{FF2B5EF4-FFF2-40B4-BE49-F238E27FC236}">
                      <a16:creationId id="{C56F2A79-EED9-64EF-2646-35DF93B40FB8}"/>
                    </a:ext>
                  </a:extLst>
                </p:cNvPr>
                <p:cNvSpPr/>
                <p:nvPr/>
              </p:nvSpPr>
              <p:spPr>
                <a:xfrm flipH="false" flipV="true" rot="5400000">
                  <a:off x="6445797" y="2680725"/>
                  <a:ext cx="2329002" cy="1362271"/>
                </a:xfrm>
                <a:custGeom>
                  <a:avLst/>
                  <a:gdLst>
                    <a:gd fmla="*/ 0 w 2329002" name="connsiteX0"/>
                    <a:gd fmla="*/ 681135 h 1362271" name="connsiteY0"/>
                    <a:gd fmla="*/ 713792 w 2329002" name="connsiteX1"/>
                    <a:gd fmla="*/ 1362270 h 1362271" name="connsiteY1"/>
                    <a:gd fmla="*/ 901418 w 2329002" name="connsiteX2"/>
                    <a:gd fmla="*/ 1362270 h 1362271" name="connsiteY2"/>
                    <a:gd fmla="*/ 901418 w 2329002" name="connsiteX3"/>
                    <a:gd fmla="*/ 1362271 h 1362271" name="connsiteY3"/>
                    <a:gd fmla="*/ 1615210 w 2329002" name="connsiteX4"/>
                    <a:gd fmla="*/ 1362271 h 1362271" name="connsiteY4"/>
                    <a:gd fmla="*/ 2329002 w 2329002" name="connsiteX5"/>
                    <a:gd fmla="*/ 681136 h 1362271" name="connsiteY5"/>
                    <a:gd fmla="*/ 1615210 w 2329002" name="connsiteX6"/>
                    <a:gd fmla="*/ 1 h 1362271" name="connsiteY6"/>
                    <a:gd fmla="*/ 1427584 w 2329002" name="connsiteX7"/>
                    <a:gd fmla="*/ 1 h 1362271" name="connsiteY7"/>
                    <a:gd fmla="*/ 1427584 w 2329002" name="connsiteX8"/>
                    <a:gd fmla="*/ 0 h 1362271" name="connsiteY8"/>
                    <a:gd fmla="*/ 713792 w 2329002" name="connsiteX9"/>
                    <a:gd fmla="*/ 0 h 1362271" name="connsiteY9"/>
                    <a:gd fmla="*/ 0 w 2329002" name="connsiteX10"/>
                    <a:gd fmla="*/ 681135 h 1362271" name="connsiteY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b="b" l="l" r="r" t="t"/>
                  <a:pathLst>
                    <a:path h="1362271" w="2329002">
                      <a:moveTo>
                        <a:pt x="0" y="681135"/>
                      </a:moveTo>
                      <a:cubicBezTo>
                        <a:pt x="0" y="1057315"/>
                        <a:pt x="319576" y="1362270"/>
                        <a:pt x="713792" y="1362270"/>
                      </a:cubicBezTo>
                      <a:lnTo>
                        <a:pt x="901418" y="1362270"/>
                      </a:lnTo>
                      <a:lnTo>
                        <a:pt x="901418" y="1362271"/>
                      </a:lnTo>
                      <a:lnTo>
                        <a:pt x="1615210" y="1362271"/>
                      </a:lnTo>
                      <a:cubicBezTo>
                        <a:pt x="2009426" y="1362271"/>
                        <a:pt x="2329002" y="1057316"/>
                        <a:pt x="2329002" y="681136"/>
                      </a:cubicBezTo>
                      <a:cubicBezTo>
                        <a:pt x="2329002" y="304956"/>
                        <a:pt x="2009426" y="1"/>
                        <a:pt x="1615210" y="1"/>
                      </a:cubicBezTo>
                      <a:lnTo>
                        <a:pt x="1427584" y="1"/>
                      </a:lnTo>
                      <a:lnTo>
                        <a:pt x="1427584" y="0"/>
                      </a:lnTo>
                      <a:lnTo>
                        <a:pt x="713792" y="0"/>
                      </a:lnTo>
                      <a:cubicBezTo>
                        <a:pt x="319576" y="0"/>
                        <a:pt x="0" y="304955"/>
                        <a:pt x="0" y="681135"/>
                      </a:cubicBezTo>
                      <a:close/>
                    </a:path>
                  </a:pathLst>
                </a:custGeom>
                <a:solidFill>
                  <a:schemeClr val="tx2"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 wrap="square">
                  <a:noAutofit/>
                </a:bodyPr>
                <a:lstStyle/>
                <a:p>
                  <a:pPr algn="ctr"/>
                </a:p>
              </p:txBody>
            </p:sp>
            <p:sp>
              <p:nvSpPr>
                <p:cNvPr descr="b0ee54c9-7cc2-46f7-b414-1e59aaec6c79" id="305" name="箭头: 下 304">
                  <a:extLst>
                    <a:ext uri="{FF2B5EF4-FFF2-40B4-BE49-F238E27FC236}">
                      <a16:creationId id="{EC6B6678-B421-C17A-3840-B203AD35C782}"/>
                    </a:ext>
                  </a:extLst>
                </p:cNvPr>
                <p:cNvSpPr/>
                <p:nvPr/>
              </p:nvSpPr>
              <p:spPr>
                <a:xfrm flipH="false" flipV="false">
                  <a:off x="7479669" y="4356076"/>
                  <a:ext cx="261258" cy="396305"/>
                </a:xfrm>
                <a:prstGeom prst="downArrow">
                  <a:avLst/>
                </a:prstGeom>
                <a:solidFill>
                  <a:schemeClr val="tx2">
                    <a:alpha val="15000"/>
                  </a:schemeClr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/>
                <a:lstStyle/>
                <a:p>
                  <a:pPr algn="ctr"/>
                </a:p>
              </p:txBody>
            </p:sp>
            <p:sp>
              <p:nvSpPr>
                <p:cNvPr descr="5bcb9d56-ed68-457a-bdc5-0d85c6c85790" id="339" name="Bullet3">
                  <a:extLst>
                    <a:ext uri="{FF2B5EF4-FFF2-40B4-BE49-F238E27FC236}">
                      <a16:creationId id="{6348C6B6-A537-D6B3-8D32-F667DE88281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6372084" y="4714280"/>
                  <a:ext cx="2476428" cy="591457"/>
                </a:xfrm>
                <a:prstGeom prst="rect">
                  <a:avLst/>
                </a:prstGeom>
                <a:noFill/>
              </p:spPr>
              <p:txBody>
                <a:bodyPr anchor="b" anchorCtr="true" rtlCol="0" wrap="square">
                  <a:normAutofit/>
                </a:bodyPr>
                <a:lstStyle/>
                <a:p>
                  <a:pPr algn="ctr"/>
                  <a:r>
                    <a:rPr b="true" i="false" lang="en-US" sz="1800" u="none">
                      <a:solidFill>
                        <a:srgbClr val="FFFFFF"/>
                      </a:solidFill>
                      <a:ea typeface="微软雅黑"/>
                    </a:rPr>
                    <a:t>识别项目优劣</a:t>
                  </a:r>
                </a:p>
              </p:txBody>
            </p:sp>
            <p:sp>
              <p:nvSpPr>
                <p:cNvPr descr="f6b4bcc1-689a-4273-85d3-dc9c0ef55ec9" id="341" name="Text3">
                  <a:extLst>
                    <a:ext uri="{FF2B5EF4-FFF2-40B4-BE49-F238E27FC236}">
                      <a16:creationId id="{0BC53AF7-8AD7-6717-DA0A-64A9E52324E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false" flipV="false">
                  <a:off x="6372083" y="5313037"/>
                  <a:ext cx="2476429" cy="808892"/>
                </a:xfrm>
                <a:prstGeom prst="rect">
                  <a:avLst/>
                </a:prstGeom>
                <a:noFill/>
              </p:spPr>
              <p:txBody>
                <a:bodyPr anchor="t" anchorCtr="true" rtlCol="0" wrap="square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FFFFFF"/>
                      </a:solidFill>
                      <a:ea typeface="微软雅黑"/>
                    </a:rPr>
                    <a:t>识别项目的优势和不足，为改进提供依据。</a:t>
                  </a:r>
                </a:p>
              </p:txBody>
            </p:sp>
            <p:sp>
              <p:nvSpPr>
                <p:cNvPr descr="ef15093d-49a0-4ba2-b567-aec45da0d3dc" id="352" name="Number3">
                  <a:extLst>
                    <a:ext uri="{FF2B5EF4-FFF2-40B4-BE49-F238E27FC236}">
                      <a16:creationId id="{CC67D405-C2F1-13AA-0D7F-4D6BA0D61555}"/>
                    </a:ext>
                  </a:extLst>
                </p:cNvPr>
                <p:cNvSpPr/>
                <p:nvPr/>
              </p:nvSpPr>
              <p:spPr>
                <a:xfrm flipH="false" flipV="false">
                  <a:off x="7066790" y="2361008"/>
                  <a:ext cx="1087017" cy="108701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rtlCol="0"/>
                <a:lstStyle/>
                <a:p>
                  <a:pPr algn="ctr"/>
                  <a:r>
                    <a:rPr b="true" i="false" lang="en-US" sz="4000" u="none">
                      <a:solidFill>
                        <a:srgbClr val="F0F0F0"/>
                      </a:solidFill>
                      <a:latin typeface="Calibri"/>
                    </a:rPr>
                    <a:t>03</a:t>
                  </a:r>
                </a:p>
              </p:txBody>
            </p:sp>
          </p:grpSp>
        </p:grpSp>
        <p:sp>
          <p:nvSpPr>
            <p:cNvPr descr="f0a47466-2c6c-44f0-b0ef-16b1732c01db" id="361" name="Title">
              <a:extLst>
                <a:ext uri="{FF2B5EF4-FFF2-40B4-BE49-F238E27FC236}">
                  <a16:creationId id="{22291AA8-88DD-2E71-C4DA-C48E77DB912C}"/>
                </a:ext>
              </a:extLst>
            </p:cNvPr>
            <p:cNvSpPr txBox="1"/>
            <p:nvPr/>
          </p:nvSpPr>
          <p:spPr>
            <a:xfrm flipH="false" flipV="false">
              <a:off x="660400" y="1130299"/>
              <a:ext cx="10858501" cy="677351"/>
            </a:xfrm>
            <a:prstGeom prst="rect">
              <a:avLst/>
            </a:prstGeom>
            <a:noFill/>
          </p:spPr>
          <p:txBody>
            <a:bodyPr anchor="b" anchorCtr="true" wrap="square">
              <a:normAutofit/>
            </a:bodyPr>
            <a:lstStyle/>
            <a:p>
              <a:pPr algn="ctr"/>
              <a:r>
                <a:rPr b="true" i="false" lang="en-US" sz="2800" u="none">
                  <a:solidFill>
                    <a:srgbClr val="FFFFFF"/>
                  </a:solidFill>
                  <a:ea typeface="微软雅黑"/>
                </a:rPr>
                <a:t>评估项目整体状况</a:t>
              </a:r>
            </a:p>
          </p:txBody>
        </p:sp>
      </p:grpSp>
      <p:sp>
        <p:nvSpPr>
          <p:cNvPr descr="697f60e6-d590-4202-9a4a-bde26f963db9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FFFFFF"/>
                </a:solidFill>
                <a:ea typeface="微软雅黑"/>
              </a:rPr>
              <a:t>项目评估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fbeb724f-508e-4376-a58f-ee8fac720fbd" id="50" name="db933450-f563-4efc-a51c-094ae0661d7d.source.3.zh-Hans.pptx">
            <a:extLst>
              <a:ext uri="{FF2B5EF4-FFF2-40B4-BE49-F238E27FC236}">
                <a16:creationId id="{766039DE-E339-5051-4BCE-083721B57546}"/>
              </a:ext>
            </a:extLst>
          </p:cNvPr>
          <p:cNvGrpSpPr/>
          <p:nvPr/>
        </p:nvGrpSpPr>
        <p:grpSpPr>
          <a:xfrm>
            <a:off x="660401" y="1130303"/>
            <a:ext cx="10067370" cy="4811887"/>
            <a:chOff x="660401" y="1130303"/>
            <a:chExt cx="10067370" cy="4811887"/>
          </a:xfrm>
        </p:grpSpPr>
        <p:grpSp>
          <p:nvGrpSpPr>
            <p:cNvPr descr="5bddd1eb-9cac-4216-986e-27028410a34c" id="47" name="组合 46">
              <a:extLst>
                <a:ext uri="{FF2B5EF4-FFF2-40B4-BE49-F238E27FC236}">
                  <a16:creationId id="{89EF602B-7396-46F2-E0F2-669BE2FFBD4A}"/>
                </a:ext>
              </a:extLst>
            </p:cNvPr>
            <p:cNvGrpSpPr/>
            <p:nvPr/>
          </p:nvGrpSpPr>
          <p:grpSpPr>
            <a:xfrm>
              <a:off x="3953686" y="1619084"/>
              <a:ext cx="2058169" cy="4323106"/>
              <a:chOff x="3953686" y="1619084"/>
              <a:chExt cx="2058169" cy="4323106"/>
            </a:xfrm>
          </p:grpSpPr>
          <p:sp>
            <p:nvSpPr>
              <p:cNvPr descr="995bc493-fc25-4b76-be0d-62f86a39d15b" id="6" name="Bullet1">
                <a:extLst>
                  <a:ext uri="{FF2B5EF4-FFF2-40B4-BE49-F238E27FC236}">
                    <a16:creationId id="{D57A24FE-49CA-3979-8BC4-A6560FA8BDD9}"/>
                  </a:ext>
                </a:extLst>
              </p:cNvPr>
              <p:cNvSpPr/>
              <p:nvPr/>
            </p:nvSpPr>
            <p:spPr>
              <a:xfrm flipH="false" flipV="false">
                <a:off x="3953686" y="2308377"/>
                <a:ext cx="2058169" cy="56931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评估投资价值</a:t>
                </a:r>
              </a:p>
            </p:txBody>
          </p:sp>
          <p:sp>
            <p:nvSpPr>
              <p:cNvPr descr="f7494c71-dbe4-4037-b497-c0234415e0c5" id="7" name="Number1">
                <a:extLst>
                  <a:ext uri="{FF2B5EF4-FFF2-40B4-BE49-F238E27FC236}">
                    <a16:creationId id="{CDD59BA6-E41D-492F-B52D-C881B1A88F70}"/>
                  </a:ext>
                </a:extLst>
              </p:cNvPr>
              <p:cNvSpPr/>
              <p:nvPr/>
            </p:nvSpPr>
            <p:spPr>
              <a:xfrm flipH="false" flipV="false">
                <a:off x="3953687" y="1619084"/>
                <a:ext cx="858219" cy="68929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 anchorCtr="false" bIns="45720" lIns="91440" rIns="91440" rtlCol="0" tIns="45720" wrap="none">
                <a:normAutofit lnSpcReduction="10000"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b="true" i="false" lang="en-US" sz="4000" u="none">
                    <a:solidFill>
                      <a:srgbClr val="1E4DCD"/>
                    </a:solidFill>
                    <a:latin typeface="Arial"/>
                  </a:rPr>
                  <a:t>01</a:t>
                </a:r>
              </a:p>
            </p:txBody>
          </p:sp>
          <p:sp>
            <p:nvSpPr>
              <p:cNvPr descr="f112dcfa-78eb-4fe5-ad47-83bf54582df8" id="8" name="ComponentBackground1">
                <a:extLst>
                  <a:ext uri="{FF2B5EF4-FFF2-40B4-BE49-F238E27FC236}">
                    <a16:creationId id="{182BF87F-12E6-76A5-07D9-977FCC9CEB38}"/>
                  </a:ext>
                </a:extLst>
              </p:cNvPr>
              <p:cNvSpPr/>
              <p:nvPr/>
            </p:nvSpPr>
            <p:spPr>
              <a:xfrm flipH="false" flipV="false">
                <a:off x="3953686" y="2906890"/>
                <a:ext cx="2058169" cy="3035300"/>
              </a:xfrm>
              <a:prstGeom prst="roundRect">
                <a:avLst>
                  <a:gd fmla="val 6086" name="adj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cap="rnd" w="57150">
                <a:noFill/>
                <a:prstDash val="solid"/>
                <a:round/>
              </a:ln>
              <a:effectLst>
                <a:outerShdw algn="ctr" blurRad="50800" dir="5400000" dist="50800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square">
                <a:normAutofit/>
              </a:bodyPr>
              <a:lstStyle/>
              <a:p>
                <a:pPr algn="ctr"/>
              </a:p>
            </p:txBody>
          </p:sp>
          <p:sp>
            <p:nvSpPr>
              <p:cNvPr descr="4224af85-970d-452e-8b86-067a35db2657" id="15" name="Text1">
                <a:extLst>
                  <a:ext uri="{FF2B5EF4-FFF2-40B4-BE49-F238E27FC236}">
                    <a16:creationId id="{73BB271E-8F95-B10A-A9A8-ACBD1B8420F1}"/>
                  </a:ext>
                </a:extLst>
              </p:cNvPr>
              <p:cNvSpPr/>
              <p:nvPr/>
            </p:nvSpPr>
            <p:spPr>
              <a:xfrm flipH="false" flipV="false">
                <a:off x="4056609" y="3237088"/>
                <a:ext cx="1847821" cy="251601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评估开源项目的投资价值和潜在回报。</a:t>
                </a:r>
              </a:p>
            </p:txBody>
          </p:sp>
        </p:grpSp>
        <p:grpSp>
          <p:nvGrpSpPr>
            <p:cNvPr descr="05acf4b9-61b1-4606-828d-bb5e393ea93d" id="48" name="组合 47">
              <a:extLst>
                <a:ext uri="{FF2B5EF4-FFF2-40B4-BE49-F238E27FC236}">
                  <a16:creationId id="{7FA16329-57F0-8DD6-999E-6E07BD5A4082}"/>
                </a:ext>
              </a:extLst>
            </p:cNvPr>
            <p:cNvGrpSpPr/>
            <p:nvPr/>
          </p:nvGrpSpPr>
          <p:grpSpPr>
            <a:xfrm>
              <a:off x="6311644" y="1619084"/>
              <a:ext cx="2058169" cy="4323106"/>
              <a:chOff x="6311644" y="1619084"/>
              <a:chExt cx="2058169" cy="4323106"/>
            </a:xfrm>
          </p:grpSpPr>
          <p:sp>
            <p:nvSpPr>
              <p:cNvPr descr="63c6a09e-2cbd-45cf-81ba-21453cceac32" id="20" name="Bullet2">
                <a:extLst>
                  <a:ext uri="{FF2B5EF4-FFF2-40B4-BE49-F238E27FC236}">
                    <a16:creationId id="{5EFAA6CA-842F-B58E-0E29-50AB740E9241}"/>
                  </a:ext>
                </a:extLst>
              </p:cNvPr>
              <p:cNvSpPr/>
              <p:nvPr/>
            </p:nvSpPr>
            <p:spPr>
              <a:xfrm flipH="false" flipV="false">
                <a:off x="6311644" y="2308377"/>
                <a:ext cx="2058169" cy="56931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比较项目潜力</a:t>
                </a:r>
              </a:p>
            </p:txBody>
          </p:sp>
          <p:sp>
            <p:nvSpPr>
              <p:cNvPr descr="4f5736cf-531b-42e3-a967-6f6bd53f76d5" id="21" name="Number2">
                <a:extLst>
                  <a:ext uri="{FF2B5EF4-FFF2-40B4-BE49-F238E27FC236}">
                    <a16:creationId id="{B6B3D9E9-439C-AD95-D738-A502D4A70B52}"/>
                  </a:ext>
                </a:extLst>
              </p:cNvPr>
              <p:cNvSpPr/>
              <p:nvPr/>
            </p:nvSpPr>
            <p:spPr>
              <a:xfrm flipH="false" flipV="false">
                <a:off x="6311645" y="1619084"/>
                <a:ext cx="858219" cy="68929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 anchorCtr="false" bIns="45720" lIns="91440" rIns="91440" rtlCol="0" tIns="45720" wrap="none">
                <a:normAutofit lnSpcReduction="10000"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b="true" i="false" lang="en-US" sz="4000" u="none">
                    <a:solidFill>
                      <a:srgbClr val="FFFF00"/>
                    </a:solidFill>
                    <a:latin typeface="Arial"/>
                  </a:rPr>
                  <a:t>02</a:t>
                </a:r>
              </a:p>
            </p:txBody>
          </p:sp>
          <p:sp>
            <p:nvSpPr>
              <p:cNvPr descr="90d08629-0136-4794-b7ae-3bcaca20893f" id="22" name="ComponentBackground2">
                <a:extLst>
                  <a:ext uri="{FF2B5EF4-FFF2-40B4-BE49-F238E27FC236}">
                    <a16:creationId id="{FF476A6A-6691-123F-1940-1E82DB10A141}"/>
                  </a:ext>
                </a:extLst>
              </p:cNvPr>
              <p:cNvSpPr/>
              <p:nvPr/>
            </p:nvSpPr>
            <p:spPr>
              <a:xfrm flipH="false" flipV="false">
                <a:off x="6311644" y="2906890"/>
                <a:ext cx="2058169" cy="3035300"/>
              </a:xfrm>
              <a:prstGeom prst="roundRect">
                <a:avLst>
                  <a:gd fmla="val 6086" name="adj"/>
                </a:avLst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60000">
                    <a:schemeClr val="accent2"/>
                  </a:gs>
                </a:gsLst>
                <a:lin ang="2700000" scaled="0"/>
              </a:gradFill>
              <a:ln cap="rnd" w="57150">
                <a:noFill/>
                <a:prstDash val="solid"/>
                <a:round/>
              </a:ln>
              <a:effectLst>
                <a:outerShdw algn="ctr" blurRad="50800" dir="5400000" dist="50800" rotWithShape="0">
                  <a:schemeClr val="accent2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square">
                <a:normAutofit/>
              </a:bodyPr>
              <a:lstStyle/>
              <a:p>
                <a:pPr algn="ctr"/>
              </a:p>
            </p:txBody>
          </p:sp>
          <p:sp>
            <p:nvSpPr>
              <p:cNvPr descr="cfc5eb78-0210-44a7-b649-dd7c1bf83b99" id="29" name="Text2">
                <a:extLst>
                  <a:ext uri="{FF2B5EF4-FFF2-40B4-BE49-F238E27FC236}">
                    <a16:creationId id="{9C403539-7E34-52C7-C9FE-3F5AC810A4E6}"/>
                  </a:ext>
                </a:extLst>
              </p:cNvPr>
              <p:cNvSpPr/>
              <p:nvPr/>
            </p:nvSpPr>
            <p:spPr>
              <a:xfrm flipH="false" flipV="false">
                <a:off x="6414567" y="3237088"/>
                <a:ext cx="1847821" cy="251601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000000"/>
                    </a:solidFill>
                    <a:ea typeface="微软雅黑"/>
                  </a:rPr>
                  <a:t>比较不同项目的发展潜力和稳定性。</a:t>
                </a:r>
              </a:p>
            </p:txBody>
          </p:sp>
        </p:grpSp>
        <p:grpSp>
          <p:nvGrpSpPr>
            <p:cNvPr descr="a1ffe96f-3891-4ec0-9460-d9211ef38578" id="49" name="组合 48">
              <a:extLst>
                <a:ext uri="{FF2B5EF4-FFF2-40B4-BE49-F238E27FC236}">
                  <a16:creationId id="{4ADCF2AD-B298-EA30-D040-C6F2C9A9DB06}"/>
                </a:ext>
              </a:extLst>
            </p:cNvPr>
            <p:cNvGrpSpPr/>
            <p:nvPr/>
          </p:nvGrpSpPr>
          <p:grpSpPr>
            <a:xfrm>
              <a:off x="8669602" y="1619084"/>
              <a:ext cx="2058169" cy="4323106"/>
              <a:chOff x="8669602" y="1619084"/>
              <a:chExt cx="2058169" cy="4323106"/>
            </a:xfrm>
          </p:grpSpPr>
          <p:sp>
            <p:nvSpPr>
              <p:cNvPr descr="8128c2ab-66fc-44b3-8fcc-9f479946a689" id="34" name="Bullet3">
                <a:extLst>
                  <a:ext uri="{FF2B5EF4-FFF2-40B4-BE49-F238E27FC236}">
                    <a16:creationId id="{631261E6-7E59-2623-B53A-EAD95D779AD1}"/>
                  </a:ext>
                </a:extLst>
              </p:cNvPr>
              <p:cNvSpPr/>
              <p:nvPr/>
            </p:nvSpPr>
            <p:spPr>
              <a:xfrm flipH="false" flipV="false">
                <a:off x="8669602" y="2308377"/>
                <a:ext cx="2058169" cy="56931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预测未来趋势</a:t>
                </a:r>
              </a:p>
            </p:txBody>
          </p:sp>
          <p:sp>
            <p:nvSpPr>
              <p:cNvPr descr="094ce3f6-a7e3-4c8a-a455-ae8f42916a49" id="35" name="Number3">
                <a:extLst>
                  <a:ext uri="{FF2B5EF4-FFF2-40B4-BE49-F238E27FC236}">
                    <a16:creationId id="{305BA82F-B735-0032-038D-C090D56B73AD}"/>
                  </a:ext>
                </a:extLst>
              </p:cNvPr>
              <p:cNvSpPr/>
              <p:nvPr/>
            </p:nvSpPr>
            <p:spPr>
              <a:xfrm flipH="false" flipV="false">
                <a:off x="8669603" y="1619084"/>
                <a:ext cx="858219" cy="68929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 anchorCtr="false" bIns="45720" lIns="91440" rIns="91440" rtlCol="0" tIns="45720" wrap="none">
                <a:normAutofit lnSpcReduction="10000"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b="true" i="false" lang="en-US" sz="4000" u="none">
                    <a:solidFill>
                      <a:srgbClr val="01CDFE"/>
                    </a:solidFill>
                    <a:latin typeface="Arial"/>
                  </a:rPr>
                  <a:t>03</a:t>
                </a:r>
              </a:p>
            </p:txBody>
          </p:sp>
          <p:sp>
            <p:nvSpPr>
              <p:cNvPr descr="45a733ab-d273-4d78-b6b3-136dc826b140" id="36" name="ComponentBackground3">
                <a:extLst>
                  <a:ext uri="{FF2B5EF4-FFF2-40B4-BE49-F238E27FC236}">
                    <a16:creationId id="{81CCD2C8-A9AD-0140-BC58-0FB1284B8F2D}"/>
                  </a:ext>
                </a:extLst>
              </p:cNvPr>
              <p:cNvSpPr/>
              <p:nvPr/>
            </p:nvSpPr>
            <p:spPr>
              <a:xfrm flipH="false" flipV="false">
                <a:off x="8669602" y="2906890"/>
                <a:ext cx="2058169" cy="3035300"/>
              </a:xfrm>
              <a:prstGeom prst="roundRect">
                <a:avLst>
                  <a:gd fmla="val 6086" name="adj"/>
                </a:avLst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60000">
                    <a:schemeClr val="accent3"/>
                  </a:gs>
                </a:gsLst>
                <a:lin ang="2700000" scaled="0"/>
              </a:gradFill>
              <a:ln cap="rnd" w="57150">
                <a:noFill/>
                <a:prstDash val="solid"/>
                <a:round/>
              </a:ln>
              <a:effectLst>
                <a:outerShdw algn="ctr" blurRad="50800" dir="5400000" dist="50800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square">
                <a:normAutofit/>
              </a:bodyPr>
              <a:lstStyle/>
              <a:p>
                <a:pPr algn="ctr"/>
              </a:p>
            </p:txBody>
          </p:sp>
          <p:sp>
            <p:nvSpPr>
              <p:cNvPr descr="a9da7615-957f-4841-92b5-b953a8b4c56b" id="43" name="Text3">
                <a:extLst>
                  <a:ext uri="{FF2B5EF4-FFF2-40B4-BE49-F238E27FC236}">
                    <a16:creationId id="{2CD57B5B-7383-D36E-10EF-E048007341FA}"/>
                  </a:ext>
                </a:extLst>
              </p:cNvPr>
              <p:cNvSpPr/>
              <p:nvPr/>
            </p:nvSpPr>
            <p:spPr>
              <a:xfrm flipH="false" flipV="false">
                <a:off x="8772525" y="3237088"/>
                <a:ext cx="1847821" cy="251601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预测项目的未来发展趋势，做出明智决策。</a:t>
                </a:r>
              </a:p>
            </p:txBody>
          </p:sp>
        </p:grpSp>
        <p:sp>
          <p:nvSpPr>
            <p:cNvPr descr="6a94dca9-d1ae-4c1c-9fd2-642f72f37a5d" id="3" name="Title">
              <a:extLst>
                <a:ext uri="{FF2B5EF4-FFF2-40B4-BE49-F238E27FC236}">
                  <a16:creationId id="{779EC433-67B9-FBFA-E228-A918CA9D343D}"/>
                </a:ext>
              </a:extLst>
            </p:cNvPr>
            <p:cNvSpPr txBox="1"/>
            <p:nvPr/>
          </p:nvSpPr>
          <p:spPr>
            <a:xfrm flipH="false" flipV="false">
              <a:off x="660401" y="1130303"/>
              <a:ext cx="2184400" cy="2538586"/>
            </a:xfrm>
            <a:prstGeom prst="rect">
              <a:avLst/>
            </a:prstGeom>
            <a:noFill/>
            <a:ln>
              <a:noFill/>
            </a:ln>
          </p:spPr>
          <p:txBody>
            <a:bodyPr anchor="t" anchorCtr="false" bIns="45720" lIns="91440" rIns="91440" tIns="45720" wrap="square">
              <a:normAutofit/>
            </a:bodyPr>
            <a:lstStyle/>
            <a:p>
              <a:pPr algn="l">
                <a:spcBef>
                  <a:spcPct val="0"/>
                </a:spcBef>
                <a:spcAft>
                  <a:spcPct val="0"/>
                </a:spcAft>
              </a:pPr>
              <a:r>
                <a:rPr b="true" i="false" lang="en-US" strike="noStrike" sz="2400" u="none">
                  <a:solidFill>
                    <a:srgbClr val="FFFFFF"/>
                  </a:solidFill>
                  <a:ea typeface="微软雅黑"/>
                </a:rPr>
                <a:t>辅助投资判断</a:t>
              </a:r>
            </a:p>
          </p:txBody>
        </p:sp>
      </p:grpSp>
      <p:sp>
        <p:nvSpPr>
          <p:cNvPr descr="697f60e6-d590-4202-9a4a-bde26f963db9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FFFFFF"/>
                </a:solidFill>
                <a:ea typeface="微软雅黑"/>
              </a:rPr>
              <a:t>投资决策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a14="http://schemas.microsoft.com/office/drawing/2010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f90b55ae-3a4f-40da-b301-ff331c62e4bf" id="46" name="2003b240-73ca-4730-8a3f-b16e5d7de419.source.3.zh-Hans.pptx">
            <a:extLst>
              <a:ext uri="{FF2B5EF4-FFF2-40B4-BE49-F238E27FC236}">
                <a16:creationId id="{1B967609-788A-4064-7569-16969F910F2F}"/>
              </a:ext>
            </a:extLst>
          </p:cNvPr>
          <p:cNvGrpSpPr/>
          <p:nvPr/>
        </p:nvGrpSpPr>
        <p:grpSpPr>
          <a:xfrm>
            <a:off x="660399" y="1130300"/>
            <a:ext cx="10858500" cy="4822746"/>
            <a:chOff x="660399" y="1130300"/>
            <a:chExt cx="10858500" cy="4822746"/>
          </a:xfrm>
        </p:grpSpPr>
        <p:sp>
          <p:nvSpPr>
            <p:cNvPr descr="99319436-2a92-4655-9951-885deab87d50" id="3" name="iSľïḋê">
              <a:extLst>
                <a:ext uri="{FF2B5EF4-FFF2-40B4-BE49-F238E27FC236}">
                  <a16:creationId id="{EFEB459A-5CC3-4A16-9941-9EC2492E002A}"/>
                </a:ext>
              </a:extLst>
            </p:cNvPr>
            <p:cNvSpPr/>
            <p:nvPr/>
          </p:nvSpPr>
          <p:spPr bwMode="auto">
            <a:xfrm flipH="false" flipV="false">
              <a:off x="660400" y="4652883"/>
              <a:ext cx="3038475" cy="1282700"/>
            </a:xfrm>
            <a:custGeom>
              <a:avLst/>
              <a:gdLst>
                <a:gd fmla="*/ 0 w 1914" name="T0"/>
                <a:gd fmla="*/ 0 h 807" name="T1"/>
                <a:gd fmla="*/ 0 w 1914" name="T2"/>
                <a:gd fmla="*/ 807 h 807" name="T3"/>
                <a:gd fmla="*/ 1914 w 1914" name="T4"/>
                <a:gd fmla="*/ 806 h 807" name="T5"/>
                <a:gd fmla="*/ 1913 w 1914" name="T6"/>
                <a:gd fmla="*/ 0 h 807" name="T7"/>
                <a:gd fmla="*/ 0 w 1914" name="T8"/>
                <a:gd fmla="*/ 0 h 807" name="T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b="b" l="0" r="r" t="0"/>
              <a:pathLst>
                <a:path h="807" w="1914">
                  <a:moveTo>
                    <a:pt x="0" y="0"/>
                  </a:moveTo>
                  <a:lnTo>
                    <a:pt x="0" y="807"/>
                  </a:lnTo>
                  <a:lnTo>
                    <a:pt x="1914" y="806"/>
                  </a:lnTo>
                  <a:lnTo>
                    <a:pt x="19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alpha val="15000"/>
              </a:schemeClr>
            </a:solidFill>
            <a:ln>
              <a:noFill/>
            </a:ln>
          </p:spPr>
          <p:txBody>
            <a:bodyPr anchor="t" anchorCtr="false" bIns="45720" compatLnSpc="1" lIns="91440" numCol="1" rIns="91440" tIns="45720" vert="horz" wrap="square">
              <a:prstTxWarp prst="textNoShape">
                <a:avLst/>
              </a:prstTxWarp>
              <a:normAutofit/>
            </a:bodyPr>
            <a:lstStyle/>
            <a:p>
              <a:pPr algn="l"/>
            </a:p>
          </p:txBody>
        </p:sp>
        <p:sp>
          <p:nvSpPr>
            <p:cNvPr descr="19da1681-027a-4a65-b1d7-32651ea15a35" id="4" name="ïSḻïḍê">
              <a:extLst>
                <a:ext uri="{FF2B5EF4-FFF2-40B4-BE49-F238E27FC236}">
                  <a16:creationId id="{82899AE9-715D-462B-AD0C-BB5700FA4BFD}"/>
                </a:ext>
              </a:extLst>
            </p:cNvPr>
            <p:cNvSpPr/>
            <p:nvPr/>
          </p:nvSpPr>
          <p:spPr bwMode="auto">
            <a:xfrm flipH="false" flipV="false">
              <a:off x="660400" y="3411458"/>
              <a:ext cx="3035300" cy="1282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t" anchorCtr="false" bIns="45720" compatLnSpc="1" lIns="91440" numCol="1" rIns="91440" tIns="45720" vert="horz" wrap="square">
              <a:prstTxWarp prst="textNoShape">
                <a:avLst/>
              </a:prstTxWarp>
              <a:normAutofit/>
            </a:bodyPr>
            <a:lstStyle/>
            <a:p>
              <a:pPr algn="l"/>
            </a:p>
          </p:txBody>
        </p:sp>
        <p:sp>
          <p:nvSpPr>
            <p:cNvPr descr="f03925d9-8de5-484f-a405-4f8b56cd4a3f" id="5" name="iṣļïďè">
              <a:extLst>
                <a:ext uri="{FF2B5EF4-FFF2-40B4-BE49-F238E27FC236}">
                  <a16:creationId id="{517E5882-C130-4E98-9BD5-11B48DAA26AB}"/>
                </a:ext>
              </a:extLst>
            </p:cNvPr>
            <p:cNvSpPr/>
            <p:nvPr/>
          </p:nvSpPr>
          <p:spPr bwMode="auto">
            <a:xfrm flipH="false" flipV="false">
              <a:off x="3098800" y="3409871"/>
              <a:ext cx="1206500" cy="649288"/>
            </a:xfrm>
            <a:custGeom>
              <a:avLst/>
              <a:gdLst>
                <a:gd fmla="*/ 385 w 615" name="T0"/>
                <a:gd fmla="*/ 328 h 330" name="T1"/>
                <a:gd fmla="*/ 386 w 615" name="T2"/>
                <a:gd fmla="*/ 326 h 330" name="T3"/>
                <a:gd fmla="*/ 385 w 615" name="T4"/>
                <a:gd fmla="*/ 328 h 330" name="T5"/>
                <a:gd fmla="*/ 99 w 615" name="T6"/>
                <a:gd fmla="*/ 185 h 330" name="T7"/>
                <a:gd fmla="*/ 0 w 615" name="T8"/>
                <a:gd fmla="*/ 327 h 330" name="T9"/>
                <a:gd fmla="*/ 176 w 615" name="T10"/>
                <a:gd fmla="*/ 330 h 330" name="T11"/>
                <a:gd fmla="*/ 288 w 615" name="T12"/>
                <a:gd fmla="*/ 328 h 330" name="T13"/>
                <a:gd fmla="*/ 386 w 615" name="T14"/>
                <a:gd fmla="*/ 326 h 330" name="T15"/>
                <a:gd fmla="*/ 484 w 615" name="T16"/>
                <a:gd fmla="*/ 187 h 330" name="T17"/>
                <a:gd fmla="*/ 615 w 615" name="T18"/>
                <a:gd fmla="*/ 1 h 330" name="T19"/>
                <a:gd fmla="*/ 409 w 615" name="T20"/>
                <a:gd fmla="*/ 1 h 330" name="T21"/>
                <a:gd fmla="*/ 228 w 615" name="T22"/>
                <a:gd fmla="*/ 0 h 330" name="T23"/>
                <a:gd fmla="*/ 99 w 615" name="T24"/>
                <a:gd fmla="*/ 185 h 330" name="T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b="b" l="0" r="r" t="0"/>
              <a:pathLst>
                <a:path h="330" w="615">
                  <a:moveTo>
                    <a:pt x="385" y="328"/>
                  </a:moveTo>
                  <a:cubicBezTo>
                    <a:pt x="392" y="327"/>
                    <a:pt x="392" y="327"/>
                    <a:pt x="386" y="326"/>
                  </a:cubicBezTo>
                  <a:cubicBezTo>
                    <a:pt x="385" y="327"/>
                    <a:pt x="385" y="327"/>
                    <a:pt x="385" y="328"/>
                  </a:cubicBezTo>
                  <a:moveTo>
                    <a:pt x="99" y="185"/>
                  </a:moveTo>
                  <a:cubicBezTo>
                    <a:pt x="65" y="233"/>
                    <a:pt x="33" y="278"/>
                    <a:pt x="0" y="327"/>
                  </a:cubicBezTo>
                  <a:cubicBezTo>
                    <a:pt x="59" y="327"/>
                    <a:pt x="117" y="329"/>
                    <a:pt x="176" y="330"/>
                  </a:cubicBezTo>
                  <a:cubicBezTo>
                    <a:pt x="203" y="330"/>
                    <a:pt x="247" y="329"/>
                    <a:pt x="288" y="328"/>
                  </a:cubicBezTo>
                  <a:cubicBezTo>
                    <a:pt x="332" y="327"/>
                    <a:pt x="372" y="326"/>
                    <a:pt x="386" y="326"/>
                  </a:cubicBezTo>
                  <a:cubicBezTo>
                    <a:pt x="420" y="279"/>
                    <a:pt x="450" y="235"/>
                    <a:pt x="484" y="187"/>
                  </a:cubicBezTo>
                  <a:cubicBezTo>
                    <a:pt x="528" y="126"/>
                    <a:pt x="571" y="63"/>
                    <a:pt x="615" y="1"/>
                  </a:cubicBezTo>
                  <a:cubicBezTo>
                    <a:pt x="546" y="1"/>
                    <a:pt x="477" y="1"/>
                    <a:pt x="409" y="1"/>
                  </a:cubicBezTo>
                  <a:cubicBezTo>
                    <a:pt x="348" y="0"/>
                    <a:pt x="288" y="0"/>
                    <a:pt x="228" y="0"/>
                  </a:cubicBezTo>
                  <a:cubicBezTo>
                    <a:pt x="185" y="62"/>
                    <a:pt x="142" y="123"/>
                    <a:pt x="99" y="185"/>
                  </a:cubicBezTo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anchor="t" anchorCtr="false" bIns="45720" compatLnSpc="1" lIns="91440" numCol="1" rIns="91440" tIns="45720" vert="horz" wrap="square">
              <a:prstTxWarp prst="textNoShape">
                <a:avLst/>
              </a:prstTxWarp>
              <a:normAutofit/>
            </a:bodyPr>
            <a:lstStyle/>
            <a:p>
              <a:pPr algn="l"/>
            </a:p>
          </p:txBody>
        </p:sp>
        <p:sp>
          <p:nvSpPr>
            <p:cNvPr descr="dacaff28-bde7-40dd-9651-060471e49cbf" id="6" name="isľïḋé">
              <a:extLst>
                <a:ext uri="{FF2B5EF4-FFF2-40B4-BE49-F238E27FC236}">
                  <a16:creationId id="{3A848724-0EFB-45FE-959E-1FF6DDEFCF9E}"/>
                </a:ext>
              </a:extLst>
            </p:cNvPr>
            <p:cNvSpPr/>
            <p:nvPr/>
          </p:nvSpPr>
          <p:spPr bwMode="auto">
            <a:xfrm flipH="false" flipV="false">
              <a:off x="3098800" y="4035346"/>
              <a:ext cx="1211263" cy="649288"/>
            </a:xfrm>
            <a:custGeom>
              <a:avLst/>
              <a:gdLst>
                <a:gd fmla="*/ 265 w 617" name="T0"/>
                <a:gd fmla="*/ 1 h 330" name="T1"/>
                <a:gd fmla="*/ 177 w 617" name="T2"/>
                <a:gd fmla="*/ 0 h 330" name="T3"/>
                <a:gd fmla="*/ 0 w 617" name="T4"/>
                <a:gd fmla="*/ 2 h 330" name="T5"/>
                <a:gd fmla="*/ 100 w 617" name="T6"/>
                <a:gd fmla="*/ 146 h 330" name="T7"/>
                <a:gd fmla="*/ 230 w 617" name="T8"/>
                <a:gd fmla="*/ 330 h 330" name="T9"/>
                <a:gd fmla="*/ 410 w 617" name="T10"/>
                <a:gd fmla="*/ 329 h 330" name="T11"/>
                <a:gd fmla="*/ 617 w 617" name="T12"/>
                <a:gd fmla="*/ 328 h 330" name="T13"/>
                <a:gd fmla="*/ 487 w 617" name="T14"/>
                <a:gd fmla="*/ 143 h 330" name="T15"/>
                <a:gd fmla="*/ 386 w 617" name="T16"/>
                <a:gd fmla="*/ 0 h 330" name="T17"/>
                <a:gd fmla="*/ 265 w 617" name="T18"/>
                <a:gd fmla="*/ 1 h 330" name="T19"/>
                <a:gd fmla="*/ 116 w 617" name="T20"/>
                <a:gd fmla="*/ 141 h 330" name="T21"/>
                <a:gd fmla="*/ 114 w 617" name="T22"/>
                <a:gd fmla="*/ 139 h 330" name="T23"/>
                <a:gd fmla="*/ 116 w 617" name="T24"/>
                <a:gd fmla="*/ 141 h 330" name="T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b="b" l="0" r="r" t="0"/>
              <a:pathLst>
                <a:path h="330" w="617">
                  <a:moveTo>
                    <a:pt x="265" y="1"/>
                  </a:moveTo>
                  <a:cubicBezTo>
                    <a:pt x="232" y="1"/>
                    <a:pt x="199" y="0"/>
                    <a:pt x="177" y="0"/>
                  </a:cubicBezTo>
                  <a:cubicBezTo>
                    <a:pt x="118" y="1"/>
                    <a:pt x="59" y="1"/>
                    <a:pt x="0" y="2"/>
                  </a:cubicBezTo>
                  <a:cubicBezTo>
                    <a:pt x="33" y="50"/>
                    <a:pt x="67" y="98"/>
                    <a:pt x="100" y="146"/>
                  </a:cubicBezTo>
                  <a:cubicBezTo>
                    <a:pt x="143" y="207"/>
                    <a:pt x="187" y="269"/>
                    <a:pt x="230" y="330"/>
                  </a:cubicBezTo>
                  <a:cubicBezTo>
                    <a:pt x="290" y="330"/>
                    <a:pt x="350" y="329"/>
                    <a:pt x="410" y="329"/>
                  </a:cubicBezTo>
                  <a:cubicBezTo>
                    <a:pt x="617" y="328"/>
                    <a:pt x="617" y="328"/>
                    <a:pt x="617" y="328"/>
                  </a:cubicBezTo>
                  <a:cubicBezTo>
                    <a:pt x="572" y="266"/>
                    <a:pt x="531" y="204"/>
                    <a:pt x="487" y="143"/>
                  </a:cubicBezTo>
                  <a:cubicBezTo>
                    <a:pt x="452" y="95"/>
                    <a:pt x="420" y="48"/>
                    <a:pt x="386" y="0"/>
                  </a:cubicBezTo>
                  <a:cubicBezTo>
                    <a:pt x="370" y="1"/>
                    <a:pt x="317" y="1"/>
                    <a:pt x="265" y="1"/>
                  </a:cubicBezTo>
                  <a:moveTo>
                    <a:pt x="116" y="141"/>
                  </a:moveTo>
                  <a:cubicBezTo>
                    <a:pt x="121" y="141"/>
                    <a:pt x="122" y="140"/>
                    <a:pt x="114" y="139"/>
                  </a:cubicBezTo>
                  <a:cubicBezTo>
                    <a:pt x="115" y="140"/>
                    <a:pt x="115" y="140"/>
                    <a:pt x="116" y="141"/>
                  </a:cubicBezTo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anchor="t" anchorCtr="false" bIns="45720" compatLnSpc="1" lIns="91440" numCol="1" rIns="91440" tIns="45720" vert="horz" wrap="square">
              <a:prstTxWarp prst="textNoShape">
                <a:avLst/>
              </a:prstTxWarp>
              <a:normAutofit/>
            </a:bodyPr>
            <a:lstStyle/>
            <a:p>
              <a:pPr algn="l"/>
            </a:p>
          </p:txBody>
        </p:sp>
        <p:sp>
          <p:nvSpPr>
            <p:cNvPr descr="8ac5ad94-6eae-4003-9ff3-ddb3916d21d1" id="7" name="íṡ1ïďe">
              <a:extLst>
                <a:ext uri="{FF2B5EF4-FFF2-40B4-BE49-F238E27FC236}">
                  <a16:creationId id="{B5846B3B-5DAE-4F57-850D-6D23B48E6F43}"/>
                </a:ext>
              </a:extLst>
            </p:cNvPr>
            <p:cNvSpPr/>
            <p:nvPr/>
          </p:nvSpPr>
          <p:spPr bwMode="auto">
            <a:xfrm flipH="false" flipV="false">
              <a:off x="3846985" y="3405108"/>
              <a:ext cx="893763" cy="1260475"/>
            </a:xfrm>
            <a:custGeom>
              <a:avLst/>
              <a:gdLst>
                <a:gd fmla="*/ 285 w 563" name="T0"/>
                <a:gd fmla="*/ 0 h 794" name="T1"/>
                <a:gd fmla="*/ 563 w 563" name="T2"/>
                <a:gd fmla="*/ 404 h 794" name="T3"/>
                <a:gd fmla="*/ 282 w 563" name="T4"/>
                <a:gd fmla="*/ 794 h 794" name="T5"/>
                <a:gd fmla="*/ 0 w 563" name="T6"/>
                <a:gd fmla="*/ 399 h 794" name="T7"/>
                <a:gd fmla="*/ 285 w 563" name="T8"/>
                <a:gd fmla="*/ 0 h 794" name="T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b="b" l="0" r="r" t="0"/>
              <a:pathLst>
                <a:path h="794" w="563">
                  <a:moveTo>
                    <a:pt x="285" y="0"/>
                  </a:moveTo>
                  <a:lnTo>
                    <a:pt x="563" y="404"/>
                  </a:lnTo>
                  <a:lnTo>
                    <a:pt x="282" y="794"/>
                  </a:lnTo>
                  <a:lnTo>
                    <a:pt x="0" y="399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t" anchorCtr="false" bIns="45720" compatLnSpc="1" lIns="91440" numCol="1" rIns="91440" tIns="45720" vert="horz" wrap="square">
              <a:prstTxWarp prst="textNoShape">
                <a:avLst/>
              </a:prstTxWarp>
              <a:normAutofit/>
            </a:bodyPr>
            <a:lstStyle/>
            <a:p>
              <a:pPr algn="l"/>
            </a:p>
          </p:txBody>
        </p:sp>
        <p:sp>
          <p:nvSpPr>
            <p:cNvPr descr="99a6a08a-2c11-4593-b4d7-8472e722a63a" id="8" name="îṣ1iḋè">
              <a:extLst>
                <a:ext uri="{FF2B5EF4-FFF2-40B4-BE49-F238E27FC236}">
                  <a16:creationId id="{67A3DFA7-21C6-4EB3-BA76-FDA412C44604}"/>
                </a:ext>
              </a:extLst>
            </p:cNvPr>
            <p:cNvSpPr/>
            <p:nvPr/>
          </p:nvSpPr>
          <p:spPr bwMode="auto">
            <a:xfrm flipH="false" flipV="false">
              <a:off x="3106738" y="4684633"/>
              <a:ext cx="1206500" cy="692150"/>
            </a:xfrm>
            <a:custGeom>
              <a:avLst/>
              <a:gdLst>
                <a:gd fmla="*/ 236 w 614" name="T0"/>
                <a:gd fmla="*/ 352 h 352" name="T1"/>
                <a:gd fmla="*/ 237 w 614" name="T2"/>
                <a:gd fmla="*/ 350 h 352" name="T3"/>
                <a:gd fmla="*/ 236 w 614" name="T4"/>
                <a:gd fmla="*/ 352 h 352" name="T5"/>
                <a:gd fmla="*/ 226 w 614" name="T6"/>
                <a:gd fmla="*/ 1 h 352" name="T7"/>
                <a:gd fmla="*/ 101 w 614" name="T8"/>
                <a:gd fmla="*/ 185 h 352" name="T9"/>
                <a:gd fmla="*/ 0 w 614" name="T10"/>
                <a:gd fmla="*/ 326 h 352" name="T11"/>
                <a:gd fmla="*/ 179 w 614" name="T12"/>
                <a:gd fmla="*/ 330 h 352" name="T13"/>
                <a:gd fmla="*/ 383 w 614" name="T14"/>
                <a:gd fmla="*/ 329 h 352" name="T15"/>
                <a:gd fmla="*/ 485 w 614" name="T16"/>
                <a:gd fmla="*/ 185 h 352" name="T17"/>
                <a:gd fmla="*/ 614 w 614" name="T18"/>
                <a:gd fmla="*/ 0 h 352" name="T19"/>
                <a:gd fmla="*/ 410 w 614" name="T20"/>
                <a:gd fmla="*/ 0 h 352" name="T21"/>
                <a:gd fmla="*/ 226 w 614" name="T22"/>
                <a:gd fmla="*/ 1 h 352" name="T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b="b" l="0" r="r" t="0"/>
              <a:pathLst>
                <a:path h="352" w="614">
                  <a:moveTo>
                    <a:pt x="236" y="352"/>
                  </a:moveTo>
                  <a:cubicBezTo>
                    <a:pt x="244" y="351"/>
                    <a:pt x="243" y="350"/>
                    <a:pt x="237" y="350"/>
                  </a:cubicBezTo>
                  <a:cubicBezTo>
                    <a:pt x="237" y="351"/>
                    <a:pt x="236" y="351"/>
                    <a:pt x="236" y="352"/>
                  </a:cubicBezTo>
                  <a:moveTo>
                    <a:pt x="226" y="1"/>
                  </a:moveTo>
                  <a:cubicBezTo>
                    <a:pt x="183" y="63"/>
                    <a:pt x="144" y="124"/>
                    <a:pt x="101" y="185"/>
                  </a:cubicBezTo>
                  <a:cubicBezTo>
                    <a:pt x="68" y="234"/>
                    <a:pt x="34" y="277"/>
                    <a:pt x="0" y="326"/>
                  </a:cubicBezTo>
                  <a:cubicBezTo>
                    <a:pt x="60" y="326"/>
                    <a:pt x="120" y="330"/>
                    <a:pt x="179" y="330"/>
                  </a:cubicBezTo>
                  <a:cubicBezTo>
                    <a:pt x="234" y="330"/>
                    <a:pt x="358" y="327"/>
                    <a:pt x="383" y="329"/>
                  </a:cubicBezTo>
                  <a:cubicBezTo>
                    <a:pt x="417" y="281"/>
                    <a:pt x="451" y="233"/>
                    <a:pt x="485" y="185"/>
                  </a:cubicBezTo>
                  <a:cubicBezTo>
                    <a:pt x="529" y="124"/>
                    <a:pt x="570" y="62"/>
                    <a:pt x="614" y="0"/>
                  </a:cubicBezTo>
                  <a:cubicBezTo>
                    <a:pt x="545" y="0"/>
                    <a:pt x="479" y="0"/>
                    <a:pt x="410" y="0"/>
                  </a:cubicBezTo>
                  <a:cubicBezTo>
                    <a:pt x="350" y="0"/>
                    <a:pt x="286" y="1"/>
                    <a:pt x="226" y="1"/>
                  </a:cubicBezTo>
                </a:path>
              </a:pathLst>
            </a:custGeom>
            <a:solidFill>
              <a:schemeClr val="tx2">
                <a:alpha val="50000"/>
              </a:schemeClr>
            </a:solidFill>
            <a:ln>
              <a:noFill/>
            </a:ln>
          </p:spPr>
          <p:txBody>
            <a:bodyPr anchor="t" anchorCtr="false" bIns="45720" compatLnSpc="1" lIns="91440" numCol="1" rIns="91440" tIns="45720" vert="horz" wrap="square">
              <a:prstTxWarp prst="textNoShape">
                <a:avLst/>
              </a:prstTxWarp>
              <a:normAutofit/>
            </a:bodyPr>
            <a:lstStyle/>
            <a:p>
              <a:pPr algn="l"/>
            </a:p>
          </p:txBody>
        </p:sp>
        <p:sp>
          <p:nvSpPr>
            <p:cNvPr descr="03409e9b-60d1-42d9-9f83-7bdbd2f0eb59" id="9" name="îSļiḍê">
              <a:extLst>
                <a:ext uri="{FF2B5EF4-FFF2-40B4-BE49-F238E27FC236}">
                  <a16:creationId id="{46E9F4D3-3016-4481-8701-E5513E542CF6}"/>
                </a:ext>
              </a:extLst>
            </p:cNvPr>
            <p:cNvSpPr/>
            <p:nvPr/>
          </p:nvSpPr>
          <p:spPr bwMode="auto">
            <a:xfrm flipH="false" flipV="false">
              <a:off x="3113088" y="5308521"/>
              <a:ext cx="1204913" cy="644525"/>
            </a:xfrm>
            <a:custGeom>
              <a:avLst/>
              <a:gdLst>
                <a:gd fmla="*/ 177 w 614" name="T0"/>
                <a:gd fmla="*/ 0 h 328" name="T1"/>
                <a:gd fmla="*/ 0 w 614" name="T2"/>
                <a:gd fmla="*/ 2 h 328" name="T3"/>
                <a:gd fmla="*/ 101 w 614" name="T4"/>
                <a:gd fmla="*/ 145 h 328" name="T5"/>
                <a:gd fmla="*/ 230 w 614" name="T6"/>
                <a:gd fmla="*/ 328 h 328" name="T7"/>
                <a:gd fmla="*/ 321 w 614" name="T8"/>
                <a:gd fmla="*/ 328 h 328" name="T9"/>
                <a:gd fmla="*/ 412 w 614" name="T10"/>
                <a:gd fmla="*/ 328 h 328" name="T11"/>
                <a:gd fmla="*/ 614 w 614" name="T12"/>
                <a:gd fmla="*/ 326 h 328" name="T13"/>
                <a:gd fmla="*/ 484 w 614" name="T14"/>
                <a:gd fmla="*/ 142 h 328" name="T15"/>
                <a:gd fmla="*/ 385 w 614" name="T16"/>
                <a:gd fmla="*/ 0 h 328" name="T17"/>
                <a:gd fmla="*/ 276 w 614" name="T18"/>
                <a:gd fmla="*/ 0 h 328" name="T19"/>
                <a:gd fmla="*/ 203 w 614" name="T20"/>
                <a:gd fmla="*/ 0 h 328" name="T21"/>
                <a:gd fmla="*/ 177 w 614" name="T22"/>
                <a:gd fmla="*/ 0 h 328" name="T23"/>
                <a:gd fmla="*/ 212 w 614" name="T24"/>
                <a:gd fmla="*/ 5 h 328" name="T25"/>
                <a:gd fmla="*/ 211 w 614" name="T26"/>
                <a:gd fmla="*/ 4 h 328" name="T27"/>
                <a:gd fmla="*/ 212 w 614" name="T28"/>
                <a:gd fmla="*/ 5 h 328" name="T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b="b" l="0" r="r" t="0"/>
              <a:pathLst>
                <a:path h="328" w="614">
                  <a:moveTo>
                    <a:pt x="177" y="0"/>
                  </a:moveTo>
                  <a:cubicBezTo>
                    <a:pt x="118" y="0"/>
                    <a:pt x="59" y="1"/>
                    <a:pt x="0" y="2"/>
                  </a:cubicBezTo>
                  <a:cubicBezTo>
                    <a:pt x="33" y="50"/>
                    <a:pt x="67" y="97"/>
                    <a:pt x="101" y="145"/>
                  </a:cubicBezTo>
                  <a:cubicBezTo>
                    <a:pt x="144" y="207"/>
                    <a:pt x="187" y="267"/>
                    <a:pt x="230" y="328"/>
                  </a:cubicBezTo>
                  <a:cubicBezTo>
                    <a:pt x="260" y="328"/>
                    <a:pt x="291" y="328"/>
                    <a:pt x="321" y="328"/>
                  </a:cubicBezTo>
                  <a:cubicBezTo>
                    <a:pt x="351" y="328"/>
                    <a:pt x="381" y="328"/>
                    <a:pt x="412" y="328"/>
                  </a:cubicBezTo>
                  <a:cubicBezTo>
                    <a:pt x="480" y="327"/>
                    <a:pt x="545" y="326"/>
                    <a:pt x="614" y="326"/>
                  </a:cubicBezTo>
                  <a:cubicBezTo>
                    <a:pt x="569" y="264"/>
                    <a:pt x="529" y="203"/>
                    <a:pt x="484" y="142"/>
                  </a:cubicBezTo>
                  <a:cubicBezTo>
                    <a:pt x="450" y="95"/>
                    <a:pt x="420" y="47"/>
                    <a:pt x="385" y="0"/>
                  </a:cubicBezTo>
                  <a:cubicBezTo>
                    <a:pt x="371" y="1"/>
                    <a:pt x="324" y="0"/>
                    <a:pt x="276" y="0"/>
                  </a:cubicBezTo>
                  <a:cubicBezTo>
                    <a:pt x="250" y="0"/>
                    <a:pt x="224" y="0"/>
                    <a:pt x="203" y="0"/>
                  </a:cubicBezTo>
                  <a:cubicBezTo>
                    <a:pt x="193" y="0"/>
                    <a:pt x="185" y="0"/>
                    <a:pt x="177" y="0"/>
                  </a:cubicBezTo>
                  <a:moveTo>
                    <a:pt x="212" y="5"/>
                  </a:moveTo>
                  <a:cubicBezTo>
                    <a:pt x="218" y="5"/>
                    <a:pt x="219" y="5"/>
                    <a:pt x="211" y="4"/>
                  </a:cubicBezTo>
                  <a:cubicBezTo>
                    <a:pt x="212" y="4"/>
                    <a:pt x="212" y="5"/>
                    <a:pt x="212" y="5"/>
                  </a:cubicBezTo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 anchor="t" anchorCtr="false" bIns="45720" compatLnSpc="1" lIns="91440" numCol="1" rIns="91440" tIns="45720" vert="horz" wrap="square">
              <a:prstTxWarp prst="textNoShape">
                <a:avLst/>
              </a:prstTxWarp>
              <a:normAutofit/>
            </a:bodyPr>
            <a:lstStyle/>
            <a:p>
              <a:pPr algn="l"/>
            </a:p>
          </p:txBody>
        </p:sp>
        <p:sp>
          <p:nvSpPr>
            <p:cNvPr descr="dda72a47-a152-4c96-892b-0ac1c1e1f0a1" id="10" name="íṥḻiḍê">
              <a:extLst>
                <a:ext uri="{FF2B5EF4-FFF2-40B4-BE49-F238E27FC236}">
                  <a16:creationId id="{3D1D3093-670F-41FB-90C8-A8E6AB56F6EA}"/>
                </a:ext>
              </a:extLst>
            </p:cNvPr>
            <p:cNvSpPr/>
            <p:nvPr/>
          </p:nvSpPr>
          <p:spPr bwMode="auto">
            <a:xfrm flipH="false" flipV="false">
              <a:off x="3856038" y="4679871"/>
              <a:ext cx="895350" cy="1263650"/>
            </a:xfrm>
            <a:custGeom>
              <a:avLst/>
              <a:gdLst>
                <a:gd fmla="*/ 0 w 564" name="T0"/>
                <a:gd fmla="*/ 396 h 796" name="T1"/>
                <a:gd fmla="*/ 282 w 564" name="T2"/>
                <a:gd fmla="*/ 796 h 796" name="T3"/>
                <a:gd fmla="*/ 564 w 564" name="T4"/>
                <a:gd fmla="*/ 402 h 796" name="T5"/>
                <a:gd fmla="*/ 282 w 564" name="T6"/>
                <a:gd fmla="*/ 0 h 796" name="T7"/>
                <a:gd fmla="*/ 0 w 564" name="T8"/>
                <a:gd fmla="*/ 396 h 796" name="T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b="b" l="0" r="r" t="0"/>
              <a:pathLst>
                <a:path h="796" w="564">
                  <a:moveTo>
                    <a:pt x="0" y="396"/>
                  </a:moveTo>
                  <a:lnTo>
                    <a:pt x="282" y="796"/>
                  </a:lnTo>
                  <a:lnTo>
                    <a:pt x="564" y="402"/>
                  </a:lnTo>
                  <a:lnTo>
                    <a:pt x="282" y="0"/>
                  </a:lnTo>
                  <a:lnTo>
                    <a:pt x="0" y="396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anchor="t" anchorCtr="false" bIns="45720" compatLnSpc="1" lIns="91440" numCol="1" rIns="91440" tIns="45720" vert="horz" wrap="square">
              <a:prstTxWarp prst="textNoShape">
                <a:avLst/>
              </a:prstTxWarp>
              <a:normAutofit/>
            </a:bodyPr>
            <a:lstStyle/>
            <a:p>
              <a:pPr algn="l"/>
            </a:p>
          </p:txBody>
        </p:sp>
        <p:sp>
          <p:nvSpPr>
            <p:cNvPr descr="e1d44457-252d-4916-a4cf-0f89c8898957" id="11" name="îṡ1íḓé">
              <a:extLst>
                <a:ext uri="{FF2B5EF4-FFF2-40B4-BE49-F238E27FC236}">
                  <a16:creationId id="{ACCE805B-6DEF-42CF-85DC-630BCE537FA2}"/>
                </a:ext>
              </a:extLst>
            </p:cNvPr>
            <p:cNvSpPr/>
            <p:nvPr/>
          </p:nvSpPr>
          <p:spPr bwMode="auto">
            <a:xfrm flipH="false" flipV="false">
              <a:off x="660400" y="2133521"/>
              <a:ext cx="3036888" cy="1277938"/>
            </a:xfrm>
            <a:prstGeom prst="rect">
              <a:avLst/>
            </a:prstGeom>
            <a:solidFill>
              <a:schemeClr val="tx2">
                <a:alpha val="15000"/>
              </a:schemeClr>
            </a:solidFill>
            <a:ln>
              <a:noFill/>
            </a:ln>
          </p:spPr>
          <p:txBody>
            <a:bodyPr anchor="t" anchorCtr="false" bIns="45720" compatLnSpc="1" lIns="91440" numCol="1" rIns="91440" tIns="45720" vert="horz" wrap="square">
              <a:prstTxWarp prst="textNoShape">
                <a:avLst/>
              </a:prstTxWarp>
              <a:normAutofit/>
            </a:bodyPr>
            <a:lstStyle/>
            <a:p>
              <a:pPr algn="l"/>
            </a:p>
          </p:txBody>
        </p:sp>
        <p:sp>
          <p:nvSpPr>
            <p:cNvPr descr="a5648f7c-7698-4f47-bd03-5abb6e5175d4" id="12" name="ïṡḻïḍè">
              <a:extLst>
                <a:ext uri="{FF2B5EF4-FFF2-40B4-BE49-F238E27FC236}">
                  <a16:creationId id="{A15E5C39-E6E2-4515-A2CD-2B9D1FE34AA4}"/>
                </a:ext>
              </a:extLst>
            </p:cNvPr>
            <p:cNvSpPr/>
            <p:nvPr/>
          </p:nvSpPr>
          <p:spPr bwMode="auto">
            <a:xfrm flipH="false" flipV="false">
              <a:off x="3100388" y="2768521"/>
              <a:ext cx="1204913" cy="642938"/>
            </a:xfrm>
            <a:custGeom>
              <a:avLst/>
              <a:gdLst>
                <a:gd fmla="*/ 385 w 614" name="T0"/>
                <a:gd fmla="*/ 1 h 328" name="T1"/>
                <a:gd fmla="*/ 384 w 614" name="T2"/>
                <a:gd fmla="*/ 0 h 328" name="T3"/>
                <a:gd fmla="*/ 385 w 614" name="T4"/>
                <a:gd fmla="*/ 1 h 328" name="T5"/>
                <a:gd fmla="*/ 177 w 614" name="T6"/>
                <a:gd fmla="*/ 0 h 328" name="T7"/>
                <a:gd fmla="*/ 0 w 614" name="T8"/>
                <a:gd fmla="*/ 4 h 328" name="T9"/>
                <a:gd fmla="*/ 100 w 614" name="T10"/>
                <a:gd fmla="*/ 145 h 328" name="T11"/>
                <a:gd fmla="*/ 226 w 614" name="T12"/>
                <a:gd fmla="*/ 328 h 328" name="T13"/>
                <a:gd fmla="*/ 318 w 614" name="T14"/>
                <a:gd fmla="*/ 328 h 328" name="T15"/>
                <a:gd fmla="*/ 410 w 614" name="T16"/>
                <a:gd fmla="*/ 328 h 328" name="T17"/>
                <a:gd fmla="*/ 512 w 614" name="T18"/>
                <a:gd fmla="*/ 328 h 328" name="T19"/>
                <a:gd fmla="*/ 614 w 614" name="T20"/>
                <a:gd fmla="*/ 328 h 328" name="T21"/>
                <a:gd fmla="*/ 484 w 614" name="T22"/>
                <a:gd fmla="*/ 142 h 328" name="T23"/>
                <a:gd fmla="*/ 385 w 614" name="T24"/>
                <a:gd fmla="*/ 1 h 328" name="T25"/>
                <a:gd fmla="*/ 281 w 614" name="T26"/>
                <a:gd fmla="*/ 0 h 328" name="T27"/>
                <a:gd fmla="*/ 187 w 614" name="T28"/>
                <a:gd fmla="*/ 0 h 328" name="T29"/>
                <a:gd fmla="*/ 177 w 614" name="T30"/>
                <a:gd fmla="*/ 0 h 328" name="T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b="b" l="0" r="r" t="0"/>
              <a:pathLst>
                <a:path h="328" w="614">
                  <a:moveTo>
                    <a:pt x="385" y="1"/>
                  </a:moveTo>
                  <a:cubicBezTo>
                    <a:pt x="391" y="1"/>
                    <a:pt x="391" y="0"/>
                    <a:pt x="384" y="0"/>
                  </a:cubicBezTo>
                  <a:cubicBezTo>
                    <a:pt x="384" y="0"/>
                    <a:pt x="385" y="1"/>
                    <a:pt x="385" y="1"/>
                  </a:cubicBezTo>
                  <a:moveTo>
                    <a:pt x="177" y="0"/>
                  </a:moveTo>
                  <a:cubicBezTo>
                    <a:pt x="118" y="0"/>
                    <a:pt x="60" y="4"/>
                    <a:pt x="0" y="4"/>
                  </a:cubicBezTo>
                  <a:cubicBezTo>
                    <a:pt x="34" y="52"/>
                    <a:pt x="67" y="97"/>
                    <a:pt x="100" y="145"/>
                  </a:cubicBezTo>
                  <a:cubicBezTo>
                    <a:pt x="143" y="206"/>
                    <a:pt x="183" y="267"/>
                    <a:pt x="226" y="328"/>
                  </a:cubicBezTo>
                  <a:cubicBezTo>
                    <a:pt x="256" y="328"/>
                    <a:pt x="287" y="328"/>
                    <a:pt x="318" y="328"/>
                  </a:cubicBezTo>
                  <a:cubicBezTo>
                    <a:pt x="349" y="328"/>
                    <a:pt x="380" y="328"/>
                    <a:pt x="410" y="328"/>
                  </a:cubicBezTo>
                  <a:cubicBezTo>
                    <a:pt x="445" y="328"/>
                    <a:pt x="478" y="328"/>
                    <a:pt x="512" y="328"/>
                  </a:cubicBezTo>
                  <a:cubicBezTo>
                    <a:pt x="546" y="328"/>
                    <a:pt x="580" y="328"/>
                    <a:pt x="614" y="328"/>
                  </a:cubicBezTo>
                  <a:cubicBezTo>
                    <a:pt x="571" y="266"/>
                    <a:pt x="528" y="204"/>
                    <a:pt x="484" y="142"/>
                  </a:cubicBezTo>
                  <a:cubicBezTo>
                    <a:pt x="450" y="95"/>
                    <a:pt x="419" y="49"/>
                    <a:pt x="385" y="1"/>
                  </a:cubicBezTo>
                  <a:cubicBezTo>
                    <a:pt x="371" y="2"/>
                    <a:pt x="327" y="1"/>
                    <a:pt x="281" y="0"/>
                  </a:cubicBezTo>
                  <a:cubicBezTo>
                    <a:pt x="247" y="0"/>
                    <a:pt x="212" y="0"/>
                    <a:pt x="187" y="0"/>
                  </a:cubicBezTo>
                  <a:cubicBezTo>
                    <a:pt x="183" y="0"/>
                    <a:pt x="180" y="0"/>
                    <a:pt x="177" y="0"/>
                  </a:cubicBezTo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 anchor="t" anchorCtr="false" bIns="45720" compatLnSpc="1" lIns="91440" numCol="1" rIns="91440" tIns="45720" vert="horz" wrap="square">
              <a:prstTxWarp prst="textNoShape">
                <a:avLst/>
              </a:prstTxWarp>
              <a:normAutofit/>
            </a:bodyPr>
            <a:lstStyle/>
            <a:p>
              <a:pPr algn="l"/>
            </a:p>
          </p:txBody>
        </p:sp>
        <p:sp>
          <p:nvSpPr>
            <p:cNvPr descr="e687d581-ef71-468c-aae7-55df12e61fea" id="13" name="ïṥḻîḋé">
              <a:extLst>
                <a:ext uri="{FF2B5EF4-FFF2-40B4-BE49-F238E27FC236}">
                  <a16:creationId id="{3FDF9C25-D358-49B8-86AD-D32B310D4056}"/>
                </a:ext>
              </a:extLst>
            </p:cNvPr>
            <p:cNvSpPr/>
            <p:nvPr/>
          </p:nvSpPr>
          <p:spPr bwMode="auto">
            <a:xfrm flipH="false" flipV="false">
              <a:off x="3100388" y="2131933"/>
              <a:ext cx="1211263" cy="646113"/>
            </a:xfrm>
            <a:custGeom>
              <a:avLst/>
              <a:gdLst>
                <a:gd fmla="*/ 385 w 617" name="T0"/>
                <a:gd fmla="*/ 327 h 329" name="T1"/>
                <a:gd fmla="*/ 386 w 617" name="T2"/>
                <a:gd fmla="*/ 326 h 329" name="T3"/>
                <a:gd fmla="*/ 385 w 617" name="T4"/>
                <a:gd fmla="*/ 327 h 329" name="T5"/>
                <a:gd fmla="*/ 514 w 617" name="T6"/>
                <a:gd fmla="*/ 0 h 329" name="T7"/>
                <a:gd fmla="*/ 411 w 617" name="T8"/>
                <a:gd fmla="*/ 1 h 329" name="T9"/>
                <a:gd fmla="*/ 320 w 617" name="T10"/>
                <a:gd fmla="*/ 1 h 329" name="T11"/>
                <a:gd fmla="*/ 229 w 617" name="T12"/>
                <a:gd fmla="*/ 1 h 329" name="T13"/>
                <a:gd fmla="*/ 101 w 617" name="T14"/>
                <a:gd fmla="*/ 184 h 329" name="T15"/>
                <a:gd fmla="*/ 0 w 617" name="T16"/>
                <a:gd fmla="*/ 328 h 329" name="T17"/>
                <a:gd fmla="*/ 178 w 617" name="T18"/>
                <a:gd fmla="*/ 329 h 329" name="T19"/>
                <a:gd fmla="*/ 290 w 617" name="T20"/>
                <a:gd fmla="*/ 328 h 329" name="T21"/>
                <a:gd fmla="*/ 386 w 617" name="T22"/>
                <a:gd fmla="*/ 326 h 329" name="T23"/>
                <a:gd fmla="*/ 485 w 617" name="T24"/>
                <a:gd fmla="*/ 186 h 329" name="T25"/>
                <a:gd fmla="*/ 617 w 617" name="T26"/>
                <a:gd fmla="*/ 0 h 329" name="T27"/>
                <a:gd fmla="*/ 593 w 617" name="T28"/>
                <a:gd fmla="*/ 0 h 329" name="T29"/>
                <a:gd fmla="*/ 514 w 617" name="T30"/>
                <a:gd fmla="*/ 0 h 329" name="T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b="b" l="0" r="r" t="0"/>
              <a:pathLst>
                <a:path h="329" w="617">
                  <a:moveTo>
                    <a:pt x="385" y="327"/>
                  </a:moveTo>
                  <a:cubicBezTo>
                    <a:pt x="393" y="327"/>
                    <a:pt x="392" y="326"/>
                    <a:pt x="386" y="326"/>
                  </a:cubicBezTo>
                  <a:cubicBezTo>
                    <a:pt x="386" y="327"/>
                    <a:pt x="386" y="327"/>
                    <a:pt x="385" y="327"/>
                  </a:cubicBezTo>
                  <a:moveTo>
                    <a:pt x="514" y="0"/>
                  </a:moveTo>
                  <a:cubicBezTo>
                    <a:pt x="480" y="1"/>
                    <a:pt x="445" y="1"/>
                    <a:pt x="411" y="1"/>
                  </a:cubicBezTo>
                  <a:cubicBezTo>
                    <a:pt x="381" y="0"/>
                    <a:pt x="350" y="1"/>
                    <a:pt x="320" y="1"/>
                  </a:cubicBezTo>
                  <a:cubicBezTo>
                    <a:pt x="290" y="1"/>
                    <a:pt x="259" y="1"/>
                    <a:pt x="229" y="1"/>
                  </a:cubicBezTo>
                  <a:cubicBezTo>
                    <a:pt x="186" y="62"/>
                    <a:pt x="144" y="123"/>
                    <a:pt x="101" y="184"/>
                  </a:cubicBezTo>
                  <a:cubicBezTo>
                    <a:pt x="67" y="232"/>
                    <a:pt x="34" y="280"/>
                    <a:pt x="0" y="328"/>
                  </a:cubicBezTo>
                  <a:cubicBezTo>
                    <a:pt x="60" y="329"/>
                    <a:pt x="119" y="329"/>
                    <a:pt x="178" y="329"/>
                  </a:cubicBezTo>
                  <a:cubicBezTo>
                    <a:pt x="205" y="329"/>
                    <a:pt x="249" y="329"/>
                    <a:pt x="290" y="328"/>
                  </a:cubicBezTo>
                  <a:cubicBezTo>
                    <a:pt x="333" y="327"/>
                    <a:pt x="373" y="326"/>
                    <a:pt x="386" y="326"/>
                  </a:cubicBezTo>
                  <a:cubicBezTo>
                    <a:pt x="420" y="279"/>
                    <a:pt x="450" y="234"/>
                    <a:pt x="485" y="186"/>
                  </a:cubicBezTo>
                  <a:cubicBezTo>
                    <a:pt x="529" y="125"/>
                    <a:pt x="573" y="62"/>
                    <a:pt x="617" y="0"/>
                  </a:cubicBezTo>
                  <a:cubicBezTo>
                    <a:pt x="609" y="0"/>
                    <a:pt x="601" y="0"/>
                    <a:pt x="593" y="0"/>
                  </a:cubicBezTo>
                  <a:cubicBezTo>
                    <a:pt x="566" y="0"/>
                    <a:pt x="540" y="0"/>
                    <a:pt x="514" y="0"/>
                  </a:cubicBezTo>
                </a:path>
              </a:pathLst>
            </a:custGeom>
            <a:solidFill>
              <a:schemeClr val="tx2">
                <a:alpha val="50000"/>
              </a:schemeClr>
            </a:solidFill>
            <a:ln>
              <a:noFill/>
            </a:ln>
          </p:spPr>
          <p:txBody>
            <a:bodyPr anchor="t" anchorCtr="false" bIns="45720" compatLnSpc="1" lIns="91440" numCol="1" rIns="91440" tIns="45720" vert="horz" wrap="square">
              <a:prstTxWarp prst="textNoShape">
                <a:avLst/>
              </a:prstTxWarp>
              <a:normAutofit/>
            </a:bodyPr>
            <a:lstStyle/>
            <a:p>
              <a:pPr algn="l"/>
            </a:p>
          </p:txBody>
        </p:sp>
        <p:sp>
          <p:nvSpPr>
            <p:cNvPr descr="632b2780-713a-4986-b5ad-8eaf18a256ce" id="14" name="îṡ1iďê">
              <a:extLst>
                <a:ext uri="{FF2B5EF4-FFF2-40B4-BE49-F238E27FC236}">
                  <a16:creationId id="{B0269DF5-A0FC-4769-87EB-5C283D2DC9E1}"/>
                </a:ext>
              </a:extLst>
            </p:cNvPr>
            <p:cNvSpPr/>
            <p:nvPr/>
          </p:nvSpPr>
          <p:spPr bwMode="auto">
            <a:xfrm flipH="false" flipV="false">
              <a:off x="3851275" y="2139871"/>
              <a:ext cx="895350" cy="1266825"/>
            </a:xfrm>
            <a:custGeom>
              <a:avLst/>
              <a:gdLst>
                <a:gd fmla="*/ 0 w 564" name="T0"/>
                <a:gd fmla="*/ 399 h 798" name="T1"/>
                <a:gd fmla="*/ 280 w 564" name="T2"/>
                <a:gd fmla="*/ 798 h 798" name="T3"/>
                <a:gd fmla="*/ 564 w 564" name="T4"/>
                <a:gd fmla="*/ 404 h 798" name="T5"/>
                <a:gd fmla="*/ 284 w 564" name="T6"/>
                <a:gd fmla="*/ 0 h 798" name="T7"/>
                <a:gd fmla="*/ 0 w 564" name="T8"/>
                <a:gd fmla="*/ 399 h 798" name="T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b="b" l="0" r="r" t="0"/>
              <a:pathLst>
                <a:path h="798" w="564">
                  <a:moveTo>
                    <a:pt x="0" y="399"/>
                  </a:moveTo>
                  <a:lnTo>
                    <a:pt x="280" y="798"/>
                  </a:lnTo>
                  <a:lnTo>
                    <a:pt x="564" y="404"/>
                  </a:lnTo>
                  <a:lnTo>
                    <a:pt x="284" y="0"/>
                  </a:lnTo>
                  <a:lnTo>
                    <a:pt x="0" y="399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anchor="t" anchorCtr="false" bIns="45720" compatLnSpc="1" lIns="91440" numCol="1" rIns="91440" tIns="45720" vert="horz" wrap="square">
              <a:prstTxWarp prst="textNoShape">
                <a:avLst/>
              </a:prstTxWarp>
              <a:normAutofit/>
            </a:bodyPr>
            <a:lstStyle/>
            <a:p>
              <a:pPr algn="l"/>
            </a:p>
          </p:txBody>
        </p:sp>
        <p:sp>
          <p:nvSpPr>
            <p:cNvPr descr="80181151-5fd8-41c1-a559-bfcd0f7bb57c" id="15" name="íşľïďe">
              <a:extLst>
                <a:ext uri="{FF2B5EF4-FFF2-40B4-BE49-F238E27FC236}">
                  <a16:creationId id="{93F9B66F-8600-4214-8BA4-C90C7C58FFD2}"/>
                </a:ext>
              </a:extLst>
            </p:cNvPr>
            <p:cNvSpPr/>
            <p:nvPr/>
          </p:nvSpPr>
          <p:spPr bwMode="auto">
            <a:xfrm flipH="false" flipV="false">
              <a:off x="4126960" y="3407723"/>
              <a:ext cx="1206500" cy="649288"/>
            </a:xfrm>
            <a:custGeom>
              <a:avLst/>
              <a:gdLst>
                <a:gd fmla="*/ 385 w 615" name="T0"/>
                <a:gd fmla="*/ 328 h 330" name="T1"/>
                <a:gd fmla="*/ 386 w 615" name="T2"/>
                <a:gd fmla="*/ 326 h 330" name="T3"/>
                <a:gd fmla="*/ 385 w 615" name="T4"/>
                <a:gd fmla="*/ 328 h 330" name="T5"/>
                <a:gd fmla="*/ 99 w 615" name="T6"/>
                <a:gd fmla="*/ 185 h 330" name="T7"/>
                <a:gd fmla="*/ 0 w 615" name="T8"/>
                <a:gd fmla="*/ 327 h 330" name="T9"/>
                <a:gd fmla="*/ 176 w 615" name="T10"/>
                <a:gd fmla="*/ 330 h 330" name="T11"/>
                <a:gd fmla="*/ 288 w 615" name="T12"/>
                <a:gd fmla="*/ 328 h 330" name="T13"/>
                <a:gd fmla="*/ 386 w 615" name="T14"/>
                <a:gd fmla="*/ 326 h 330" name="T15"/>
                <a:gd fmla="*/ 484 w 615" name="T16"/>
                <a:gd fmla="*/ 187 h 330" name="T17"/>
                <a:gd fmla="*/ 615 w 615" name="T18"/>
                <a:gd fmla="*/ 1 h 330" name="T19"/>
                <a:gd fmla="*/ 409 w 615" name="T20"/>
                <a:gd fmla="*/ 1 h 330" name="T21"/>
                <a:gd fmla="*/ 228 w 615" name="T22"/>
                <a:gd fmla="*/ 0 h 330" name="T23"/>
                <a:gd fmla="*/ 99 w 615" name="T24"/>
                <a:gd fmla="*/ 185 h 330" name="T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b="b" l="0" r="r" t="0"/>
              <a:pathLst>
                <a:path h="330" w="615">
                  <a:moveTo>
                    <a:pt x="385" y="328"/>
                  </a:moveTo>
                  <a:cubicBezTo>
                    <a:pt x="392" y="327"/>
                    <a:pt x="392" y="327"/>
                    <a:pt x="386" y="326"/>
                  </a:cubicBezTo>
                  <a:cubicBezTo>
                    <a:pt x="385" y="327"/>
                    <a:pt x="385" y="327"/>
                    <a:pt x="385" y="328"/>
                  </a:cubicBezTo>
                  <a:moveTo>
                    <a:pt x="99" y="185"/>
                  </a:moveTo>
                  <a:cubicBezTo>
                    <a:pt x="65" y="233"/>
                    <a:pt x="33" y="278"/>
                    <a:pt x="0" y="327"/>
                  </a:cubicBezTo>
                  <a:cubicBezTo>
                    <a:pt x="59" y="327"/>
                    <a:pt x="117" y="329"/>
                    <a:pt x="176" y="330"/>
                  </a:cubicBezTo>
                  <a:cubicBezTo>
                    <a:pt x="203" y="330"/>
                    <a:pt x="247" y="329"/>
                    <a:pt x="288" y="328"/>
                  </a:cubicBezTo>
                  <a:cubicBezTo>
                    <a:pt x="332" y="327"/>
                    <a:pt x="372" y="326"/>
                    <a:pt x="386" y="326"/>
                  </a:cubicBezTo>
                  <a:cubicBezTo>
                    <a:pt x="420" y="279"/>
                    <a:pt x="450" y="235"/>
                    <a:pt x="484" y="187"/>
                  </a:cubicBezTo>
                  <a:cubicBezTo>
                    <a:pt x="528" y="126"/>
                    <a:pt x="571" y="63"/>
                    <a:pt x="615" y="1"/>
                  </a:cubicBezTo>
                  <a:cubicBezTo>
                    <a:pt x="546" y="1"/>
                    <a:pt x="477" y="1"/>
                    <a:pt x="409" y="1"/>
                  </a:cubicBezTo>
                  <a:cubicBezTo>
                    <a:pt x="348" y="0"/>
                    <a:pt x="288" y="0"/>
                    <a:pt x="228" y="0"/>
                  </a:cubicBezTo>
                  <a:cubicBezTo>
                    <a:pt x="185" y="62"/>
                    <a:pt x="142" y="123"/>
                    <a:pt x="99" y="185"/>
                  </a:cubicBezTo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anchor="t" anchorCtr="false" bIns="45720" compatLnSpc="1" lIns="91440" numCol="1" rIns="91440" tIns="45720" vert="horz" wrap="square">
              <a:prstTxWarp prst="textNoShape">
                <a:avLst/>
              </a:prstTxWarp>
              <a:normAutofit/>
            </a:bodyPr>
            <a:lstStyle/>
            <a:p>
              <a:pPr algn="l"/>
            </a:p>
          </p:txBody>
        </p:sp>
        <p:sp>
          <p:nvSpPr>
            <p:cNvPr descr="677e0b8f-f1a9-4e71-83b9-3ea600769c77" id="16" name="ísḷiḍê">
              <a:extLst>
                <a:ext uri="{FF2B5EF4-FFF2-40B4-BE49-F238E27FC236}">
                  <a16:creationId id="{28F8A4BF-2D77-413C-A01C-9FC79A05A2EE}"/>
                </a:ext>
              </a:extLst>
            </p:cNvPr>
            <p:cNvSpPr/>
            <p:nvPr/>
          </p:nvSpPr>
          <p:spPr bwMode="auto">
            <a:xfrm flipH="false" flipV="false">
              <a:off x="4126960" y="4033198"/>
              <a:ext cx="1211263" cy="649288"/>
            </a:xfrm>
            <a:custGeom>
              <a:avLst/>
              <a:gdLst>
                <a:gd fmla="*/ 265 w 617" name="T0"/>
                <a:gd fmla="*/ 1 h 330" name="T1"/>
                <a:gd fmla="*/ 177 w 617" name="T2"/>
                <a:gd fmla="*/ 0 h 330" name="T3"/>
                <a:gd fmla="*/ 0 w 617" name="T4"/>
                <a:gd fmla="*/ 2 h 330" name="T5"/>
                <a:gd fmla="*/ 100 w 617" name="T6"/>
                <a:gd fmla="*/ 146 h 330" name="T7"/>
                <a:gd fmla="*/ 230 w 617" name="T8"/>
                <a:gd fmla="*/ 330 h 330" name="T9"/>
                <a:gd fmla="*/ 410 w 617" name="T10"/>
                <a:gd fmla="*/ 329 h 330" name="T11"/>
                <a:gd fmla="*/ 617 w 617" name="T12"/>
                <a:gd fmla="*/ 328 h 330" name="T13"/>
                <a:gd fmla="*/ 487 w 617" name="T14"/>
                <a:gd fmla="*/ 143 h 330" name="T15"/>
                <a:gd fmla="*/ 386 w 617" name="T16"/>
                <a:gd fmla="*/ 0 h 330" name="T17"/>
                <a:gd fmla="*/ 265 w 617" name="T18"/>
                <a:gd fmla="*/ 1 h 330" name="T19"/>
                <a:gd fmla="*/ 116 w 617" name="T20"/>
                <a:gd fmla="*/ 141 h 330" name="T21"/>
                <a:gd fmla="*/ 114 w 617" name="T22"/>
                <a:gd fmla="*/ 139 h 330" name="T23"/>
                <a:gd fmla="*/ 116 w 617" name="T24"/>
                <a:gd fmla="*/ 141 h 330" name="T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b="b" l="0" r="r" t="0"/>
              <a:pathLst>
                <a:path h="330" w="617">
                  <a:moveTo>
                    <a:pt x="265" y="1"/>
                  </a:moveTo>
                  <a:cubicBezTo>
                    <a:pt x="232" y="1"/>
                    <a:pt x="199" y="0"/>
                    <a:pt x="177" y="0"/>
                  </a:cubicBezTo>
                  <a:cubicBezTo>
                    <a:pt x="118" y="1"/>
                    <a:pt x="59" y="1"/>
                    <a:pt x="0" y="2"/>
                  </a:cubicBezTo>
                  <a:cubicBezTo>
                    <a:pt x="33" y="50"/>
                    <a:pt x="67" y="98"/>
                    <a:pt x="100" y="146"/>
                  </a:cubicBezTo>
                  <a:cubicBezTo>
                    <a:pt x="143" y="207"/>
                    <a:pt x="187" y="269"/>
                    <a:pt x="230" y="330"/>
                  </a:cubicBezTo>
                  <a:cubicBezTo>
                    <a:pt x="290" y="330"/>
                    <a:pt x="350" y="329"/>
                    <a:pt x="410" y="329"/>
                  </a:cubicBezTo>
                  <a:cubicBezTo>
                    <a:pt x="617" y="328"/>
                    <a:pt x="617" y="328"/>
                    <a:pt x="617" y="328"/>
                  </a:cubicBezTo>
                  <a:cubicBezTo>
                    <a:pt x="572" y="266"/>
                    <a:pt x="531" y="204"/>
                    <a:pt x="487" y="143"/>
                  </a:cubicBezTo>
                  <a:cubicBezTo>
                    <a:pt x="452" y="95"/>
                    <a:pt x="420" y="48"/>
                    <a:pt x="386" y="0"/>
                  </a:cubicBezTo>
                  <a:cubicBezTo>
                    <a:pt x="370" y="1"/>
                    <a:pt x="317" y="1"/>
                    <a:pt x="265" y="1"/>
                  </a:cubicBezTo>
                  <a:moveTo>
                    <a:pt x="116" y="141"/>
                  </a:moveTo>
                  <a:cubicBezTo>
                    <a:pt x="121" y="141"/>
                    <a:pt x="122" y="140"/>
                    <a:pt x="114" y="139"/>
                  </a:cubicBezTo>
                  <a:cubicBezTo>
                    <a:pt x="115" y="140"/>
                    <a:pt x="115" y="140"/>
                    <a:pt x="116" y="141"/>
                  </a:cubicBezTo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anchor="t" anchorCtr="false" bIns="45720" compatLnSpc="1" lIns="91440" numCol="1" rIns="91440" tIns="45720" vert="horz" wrap="square">
              <a:prstTxWarp prst="textNoShape">
                <a:avLst/>
              </a:prstTxWarp>
              <a:normAutofit/>
            </a:bodyPr>
            <a:lstStyle/>
            <a:p>
              <a:pPr algn="l"/>
            </a:p>
          </p:txBody>
        </p:sp>
        <p:sp>
          <p:nvSpPr>
            <p:cNvPr descr="61f1893c-21f8-4a79-9059-fd316dddeb37" id="17" name="ïṧlîḋe">
              <a:extLst>
                <a:ext uri="{FF2B5EF4-FFF2-40B4-BE49-F238E27FC236}">
                  <a16:creationId id="{122B0D1A-52DD-4B94-9D27-E6CE7F8C45FA}"/>
                </a:ext>
              </a:extLst>
            </p:cNvPr>
            <p:cNvSpPr/>
            <p:nvPr/>
          </p:nvSpPr>
          <p:spPr bwMode="auto">
            <a:xfrm flipH="false" flipV="false">
              <a:off x="4875145" y="3402960"/>
              <a:ext cx="893763" cy="1260475"/>
            </a:xfrm>
            <a:custGeom>
              <a:avLst/>
              <a:gdLst>
                <a:gd fmla="*/ 285 w 563" name="T0"/>
                <a:gd fmla="*/ 0 h 794" name="T1"/>
                <a:gd fmla="*/ 563 w 563" name="T2"/>
                <a:gd fmla="*/ 404 h 794" name="T3"/>
                <a:gd fmla="*/ 282 w 563" name="T4"/>
                <a:gd fmla="*/ 794 h 794" name="T5"/>
                <a:gd fmla="*/ 0 w 563" name="T6"/>
                <a:gd fmla="*/ 399 h 794" name="T7"/>
                <a:gd fmla="*/ 285 w 563" name="T8"/>
                <a:gd fmla="*/ 0 h 794" name="T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b="b" l="0" r="r" t="0"/>
              <a:pathLst>
                <a:path h="794" w="563">
                  <a:moveTo>
                    <a:pt x="285" y="0"/>
                  </a:moveTo>
                  <a:lnTo>
                    <a:pt x="563" y="404"/>
                  </a:lnTo>
                  <a:lnTo>
                    <a:pt x="282" y="794"/>
                  </a:lnTo>
                  <a:lnTo>
                    <a:pt x="0" y="399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t" anchorCtr="false" bIns="45720" compatLnSpc="1" lIns="91440" numCol="1" rIns="91440" tIns="45720" vert="horz" wrap="square">
              <a:prstTxWarp prst="textNoShape">
                <a:avLst/>
              </a:prstTxWarp>
              <a:normAutofit/>
            </a:bodyPr>
            <a:lstStyle/>
            <a:p>
              <a:pPr algn="l"/>
            </a:p>
          </p:txBody>
        </p:sp>
        <p:sp>
          <p:nvSpPr>
            <p:cNvPr descr="0bfefaf7-affb-427c-b638-723e3a94c41a" id="18" name="ïṣľide">
              <a:extLst>
                <a:ext uri="{FF2B5EF4-FFF2-40B4-BE49-F238E27FC236}">
                  <a16:creationId id="{2607BFC5-D5EE-466C-86F7-542DD5E776DF}"/>
                </a:ext>
              </a:extLst>
            </p:cNvPr>
            <p:cNvSpPr/>
            <p:nvPr/>
          </p:nvSpPr>
          <p:spPr bwMode="auto">
            <a:xfrm flipH="false" flipV="false">
              <a:off x="4134898" y="4682485"/>
              <a:ext cx="1206500" cy="692150"/>
            </a:xfrm>
            <a:custGeom>
              <a:avLst/>
              <a:gdLst>
                <a:gd fmla="*/ 236 w 614" name="T0"/>
                <a:gd fmla="*/ 352 h 352" name="T1"/>
                <a:gd fmla="*/ 237 w 614" name="T2"/>
                <a:gd fmla="*/ 350 h 352" name="T3"/>
                <a:gd fmla="*/ 236 w 614" name="T4"/>
                <a:gd fmla="*/ 352 h 352" name="T5"/>
                <a:gd fmla="*/ 226 w 614" name="T6"/>
                <a:gd fmla="*/ 1 h 352" name="T7"/>
                <a:gd fmla="*/ 101 w 614" name="T8"/>
                <a:gd fmla="*/ 185 h 352" name="T9"/>
                <a:gd fmla="*/ 0 w 614" name="T10"/>
                <a:gd fmla="*/ 326 h 352" name="T11"/>
                <a:gd fmla="*/ 179 w 614" name="T12"/>
                <a:gd fmla="*/ 330 h 352" name="T13"/>
                <a:gd fmla="*/ 383 w 614" name="T14"/>
                <a:gd fmla="*/ 329 h 352" name="T15"/>
                <a:gd fmla="*/ 485 w 614" name="T16"/>
                <a:gd fmla="*/ 185 h 352" name="T17"/>
                <a:gd fmla="*/ 614 w 614" name="T18"/>
                <a:gd fmla="*/ 0 h 352" name="T19"/>
                <a:gd fmla="*/ 410 w 614" name="T20"/>
                <a:gd fmla="*/ 0 h 352" name="T21"/>
                <a:gd fmla="*/ 226 w 614" name="T22"/>
                <a:gd fmla="*/ 1 h 352" name="T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b="b" l="0" r="r" t="0"/>
              <a:pathLst>
                <a:path h="352" w="614">
                  <a:moveTo>
                    <a:pt x="236" y="352"/>
                  </a:moveTo>
                  <a:cubicBezTo>
                    <a:pt x="244" y="351"/>
                    <a:pt x="243" y="350"/>
                    <a:pt x="237" y="350"/>
                  </a:cubicBezTo>
                  <a:cubicBezTo>
                    <a:pt x="237" y="351"/>
                    <a:pt x="236" y="351"/>
                    <a:pt x="236" y="352"/>
                  </a:cubicBezTo>
                  <a:moveTo>
                    <a:pt x="226" y="1"/>
                  </a:moveTo>
                  <a:cubicBezTo>
                    <a:pt x="183" y="63"/>
                    <a:pt x="144" y="124"/>
                    <a:pt x="101" y="185"/>
                  </a:cubicBezTo>
                  <a:cubicBezTo>
                    <a:pt x="68" y="234"/>
                    <a:pt x="34" y="277"/>
                    <a:pt x="0" y="326"/>
                  </a:cubicBezTo>
                  <a:cubicBezTo>
                    <a:pt x="60" y="326"/>
                    <a:pt x="120" y="330"/>
                    <a:pt x="179" y="330"/>
                  </a:cubicBezTo>
                  <a:cubicBezTo>
                    <a:pt x="234" y="330"/>
                    <a:pt x="358" y="327"/>
                    <a:pt x="383" y="329"/>
                  </a:cubicBezTo>
                  <a:cubicBezTo>
                    <a:pt x="417" y="281"/>
                    <a:pt x="451" y="233"/>
                    <a:pt x="485" y="185"/>
                  </a:cubicBezTo>
                  <a:cubicBezTo>
                    <a:pt x="529" y="124"/>
                    <a:pt x="570" y="62"/>
                    <a:pt x="614" y="0"/>
                  </a:cubicBezTo>
                  <a:cubicBezTo>
                    <a:pt x="545" y="0"/>
                    <a:pt x="479" y="0"/>
                    <a:pt x="410" y="0"/>
                  </a:cubicBezTo>
                  <a:cubicBezTo>
                    <a:pt x="350" y="0"/>
                    <a:pt x="286" y="1"/>
                    <a:pt x="226" y="1"/>
                  </a:cubicBezTo>
                </a:path>
              </a:pathLst>
            </a:custGeom>
            <a:solidFill>
              <a:schemeClr val="tx2">
                <a:alpha val="50000"/>
              </a:schemeClr>
            </a:solidFill>
            <a:ln>
              <a:noFill/>
            </a:ln>
          </p:spPr>
          <p:txBody>
            <a:bodyPr anchor="t" anchorCtr="false" bIns="45720" compatLnSpc="1" lIns="91440" numCol="1" rIns="91440" tIns="45720" vert="horz" wrap="square">
              <a:prstTxWarp prst="textNoShape">
                <a:avLst/>
              </a:prstTxWarp>
              <a:normAutofit/>
            </a:bodyPr>
            <a:lstStyle/>
            <a:p>
              <a:pPr algn="l"/>
            </a:p>
          </p:txBody>
        </p:sp>
        <p:sp>
          <p:nvSpPr>
            <p:cNvPr descr="867ce2a0-cdb9-44f9-8ce7-cb5e25dbb24b" id="19" name="iṣḷîdé">
              <a:extLst>
                <a:ext uri="{FF2B5EF4-FFF2-40B4-BE49-F238E27FC236}">
                  <a16:creationId id="{0D37BD89-94DE-48D1-907D-B37BD516BE8F}"/>
                </a:ext>
              </a:extLst>
            </p:cNvPr>
            <p:cNvSpPr/>
            <p:nvPr/>
          </p:nvSpPr>
          <p:spPr bwMode="auto">
            <a:xfrm flipH="false" flipV="false">
              <a:off x="4141248" y="5306373"/>
              <a:ext cx="1204913" cy="644525"/>
            </a:xfrm>
            <a:custGeom>
              <a:avLst/>
              <a:gdLst>
                <a:gd fmla="*/ 177 w 614" name="T0"/>
                <a:gd fmla="*/ 0 h 328" name="T1"/>
                <a:gd fmla="*/ 0 w 614" name="T2"/>
                <a:gd fmla="*/ 2 h 328" name="T3"/>
                <a:gd fmla="*/ 101 w 614" name="T4"/>
                <a:gd fmla="*/ 145 h 328" name="T5"/>
                <a:gd fmla="*/ 230 w 614" name="T6"/>
                <a:gd fmla="*/ 328 h 328" name="T7"/>
                <a:gd fmla="*/ 321 w 614" name="T8"/>
                <a:gd fmla="*/ 328 h 328" name="T9"/>
                <a:gd fmla="*/ 412 w 614" name="T10"/>
                <a:gd fmla="*/ 328 h 328" name="T11"/>
                <a:gd fmla="*/ 614 w 614" name="T12"/>
                <a:gd fmla="*/ 326 h 328" name="T13"/>
                <a:gd fmla="*/ 484 w 614" name="T14"/>
                <a:gd fmla="*/ 142 h 328" name="T15"/>
                <a:gd fmla="*/ 385 w 614" name="T16"/>
                <a:gd fmla="*/ 0 h 328" name="T17"/>
                <a:gd fmla="*/ 276 w 614" name="T18"/>
                <a:gd fmla="*/ 0 h 328" name="T19"/>
                <a:gd fmla="*/ 203 w 614" name="T20"/>
                <a:gd fmla="*/ 0 h 328" name="T21"/>
                <a:gd fmla="*/ 177 w 614" name="T22"/>
                <a:gd fmla="*/ 0 h 328" name="T23"/>
                <a:gd fmla="*/ 212 w 614" name="T24"/>
                <a:gd fmla="*/ 5 h 328" name="T25"/>
                <a:gd fmla="*/ 211 w 614" name="T26"/>
                <a:gd fmla="*/ 4 h 328" name="T27"/>
                <a:gd fmla="*/ 212 w 614" name="T28"/>
                <a:gd fmla="*/ 5 h 328" name="T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b="b" l="0" r="r" t="0"/>
              <a:pathLst>
                <a:path h="328" w="614">
                  <a:moveTo>
                    <a:pt x="177" y="0"/>
                  </a:moveTo>
                  <a:cubicBezTo>
                    <a:pt x="118" y="0"/>
                    <a:pt x="59" y="1"/>
                    <a:pt x="0" y="2"/>
                  </a:cubicBezTo>
                  <a:cubicBezTo>
                    <a:pt x="33" y="50"/>
                    <a:pt x="67" y="97"/>
                    <a:pt x="101" y="145"/>
                  </a:cubicBezTo>
                  <a:cubicBezTo>
                    <a:pt x="144" y="207"/>
                    <a:pt x="187" y="267"/>
                    <a:pt x="230" y="328"/>
                  </a:cubicBezTo>
                  <a:cubicBezTo>
                    <a:pt x="260" y="328"/>
                    <a:pt x="291" y="328"/>
                    <a:pt x="321" y="328"/>
                  </a:cubicBezTo>
                  <a:cubicBezTo>
                    <a:pt x="351" y="328"/>
                    <a:pt x="381" y="328"/>
                    <a:pt x="412" y="328"/>
                  </a:cubicBezTo>
                  <a:cubicBezTo>
                    <a:pt x="480" y="327"/>
                    <a:pt x="545" y="326"/>
                    <a:pt x="614" y="326"/>
                  </a:cubicBezTo>
                  <a:cubicBezTo>
                    <a:pt x="569" y="264"/>
                    <a:pt x="529" y="203"/>
                    <a:pt x="484" y="142"/>
                  </a:cubicBezTo>
                  <a:cubicBezTo>
                    <a:pt x="450" y="95"/>
                    <a:pt x="420" y="47"/>
                    <a:pt x="385" y="0"/>
                  </a:cubicBezTo>
                  <a:cubicBezTo>
                    <a:pt x="371" y="1"/>
                    <a:pt x="324" y="0"/>
                    <a:pt x="276" y="0"/>
                  </a:cubicBezTo>
                  <a:cubicBezTo>
                    <a:pt x="250" y="0"/>
                    <a:pt x="224" y="0"/>
                    <a:pt x="203" y="0"/>
                  </a:cubicBezTo>
                  <a:cubicBezTo>
                    <a:pt x="193" y="0"/>
                    <a:pt x="185" y="0"/>
                    <a:pt x="177" y="0"/>
                  </a:cubicBezTo>
                  <a:moveTo>
                    <a:pt x="212" y="5"/>
                  </a:moveTo>
                  <a:cubicBezTo>
                    <a:pt x="218" y="5"/>
                    <a:pt x="219" y="5"/>
                    <a:pt x="211" y="4"/>
                  </a:cubicBezTo>
                  <a:cubicBezTo>
                    <a:pt x="212" y="4"/>
                    <a:pt x="212" y="5"/>
                    <a:pt x="212" y="5"/>
                  </a:cubicBezTo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 anchor="t" anchorCtr="false" bIns="45720" compatLnSpc="1" lIns="91440" numCol="1" rIns="91440" tIns="45720" vert="horz" wrap="square">
              <a:prstTxWarp prst="textNoShape">
                <a:avLst/>
              </a:prstTxWarp>
              <a:normAutofit/>
            </a:bodyPr>
            <a:lstStyle/>
            <a:p>
              <a:pPr algn="l"/>
            </a:p>
          </p:txBody>
        </p:sp>
        <p:sp>
          <p:nvSpPr>
            <p:cNvPr descr="3e42ab95-ced3-42e6-be2a-6c94cf48c196" id="21" name="í$ḷîḑe">
              <a:extLst>
                <a:ext uri="{FF2B5EF4-FFF2-40B4-BE49-F238E27FC236}">
                  <a16:creationId id="{3B42E89B-17B1-430A-8E16-541E166AF9A6}"/>
                </a:ext>
              </a:extLst>
            </p:cNvPr>
            <p:cNvSpPr/>
            <p:nvPr/>
          </p:nvSpPr>
          <p:spPr bwMode="auto">
            <a:xfrm flipH="false" flipV="false">
              <a:off x="4128548" y="2766373"/>
              <a:ext cx="1204913" cy="642938"/>
            </a:xfrm>
            <a:custGeom>
              <a:avLst/>
              <a:gdLst>
                <a:gd fmla="*/ 385 w 614" name="T0"/>
                <a:gd fmla="*/ 1 h 328" name="T1"/>
                <a:gd fmla="*/ 384 w 614" name="T2"/>
                <a:gd fmla="*/ 0 h 328" name="T3"/>
                <a:gd fmla="*/ 385 w 614" name="T4"/>
                <a:gd fmla="*/ 1 h 328" name="T5"/>
                <a:gd fmla="*/ 177 w 614" name="T6"/>
                <a:gd fmla="*/ 0 h 328" name="T7"/>
                <a:gd fmla="*/ 0 w 614" name="T8"/>
                <a:gd fmla="*/ 4 h 328" name="T9"/>
                <a:gd fmla="*/ 100 w 614" name="T10"/>
                <a:gd fmla="*/ 145 h 328" name="T11"/>
                <a:gd fmla="*/ 226 w 614" name="T12"/>
                <a:gd fmla="*/ 328 h 328" name="T13"/>
                <a:gd fmla="*/ 318 w 614" name="T14"/>
                <a:gd fmla="*/ 328 h 328" name="T15"/>
                <a:gd fmla="*/ 410 w 614" name="T16"/>
                <a:gd fmla="*/ 328 h 328" name="T17"/>
                <a:gd fmla="*/ 512 w 614" name="T18"/>
                <a:gd fmla="*/ 328 h 328" name="T19"/>
                <a:gd fmla="*/ 614 w 614" name="T20"/>
                <a:gd fmla="*/ 328 h 328" name="T21"/>
                <a:gd fmla="*/ 484 w 614" name="T22"/>
                <a:gd fmla="*/ 142 h 328" name="T23"/>
                <a:gd fmla="*/ 385 w 614" name="T24"/>
                <a:gd fmla="*/ 1 h 328" name="T25"/>
                <a:gd fmla="*/ 281 w 614" name="T26"/>
                <a:gd fmla="*/ 0 h 328" name="T27"/>
                <a:gd fmla="*/ 187 w 614" name="T28"/>
                <a:gd fmla="*/ 0 h 328" name="T29"/>
                <a:gd fmla="*/ 177 w 614" name="T30"/>
                <a:gd fmla="*/ 0 h 328" name="T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b="b" l="0" r="r" t="0"/>
              <a:pathLst>
                <a:path h="328" w="614">
                  <a:moveTo>
                    <a:pt x="385" y="1"/>
                  </a:moveTo>
                  <a:cubicBezTo>
                    <a:pt x="391" y="1"/>
                    <a:pt x="391" y="0"/>
                    <a:pt x="384" y="0"/>
                  </a:cubicBezTo>
                  <a:cubicBezTo>
                    <a:pt x="384" y="0"/>
                    <a:pt x="385" y="1"/>
                    <a:pt x="385" y="1"/>
                  </a:cubicBezTo>
                  <a:moveTo>
                    <a:pt x="177" y="0"/>
                  </a:moveTo>
                  <a:cubicBezTo>
                    <a:pt x="118" y="0"/>
                    <a:pt x="60" y="4"/>
                    <a:pt x="0" y="4"/>
                  </a:cubicBezTo>
                  <a:cubicBezTo>
                    <a:pt x="34" y="52"/>
                    <a:pt x="67" y="97"/>
                    <a:pt x="100" y="145"/>
                  </a:cubicBezTo>
                  <a:cubicBezTo>
                    <a:pt x="143" y="206"/>
                    <a:pt x="183" y="267"/>
                    <a:pt x="226" y="328"/>
                  </a:cubicBezTo>
                  <a:cubicBezTo>
                    <a:pt x="256" y="328"/>
                    <a:pt x="287" y="328"/>
                    <a:pt x="318" y="328"/>
                  </a:cubicBezTo>
                  <a:cubicBezTo>
                    <a:pt x="349" y="328"/>
                    <a:pt x="380" y="328"/>
                    <a:pt x="410" y="328"/>
                  </a:cubicBezTo>
                  <a:cubicBezTo>
                    <a:pt x="445" y="328"/>
                    <a:pt x="478" y="328"/>
                    <a:pt x="512" y="328"/>
                  </a:cubicBezTo>
                  <a:cubicBezTo>
                    <a:pt x="546" y="328"/>
                    <a:pt x="580" y="328"/>
                    <a:pt x="614" y="328"/>
                  </a:cubicBezTo>
                  <a:cubicBezTo>
                    <a:pt x="571" y="266"/>
                    <a:pt x="528" y="204"/>
                    <a:pt x="484" y="142"/>
                  </a:cubicBezTo>
                  <a:cubicBezTo>
                    <a:pt x="450" y="95"/>
                    <a:pt x="419" y="49"/>
                    <a:pt x="385" y="1"/>
                  </a:cubicBezTo>
                  <a:cubicBezTo>
                    <a:pt x="371" y="2"/>
                    <a:pt x="327" y="1"/>
                    <a:pt x="281" y="0"/>
                  </a:cubicBezTo>
                  <a:cubicBezTo>
                    <a:pt x="247" y="0"/>
                    <a:pt x="212" y="0"/>
                    <a:pt x="187" y="0"/>
                  </a:cubicBezTo>
                  <a:cubicBezTo>
                    <a:pt x="183" y="0"/>
                    <a:pt x="180" y="0"/>
                    <a:pt x="177" y="0"/>
                  </a:cubicBezTo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 anchor="t" anchorCtr="false" bIns="45720" compatLnSpc="1" lIns="91440" numCol="1" rIns="91440" tIns="45720" vert="horz" wrap="square">
              <a:prstTxWarp prst="textNoShape">
                <a:avLst/>
              </a:prstTxWarp>
              <a:normAutofit/>
            </a:bodyPr>
            <a:lstStyle/>
            <a:p>
              <a:pPr algn="l"/>
            </a:p>
          </p:txBody>
        </p:sp>
        <p:sp>
          <p:nvSpPr>
            <p:cNvPr descr="5bc7d153-093a-456e-b506-00e4ebfa72e1" id="22" name="íS1iḋé">
              <a:extLst>
                <a:ext uri="{FF2B5EF4-FFF2-40B4-BE49-F238E27FC236}">
                  <a16:creationId id="{3ABA4476-80C2-4C20-A45C-55DE0D88DA8A}"/>
                </a:ext>
              </a:extLst>
            </p:cNvPr>
            <p:cNvSpPr/>
            <p:nvPr/>
          </p:nvSpPr>
          <p:spPr bwMode="auto">
            <a:xfrm flipH="false" flipV="false">
              <a:off x="4128548" y="2129785"/>
              <a:ext cx="1211263" cy="646113"/>
            </a:xfrm>
            <a:custGeom>
              <a:avLst/>
              <a:gdLst>
                <a:gd fmla="*/ 385 w 617" name="T0"/>
                <a:gd fmla="*/ 327 h 329" name="T1"/>
                <a:gd fmla="*/ 386 w 617" name="T2"/>
                <a:gd fmla="*/ 326 h 329" name="T3"/>
                <a:gd fmla="*/ 385 w 617" name="T4"/>
                <a:gd fmla="*/ 327 h 329" name="T5"/>
                <a:gd fmla="*/ 514 w 617" name="T6"/>
                <a:gd fmla="*/ 0 h 329" name="T7"/>
                <a:gd fmla="*/ 411 w 617" name="T8"/>
                <a:gd fmla="*/ 1 h 329" name="T9"/>
                <a:gd fmla="*/ 320 w 617" name="T10"/>
                <a:gd fmla="*/ 1 h 329" name="T11"/>
                <a:gd fmla="*/ 229 w 617" name="T12"/>
                <a:gd fmla="*/ 1 h 329" name="T13"/>
                <a:gd fmla="*/ 101 w 617" name="T14"/>
                <a:gd fmla="*/ 184 h 329" name="T15"/>
                <a:gd fmla="*/ 0 w 617" name="T16"/>
                <a:gd fmla="*/ 328 h 329" name="T17"/>
                <a:gd fmla="*/ 178 w 617" name="T18"/>
                <a:gd fmla="*/ 329 h 329" name="T19"/>
                <a:gd fmla="*/ 290 w 617" name="T20"/>
                <a:gd fmla="*/ 328 h 329" name="T21"/>
                <a:gd fmla="*/ 386 w 617" name="T22"/>
                <a:gd fmla="*/ 326 h 329" name="T23"/>
                <a:gd fmla="*/ 485 w 617" name="T24"/>
                <a:gd fmla="*/ 186 h 329" name="T25"/>
                <a:gd fmla="*/ 617 w 617" name="T26"/>
                <a:gd fmla="*/ 0 h 329" name="T27"/>
                <a:gd fmla="*/ 593 w 617" name="T28"/>
                <a:gd fmla="*/ 0 h 329" name="T29"/>
                <a:gd fmla="*/ 514 w 617" name="T30"/>
                <a:gd fmla="*/ 0 h 329" name="T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b="b" l="0" r="r" t="0"/>
              <a:pathLst>
                <a:path h="329" w="617">
                  <a:moveTo>
                    <a:pt x="385" y="327"/>
                  </a:moveTo>
                  <a:cubicBezTo>
                    <a:pt x="393" y="327"/>
                    <a:pt x="392" y="326"/>
                    <a:pt x="386" y="326"/>
                  </a:cubicBezTo>
                  <a:cubicBezTo>
                    <a:pt x="386" y="327"/>
                    <a:pt x="386" y="327"/>
                    <a:pt x="385" y="327"/>
                  </a:cubicBezTo>
                  <a:moveTo>
                    <a:pt x="514" y="0"/>
                  </a:moveTo>
                  <a:cubicBezTo>
                    <a:pt x="480" y="1"/>
                    <a:pt x="445" y="1"/>
                    <a:pt x="411" y="1"/>
                  </a:cubicBezTo>
                  <a:cubicBezTo>
                    <a:pt x="381" y="0"/>
                    <a:pt x="350" y="1"/>
                    <a:pt x="320" y="1"/>
                  </a:cubicBezTo>
                  <a:cubicBezTo>
                    <a:pt x="290" y="1"/>
                    <a:pt x="259" y="1"/>
                    <a:pt x="229" y="1"/>
                  </a:cubicBezTo>
                  <a:cubicBezTo>
                    <a:pt x="186" y="62"/>
                    <a:pt x="144" y="123"/>
                    <a:pt x="101" y="184"/>
                  </a:cubicBezTo>
                  <a:cubicBezTo>
                    <a:pt x="67" y="232"/>
                    <a:pt x="34" y="280"/>
                    <a:pt x="0" y="328"/>
                  </a:cubicBezTo>
                  <a:cubicBezTo>
                    <a:pt x="60" y="329"/>
                    <a:pt x="119" y="329"/>
                    <a:pt x="178" y="329"/>
                  </a:cubicBezTo>
                  <a:cubicBezTo>
                    <a:pt x="205" y="329"/>
                    <a:pt x="249" y="329"/>
                    <a:pt x="290" y="328"/>
                  </a:cubicBezTo>
                  <a:cubicBezTo>
                    <a:pt x="333" y="327"/>
                    <a:pt x="373" y="326"/>
                    <a:pt x="386" y="326"/>
                  </a:cubicBezTo>
                  <a:cubicBezTo>
                    <a:pt x="420" y="279"/>
                    <a:pt x="450" y="234"/>
                    <a:pt x="485" y="186"/>
                  </a:cubicBezTo>
                  <a:cubicBezTo>
                    <a:pt x="529" y="125"/>
                    <a:pt x="573" y="62"/>
                    <a:pt x="617" y="0"/>
                  </a:cubicBezTo>
                  <a:cubicBezTo>
                    <a:pt x="609" y="0"/>
                    <a:pt x="601" y="0"/>
                    <a:pt x="593" y="0"/>
                  </a:cubicBezTo>
                  <a:cubicBezTo>
                    <a:pt x="566" y="0"/>
                    <a:pt x="540" y="0"/>
                    <a:pt x="514" y="0"/>
                  </a:cubicBezTo>
                </a:path>
              </a:pathLst>
            </a:custGeom>
            <a:solidFill>
              <a:schemeClr val="tx2">
                <a:alpha val="50000"/>
              </a:schemeClr>
            </a:solidFill>
            <a:ln>
              <a:noFill/>
            </a:ln>
          </p:spPr>
          <p:txBody>
            <a:bodyPr anchor="t" anchorCtr="false" bIns="45720" compatLnSpc="1" lIns="91440" numCol="1" rIns="91440" tIns="45720" vert="horz" wrap="square">
              <a:prstTxWarp prst="textNoShape">
                <a:avLst/>
              </a:prstTxWarp>
              <a:normAutofit/>
            </a:bodyPr>
            <a:lstStyle/>
            <a:p>
              <a:pPr algn="l"/>
            </a:p>
          </p:txBody>
        </p:sp>
        <p:sp>
          <p:nvSpPr>
            <p:cNvPr descr="0d065189-cff0-43a7-ab8e-fe0d458c76b3" id="24" name="îṣ1îḑè">
              <a:extLst>
                <a:ext uri="{FF2B5EF4-FFF2-40B4-BE49-F238E27FC236}">
                  <a16:creationId id="{E7818C4D-674B-4C06-928F-A7136363D9F0}"/>
                </a:ext>
              </a:extLst>
            </p:cNvPr>
            <p:cNvSpPr/>
            <p:nvPr/>
          </p:nvSpPr>
          <p:spPr bwMode="auto">
            <a:xfrm flipH="false" flipV="false">
              <a:off x="5180878" y="3418454"/>
              <a:ext cx="1206500" cy="649288"/>
            </a:xfrm>
            <a:custGeom>
              <a:avLst/>
              <a:gdLst>
                <a:gd fmla="*/ 385 w 615" name="T0"/>
                <a:gd fmla="*/ 328 h 330" name="T1"/>
                <a:gd fmla="*/ 386 w 615" name="T2"/>
                <a:gd fmla="*/ 326 h 330" name="T3"/>
                <a:gd fmla="*/ 385 w 615" name="T4"/>
                <a:gd fmla="*/ 328 h 330" name="T5"/>
                <a:gd fmla="*/ 99 w 615" name="T6"/>
                <a:gd fmla="*/ 185 h 330" name="T7"/>
                <a:gd fmla="*/ 0 w 615" name="T8"/>
                <a:gd fmla="*/ 327 h 330" name="T9"/>
                <a:gd fmla="*/ 176 w 615" name="T10"/>
                <a:gd fmla="*/ 330 h 330" name="T11"/>
                <a:gd fmla="*/ 288 w 615" name="T12"/>
                <a:gd fmla="*/ 328 h 330" name="T13"/>
                <a:gd fmla="*/ 386 w 615" name="T14"/>
                <a:gd fmla="*/ 326 h 330" name="T15"/>
                <a:gd fmla="*/ 484 w 615" name="T16"/>
                <a:gd fmla="*/ 187 h 330" name="T17"/>
                <a:gd fmla="*/ 615 w 615" name="T18"/>
                <a:gd fmla="*/ 1 h 330" name="T19"/>
                <a:gd fmla="*/ 409 w 615" name="T20"/>
                <a:gd fmla="*/ 1 h 330" name="T21"/>
                <a:gd fmla="*/ 228 w 615" name="T22"/>
                <a:gd fmla="*/ 0 h 330" name="T23"/>
                <a:gd fmla="*/ 99 w 615" name="T24"/>
                <a:gd fmla="*/ 185 h 330" name="T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b="b" l="0" r="r" t="0"/>
              <a:pathLst>
                <a:path h="330" w="615">
                  <a:moveTo>
                    <a:pt x="385" y="328"/>
                  </a:moveTo>
                  <a:cubicBezTo>
                    <a:pt x="392" y="327"/>
                    <a:pt x="392" y="327"/>
                    <a:pt x="386" y="326"/>
                  </a:cubicBezTo>
                  <a:cubicBezTo>
                    <a:pt x="385" y="327"/>
                    <a:pt x="385" y="327"/>
                    <a:pt x="385" y="328"/>
                  </a:cubicBezTo>
                  <a:moveTo>
                    <a:pt x="99" y="185"/>
                  </a:moveTo>
                  <a:cubicBezTo>
                    <a:pt x="65" y="233"/>
                    <a:pt x="33" y="278"/>
                    <a:pt x="0" y="327"/>
                  </a:cubicBezTo>
                  <a:cubicBezTo>
                    <a:pt x="59" y="327"/>
                    <a:pt x="117" y="329"/>
                    <a:pt x="176" y="330"/>
                  </a:cubicBezTo>
                  <a:cubicBezTo>
                    <a:pt x="203" y="330"/>
                    <a:pt x="247" y="329"/>
                    <a:pt x="288" y="328"/>
                  </a:cubicBezTo>
                  <a:cubicBezTo>
                    <a:pt x="332" y="327"/>
                    <a:pt x="372" y="326"/>
                    <a:pt x="386" y="326"/>
                  </a:cubicBezTo>
                  <a:cubicBezTo>
                    <a:pt x="420" y="279"/>
                    <a:pt x="450" y="235"/>
                    <a:pt x="484" y="187"/>
                  </a:cubicBezTo>
                  <a:cubicBezTo>
                    <a:pt x="528" y="126"/>
                    <a:pt x="571" y="63"/>
                    <a:pt x="615" y="1"/>
                  </a:cubicBezTo>
                  <a:cubicBezTo>
                    <a:pt x="546" y="1"/>
                    <a:pt x="477" y="1"/>
                    <a:pt x="409" y="1"/>
                  </a:cubicBezTo>
                  <a:cubicBezTo>
                    <a:pt x="348" y="0"/>
                    <a:pt x="288" y="0"/>
                    <a:pt x="228" y="0"/>
                  </a:cubicBezTo>
                  <a:cubicBezTo>
                    <a:pt x="185" y="62"/>
                    <a:pt x="142" y="123"/>
                    <a:pt x="99" y="185"/>
                  </a:cubicBezTo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anchor="t" anchorCtr="false" bIns="45720" compatLnSpc="1" lIns="91440" numCol="1" rIns="91440" tIns="45720" vert="horz" wrap="square">
              <a:prstTxWarp prst="textNoShape">
                <a:avLst/>
              </a:prstTxWarp>
              <a:normAutofit/>
            </a:bodyPr>
            <a:lstStyle/>
            <a:p>
              <a:pPr algn="l"/>
            </a:p>
          </p:txBody>
        </p:sp>
        <p:sp>
          <p:nvSpPr>
            <p:cNvPr descr="92662d4b-dbbe-46e3-bc69-1b6b85a08ee5" id="25" name="ï$liḑè">
              <a:extLst>
                <a:ext uri="{FF2B5EF4-FFF2-40B4-BE49-F238E27FC236}">
                  <a16:creationId id="{47BC1A9A-BADC-4FA5-9E79-34717FD4B9A9}"/>
                </a:ext>
              </a:extLst>
            </p:cNvPr>
            <p:cNvSpPr/>
            <p:nvPr/>
          </p:nvSpPr>
          <p:spPr bwMode="auto">
            <a:xfrm flipH="false" flipV="false">
              <a:off x="5180878" y="4043929"/>
              <a:ext cx="1211263" cy="640704"/>
            </a:xfrm>
            <a:custGeom>
              <a:avLst/>
              <a:gdLst>
                <a:gd fmla="*/ 265 w 617" name="T0"/>
                <a:gd fmla="*/ 1 h 330" name="T1"/>
                <a:gd fmla="*/ 177 w 617" name="T2"/>
                <a:gd fmla="*/ 0 h 330" name="T3"/>
                <a:gd fmla="*/ 0 w 617" name="T4"/>
                <a:gd fmla="*/ 2 h 330" name="T5"/>
                <a:gd fmla="*/ 100 w 617" name="T6"/>
                <a:gd fmla="*/ 146 h 330" name="T7"/>
                <a:gd fmla="*/ 230 w 617" name="T8"/>
                <a:gd fmla="*/ 330 h 330" name="T9"/>
                <a:gd fmla="*/ 410 w 617" name="T10"/>
                <a:gd fmla="*/ 329 h 330" name="T11"/>
                <a:gd fmla="*/ 617 w 617" name="T12"/>
                <a:gd fmla="*/ 328 h 330" name="T13"/>
                <a:gd fmla="*/ 487 w 617" name="T14"/>
                <a:gd fmla="*/ 143 h 330" name="T15"/>
                <a:gd fmla="*/ 386 w 617" name="T16"/>
                <a:gd fmla="*/ 0 h 330" name="T17"/>
                <a:gd fmla="*/ 265 w 617" name="T18"/>
                <a:gd fmla="*/ 1 h 330" name="T19"/>
                <a:gd fmla="*/ 116 w 617" name="T20"/>
                <a:gd fmla="*/ 141 h 330" name="T21"/>
                <a:gd fmla="*/ 114 w 617" name="T22"/>
                <a:gd fmla="*/ 139 h 330" name="T23"/>
                <a:gd fmla="*/ 116 w 617" name="T24"/>
                <a:gd fmla="*/ 141 h 330" name="T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b="b" l="0" r="r" t="0"/>
              <a:pathLst>
                <a:path h="330" w="617">
                  <a:moveTo>
                    <a:pt x="265" y="1"/>
                  </a:moveTo>
                  <a:cubicBezTo>
                    <a:pt x="232" y="1"/>
                    <a:pt x="199" y="0"/>
                    <a:pt x="177" y="0"/>
                  </a:cubicBezTo>
                  <a:cubicBezTo>
                    <a:pt x="118" y="1"/>
                    <a:pt x="59" y="1"/>
                    <a:pt x="0" y="2"/>
                  </a:cubicBezTo>
                  <a:cubicBezTo>
                    <a:pt x="33" y="50"/>
                    <a:pt x="67" y="98"/>
                    <a:pt x="100" y="146"/>
                  </a:cubicBezTo>
                  <a:cubicBezTo>
                    <a:pt x="143" y="207"/>
                    <a:pt x="187" y="269"/>
                    <a:pt x="230" y="330"/>
                  </a:cubicBezTo>
                  <a:cubicBezTo>
                    <a:pt x="290" y="330"/>
                    <a:pt x="350" y="329"/>
                    <a:pt x="410" y="329"/>
                  </a:cubicBezTo>
                  <a:cubicBezTo>
                    <a:pt x="617" y="328"/>
                    <a:pt x="617" y="328"/>
                    <a:pt x="617" y="328"/>
                  </a:cubicBezTo>
                  <a:cubicBezTo>
                    <a:pt x="572" y="266"/>
                    <a:pt x="531" y="204"/>
                    <a:pt x="487" y="143"/>
                  </a:cubicBezTo>
                  <a:cubicBezTo>
                    <a:pt x="452" y="95"/>
                    <a:pt x="420" y="48"/>
                    <a:pt x="386" y="0"/>
                  </a:cubicBezTo>
                  <a:cubicBezTo>
                    <a:pt x="370" y="1"/>
                    <a:pt x="317" y="1"/>
                    <a:pt x="265" y="1"/>
                  </a:cubicBezTo>
                  <a:moveTo>
                    <a:pt x="116" y="141"/>
                  </a:moveTo>
                  <a:cubicBezTo>
                    <a:pt x="121" y="141"/>
                    <a:pt x="122" y="140"/>
                    <a:pt x="114" y="139"/>
                  </a:cubicBezTo>
                  <a:cubicBezTo>
                    <a:pt x="115" y="140"/>
                    <a:pt x="115" y="140"/>
                    <a:pt x="116" y="141"/>
                  </a:cubicBezTo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anchor="t" anchorCtr="false" bIns="45720" compatLnSpc="1" lIns="91440" numCol="1" rIns="91440" tIns="45720" vert="horz" wrap="square">
              <a:prstTxWarp prst="textNoShape">
                <a:avLst/>
              </a:prstTxWarp>
              <a:normAutofit/>
            </a:bodyPr>
            <a:lstStyle/>
            <a:p>
              <a:pPr algn="l"/>
            </a:p>
          </p:txBody>
        </p:sp>
        <p:sp>
          <p:nvSpPr>
            <p:cNvPr descr="ed9b3e54-1c1b-4f0f-8995-16558663c9b7" id="41" name="Title">
              <a:extLst>
                <a:ext uri="{FF2B5EF4-FFF2-40B4-BE49-F238E27FC236}">
                  <a16:creationId id="{3EEF383F-8475-D815-6637-B448C66522BB}"/>
                </a:ext>
              </a:extLst>
            </p:cNvPr>
            <p:cNvSpPr txBox="1"/>
            <p:nvPr/>
          </p:nvSpPr>
          <p:spPr>
            <a:xfrm flipH="false" flipV="false">
              <a:off x="660399" y="1130300"/>
              <a:ext cx="10858500" cy="738916"/>
            </a:xfrm>
            <a:prstGeom prst="rect">
              <a:avLst/>
            </a:prstGeom>
            <a:noFill/>
            <a:ln>
              <a:noFill/>
            </a:ln>
          </p:spPr>
          <p:txBody>
            <a:bodyPr anchor="t" anchorCtr="true" bIns="45720" lIns="91440" rIns="91440" tIns="45720" wrap="square">
              <a:norm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b="true" i="false" lang="en-US" strike="noStrike" sz="2400" u="none">
                  <a:solidFill>
                    <a:srgbClr val="FFFFFF"/>
                  </a:solidFill>
                  <a:ea typeface="微软雅黑"/>
                </a:rPr>
                <a:t>优化社区管理策略</a:t>
              </a:r>
            </a:p>
          </p:txBody>
        </p:sp>
        <p:grpSp>
          <p:nvGrpSpPr>
            <p:cNvPr descr="c8c2692e-977b-4211-ac01-d815e9df43b1" id="43" name="组合 42">
              <a:extLst>
                <a:ext uri="{FF2B5EF4-FFF2-40B4-BE49-F238E27FC236}">
                  <a16:creationId id="{7F30ABB8-23EC-2FC7-4EF0-7AE28AB51CAA}"/>
                </a:ext>
              </a:extLst>
            </p:cNvPr>
            <p:cNvGrpSpPr/>
            <p:nvPr/>
          </p:nvGrpSpPr>
          <p:grpSpPr>
            <a:xfrm>
              <a:off x="1876532" y="2137723"/>
              <a:ext cx="7743287" cy="1266825"/>
              <a:chOff x="1876532" y="2137723"/>
              <a:chExt cx="7743287" cy="1266825"/>
            </a:xfrm>
          </p:grpSpPr>
          <p:sp>
            <p:nvSpPr>
              <p:cNvPr descr="4bfa27e2-d63c-4a85-a1a2-63fd49ed0e77" id="23" name="Number1">
                <a:extLst>
                  <a:ext uri="{FF2B5EF4-FFF2-40B4-BE49-F238E27FC236}">
                    <a16:creationId id="{CD29301F-6ED3-40D8-9F10-E20C70C99795}"/>
                  </a:ext>
                </a:extLst>
              </p:cNvPr>
              <p:cNvSpPr/>
              <p:nvPr/>
            </p:nvSpPr>
            <p:spPr bwMode="auto">
              <a:xfrm flipH="false" flipV="false">
                <a:off x="4879435" y="2137723"/>
                <a:ext cx="895350" cy="1266825"/>
              </a:xfrm>
              <a:custGeom>
                <a:avLst/>
                <a:gdLst>
                  <a:gd fmla="*/ 0 w 564" name="T0"/>
                  <a:gd fmla="*/ 399 h 798" name="T1"/>
                  <a:gd fmla="*/ 280 w 564" name="T2"/>
                  <a:gd fmla="*/ 798 h 798" name="T3"/>
                  <a:gd fmla="*/ 564 w 564" name="T4"/>
                  <a:gd fmla="*/ 404 h 798" name="T5"/>
                  <a:gd fmla="*/ 284 w 564" name="T6"/>
                  <a:gd fmla="*/ 0 h 798" name="T7"/>
                  <a:gd fmla="*/ 0 w 564" name="T8"/>
                  <a:gd fmla="*/ 399 h 798" name="T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b="b" l="0" r="r" t="0"/>
                <a:pathLst>
                  <a:path h="798" w="564">
                    <a:moveTo>
                      <a:pt x="0" y="399"/>
                    </a:moveTo>
                    <a:lnTo>
                      <a:pt x="280" y="798"/>
                    </a:lnTo>
                    <a:lnTo>
                      <a:pt x="564" y="404"/>
                    </a:lnTo>
                    <a:lnTo>
                      <a:pt x="284" y="0"/>
                    </a:lnTo>
                    <a:lnTo>
                      <a:pt x="0" y="399"/>
                    </a:lnTo>
                    <a:close/>
                  </a:path>
                </a:pathLst>
              </a:custGeom>
              <a:solidFill>
                <a:schemeClr val="tx2">
                  <a:alpha val="10000"/>
                </a:schemeClr>
              </a:solidFill>
              <a:ln>
                <a:noFill/>
              </a:ln>
            </p:spPr>
            <p:txBody>
              <a:bodyPr anchor="ctr" anchorCtr="false" bIns="45720" compatLnSpc="1" lIns="91440" numCol="1" rIns="91440" tIns="45720" vert="horz" wrap="square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b="true" i="false" lang="en-US" sz="3600" u="none">
                    <a:solidFill>
                      <a:srgbClr val="FFFFFF"/>
                    </a:solidFill>
                    <a:latin typeface="Arial"/>
                  </a:rPr>
                  <a:t>1</a:t>
                </a:r>
              </a:p>
            </p:txBody>
          </p:sp>
          <p:sp>
            <p:nvSpPr>
              <p:cNvPr descr="75a0a980-4803-455e-96ff-c814f2bdcf85" id="39" name="Bullet1">
                <a:extLst>
                  <a:ext uri="{FF2B5EF4-FFF2-40B4-BE49-F238E27FC236}">
                    <a16:creationId id="{31FF9E10-2E50-4C35-8D6A-CD2C4399430A}"/>
                  </a:ext>
                </a:extLst>
              </p:cNvPr>
              <p:cNvSpPr txBox="1"/>
              <p:nvPr/>
            </p:nvSpPr>
            <p:spPr bwMode="auto">
              <a:xfrm flipH="false" flipV="false">
                <a:off x="5860331" y="2154567"/>
                <a:ext cx="3759488" cy="402809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b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发现问题风险</a:t>
                </a:r>
              </a:p>
            </p:txBody>
          </p:sp>
          <p:sp>
            <p:nvSpPr>
              <p:cNvPr descr="d2bc7ce6-6379-44ed-b5df-851a8df7606f" id="40" name="Text1">
                <a:extLst>
                  <a:ext uri="{FF2B5EF4-FFF2-40B4-BE49-F238E27FC236}">
                    <a16:creationId id="{6987B6D3-A240-4E55-9F01-F769AF3DBEB8}"/>
                  </a:ext>
                </a:extLst>
              </p:cNvPr>
              <p:cNvSpPr/>
              <p:nvPr/>
            </p:nvSpPr>
            <p:spPr bwMode="auto">
              <a:xfrm flipH="false" flipV="false">
                <a:off x="5860331" y="2557378"/>
                <a:ext cx="3759488" cy="8279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发现项目存在的问题和潜在风险。</a:t>
                </a:r>
              </a:p>
            </p:txBody>
          </p:sp>
          <p:sp>
            <p:nvSpPr>
              <p:cNvPr descr="d302c441-7ca7-4da3-86ee-21f34976c2ce" id="34" name="Icon1">
                <a:extLst>
                  <a:ext uri="{FF2B5EF4-FFF2-40B4-BE49-F238E27FC236}">
                    <a16:creationId id="{FDD2AC93-E056-44FB-8A9C-4C82ABCE75C9}"/>
                  </a:ext>
                </a:extLst>
              </p:cNvPr>
              <p:cNvSpPr/>
              <p:nvPr/>
            </p:nvSpPr>
            <p:spPr>
              <a:xfrm flipH="false" flipV="false">
                <a:off x="1876532" y="2498945"/>
                <a:ext cx="604624" cy="547090"/>
              </a:xfrm>
              <a:custGeom>
                <a:avLst/>
                <a:gdLst>
                  <a:gd fmla="*/ 407586 w 606580" name="connsiteX0"/>
                  <a:gd fmla="*/ 252695 h 548858" name="connsiteY0"/>
                  <a:gd fmla="*/ 502285 w 606580" name="connsiteX1"/>
                  <a:gd fmla="*/ 252695 h 548858" name="connsiteY1"/>
                  <a:gd fmla="*/ 502285 w 606580" name="connsiteX2"/>
                  <a:gd fmla="*/ 346759 h 548858" name="connsiteY2"/>
                  <a:gd fmla="*/ 407586 w 606580" name="connsiteX3"/>
                  <a:gd fmla="*/ 346759 h 548858" name="connsiteY3"/>
                  <a:gd fmla="*/ 104296 w 606580" name="connsiteX4"/>
                  <a:gd fmla="*/ 205698 h 548858" name="connsiteY4"/>
                  <a:gd fmla="*/ 199065 w 606580" name="connsiteX5"/>
                  <a:gd fmla="*/ 205698 h 548858" name="connsiteY5"/>
                  <a:gd fmla="*/ 199065 w 606580" name="connsiteX6"/>
                  <a:gd fmla="*/ 346758 h 548858" name="connsiteY6"/>
                  <a:gd fmla="*/ 104296 w 606580" name="connsiteX7"/>
                  <a:gd fmla="*/ 346758 h 548858" name="connsiteY7"/>
                  <a:gd fmla="*/ 255870 w 606580" name="connsiteX8"/>
                  <a:gd fmla="*/ 96040 h 548858" name="connsiteY8"/>
                  <a:gd fmla="*/ 350710 w 606580" name="connsiteX9"/>
                  <a:gd fmla="*/ 96040 h 548858" name="connsiteY9"/>
                  <a:gd fmla="*/ 350710 w 606580" name="connsiteX10"/>
                  <a:gd fmla="*/ 346759 h 548858" name="connsiteY10"/>
                  <a:gd fmla="*/ 255870 w 606580" name="connsiteX11"/>
                  <a:gd fmla="*/ 346759 h 548858" name="connsiteY11"/>
                  <a:gd fmla="*/ 37882 w 606580" name="connsiteX12"/>
                  <a:gd fmla="*/ 37913 h 548858" name="connsiteY12"/>
                  <a:gd fmla="*/ 37882 w 606580" name="connsiteX13"/>
                  <a:gd fmla="*/ 405363 h 548858" name="connsiteY13"/>
                  <a:gd fmla="*/ 568698 w 606580" name="connsiteX14"/>
                  <a:gd fmla="*/ 405363 h 548858" name="connsiteY14"/>
                  <a:gd fmla="*/ 568698 w 606580" name="connsiteX15"/>
                  <a:gd fmla="*/ 37913 h 548858" name="connsiteY15"/>
                  <a:gd fmla="*/ 18941 w 606580" name="connsiteX16"/>
                  <a:gd fmla="*/ 0 h 548858" name="connsiteY16"/>
                  <a:gd fmla="*/ 587639 w 606580" name="connsiteX17"/>
                  <a:gd fmla="*/ 0 h 548858" name="connsiteY17"/>
                  <a:gd fmla="*/ 606580 w 606580" name="connsiteX18"/>
                  <a:gd fmla="*/ 18910 h 548858" name="connsiteY18"/>
                  <a:gd fmla="*/ 606580 w 606580" name="connsiteX19"/>
                  <a:gd fmla="*/ 424274 h 548858" name="connsiteY19"/>
                  <a:gd fmla="*/ 587639 w 606580" name="connsiteX20"/>
                  <a:gd fmla="*/ 443184 h 548858" name="connsiteY20"/>
                  <a:gd fmla="*/ 322278 w 606580" name="connsiteX21"/>
                  <a:gd fmla="*/ 443184 h 548858" name="connsiteY21"/>
                  <a:gd fmla="*/ 322278 w 606580" name="connsiteX22"/>
                  <a:gd fmla="*/ 511038 h 548858" name="connsiteY22"/>
                  <a:gd fmla="*/ 450223 w 606580" name="connsiteX23"/>
                  <a:gd fmla="*/ 511038 h 548858" name="connsiteY23"/>
                  <a:gd fmla="*/ 450223 w 606580" name="connsiteX24"/>
                  <a:gd fmla="*/ 548858 h 548858" name="connsiteY24"/>
                  <a:gd fmla="*/ 156357 w 606580" name="connsiteX25"/>
                  <a:gd fmla="*/ 548858 h 548858" name="connsiteY25"/>
                  <a:gd fmla="*/ 156357 w 606580" name="connsiteX26"/>
                  <a:gd fmla="*/ 511038 h 548858" name="connsiteY26"/>
                  <a:gd fmla="*/ 284302 w 606580" name="connsiteX27"/>
                  <a:gd fmla="*/ 511038 h 548858" name="connsiteY27"/>
                  <a:gd fmla="*/ 284302 w 606580" name="connsiteX28"/>
                  <a:gd fmla="*/ 443184 h 548858" name="connsiteY28"/>
                  <a:gd fmla="*/ 18941 w 606580" name="connsiteX29"/>
                  <a:gd fmla="*/ 443184 h 548858" name="connsiteY29"/>
                  <a:gd fmla="*/ 0 w 606580" name="connsiteX30"/>
                  <a:gd fmla="*/ 424274 h 548858" name="connsiteY30"/>
                  <a:gd fmla="*/ 0 w 606580" name="connsiteX31"/>
                  <a:gd fmla="*/ 18910 h 548858" name="connsiteY31"/>
                  <a:gd fmla="*/ 18941 w 606580" name="connsiteX32"/>
                  <a:gd fmla="*/ 0 h 548858" name="connsiteY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b="b" l="l" r="r" t="t"/>
                <a:pathLst>
                  <a:path h="548858" w="606580">
                    <a:moveTo>
                      <a:pt x="407586" y="252695"/>
                    </a:moveTo>
                    <a:lnTo>
                      <a:pt x="502285" y="252695"/>
                    </a:lnTo>
                    <a:lnTo>
                      <a:pt x="502285" y="346759"/>
                    </a:lnTo>
                    <a:lnTo>
                      <a:pt x="407586" y="346759"/>
                    </a:lnTo>
                    <a:close/>
                    <a:moveTo>
                      <a:pt x="104296" y="205698"/>
                    </a:moveTo>
                    <a:lnTo>
                      <a:pt x="199065" y="205698"/>
                    </a:lnTo>
                    <a:lnTo>
                      <a:pt x="199065" y="346758"/>
                    </a:lnTo>
                    <a:lnTo>
                      <a:pt x="104296" y="346758"/>
                    </a:lnTo>
                    <a:close/>
                    <a:moveTo>
                      <a:pt x="255870" y="96040"/>
                    </a:moveTo>
                    <a:lnTo>
                      <a:pt x="350710" y="96040"/>
                    </a:lnTo>
                    <a:lnTo>
                      <a:pt x="350710" y="346759"/>
                    </a:lnTo>
                    <a:lnTo>
                      <a:pt x="255870" y="346759"/>
                    </a:lnTo>
                    <a:close/>
                    <a:moveTo>
                      <a:pt x="37882" y="37913"/>
                    </a:moveTo>
                    <a:lnTo>
                      <a:pt x="37882" y="405363"/>
                    </a:lnTo>
                    <a:lnTo>
                      <a:pt x="568698" y="405363"/>
                    </a:lnTo>
                    <a:lnTo>
                      <a:pt x="568698" y="37913"/>
                    </a:lnTo>
                    <a:close/>
                    <a:moveTo>
                      <a:pt x="18941" y="0"/>
                    </a:moveTo>
                    <a:lnTo>
                      <a:pt x="587639" y="0"/>
                    </a:lnTo>
                    <a:cubicBezTo>
                      <a:pt x="598038" y="0"/>
                      <a:pt x="606580" y="8528"/>
                      <a:pt x="606580" y="18910"/>
                    </a:cubicBezTo>
                    <a:lnTo>
                      <a:pt x="606580" y="424274"/>
                    </a:lnTo>
                    <a:cubicBezTo>
                      <a:pt x="606580" y="434656"/>
                      <a:pt x="598038" y="443184"/>
                      <a:pt x="587639" y="443184"/>
                    </a:cubicBezTo>
                    <a:lnTo>
                      <a:pt x="322278" y="443184"/>
                    </a:lnTo>
                    <a:lnTo>
                      <a:pt x="322278" y="511038"/>
                    </a:lnTo>
                    <a:lnTo>
                      <a:pt x="450223" y="511038"/>
                    </a:lnTo>
                    <a:lnTo>
                      <a:pt x="450223" y="548858"/>
                    </a:lnTo>
                    <a:lnTo>
                      <a:pt x="156357" y="548858"/>
                    </a:lnTo>
                    <a:lnTo>
                      <a:pt x="156357" y="511038"/>
                    </a:lnTo>
                    <a:lnTo>
                      <a:pt x="284302" y="511038"/>
                    </a:lnTo>
                    <a:lnTo>
                      <a:pt x="284302" y="443184"/>
                    </a:lnTo>
                    <a:lnTo>
                      <a:pt x="18941" y="443184"/>
                    </a:lnTo>
                    <a:cubicBezTo>
                      <a:pt x="8542" y="443184"/>
                      <a:pt x="0" y="434656"/>
                      <a:pt x="0" y="424274"/>
                    </a:cubicBezTo>
                    <a:lnTo>
                      <a:pt x="0" y="18910"/>
                    </a:lnTo>
                    <a:cubicBezTo>
                      <a:pt x="0" y="8528"/>
                      <a:pt x="8542" y="0"/>
                      <a:pt x="1894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ctr" anchorCtr="false" bIns="45720" lIns="91440" numCol="1" rIns="91440" spcCol="1270" spcFirstLastPara="0" tIns="45720" vert="horz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</a:p>
            </p:txBody>
          </p:sp>
        </p:grpSp>
        <p:grpSp>
          <p:nvGrpSpPr>
            <p:cNvPr descr="89141088-2069-43ad-b95e-1bfc37ea27b6" id="44" name="组合 43">
              <a:extLst>
                <a:ext uri="{FF2B5EF4-FFF2-40B4-BE49-F238E27FC236}">
                  <a16:creationId id="{3CC54050-F5AF-BACE-E376-8906E6B0D650}"/>
                </a:ext>
              </a:extLst>
            </p:cNvPr>
            <p:cNvGrpSpPr/>
            <p:nvPr/>
          </p:nvGrpSpPr>
          <p:grpSpPr>
            <a:xfrm>
              <a:off x="1822409" y="3413691"/>
              <a:ext cx="8916412" cy="1260475"/>
              <a:chOff x="1822409" y="3413691"/>
              <a:chExt cx="8916412" cy="1260475"/>
            </a:xfrm>
          </p:grpSpPr>
          <p:sp>
            <p:nvSpPr>
              <p:cNvPr descr="dbd9b508-08fa-46af-b3b4-1ea763670298" id="26" name="Number2">
                <a:extLst>
                  <a:ext uri="{FF2B5EF4-FFF2-40B4-BE49-F238E27FC236}">
                    <a16:creationId id="{6CEC5AA6-9AA8-4593-9B5E-77F6070E9E66}"/>
                  </a:ext>
                </a:extLst>
              </p:cNvPr>
              <p:cNvSpPr/>
              <p:nvPr/>
            </p:nvSpPr>
            <p:spPr bwMode="auto">
              <a:xfrm flipH="false" flipV="false">
                <a:off x="5929063" y="3413691"/>
                <a:ext cx="893763" cy="1260475"/>
              </a:xfrm>
              <a:custGeom>
                <a:avLst/>
                <a:gdLst>
                  <a:gd fmla="*/ 285 w 563" name="T0"/>
                  <a:gd fmla="*/ 0 h 794" name="T1"/>
                  <a:gd fmla="*/ 563 w 563" name="T2"/>
                  <a:gd fmla="*/ 404 h 794" name="T3"/>
                  <a:gd fmla="*/ 282 w 563" name="T4"/>
                  <a:gd fmla="*/ 794 h 794" name="T5"/>
                  <a:gd fmla="*/ 0 w 563" name="T6"/>
                  <a:gd fmla="*/ 399 h 794" name="T7"/>
                  <a:gd fmla="*/ 285 w 563" name="T8"/>
                  <a:gd fmla="*/ 0 h 794" name="T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b="b" l="0" r="r" t="0"/>
                <a:pathLst>
                  <a:path h="794" w="563">
                    <a:moveTo>
                      <a:pt x="285" y="0"/>
                    </a:moveTo>
                    <a:lnTo>
                      <a:pt x="563" y="404"/>
                    </a:lnTo>
                    <a:lnTo>
                      <a:pt x="282" y="794"/>
                    </a:lnTo>
                    <a:lnTo>
                      <a:pt x="0" y="399"/>
                    </a:lnTo>
                    <a:lnTo>
                      <a:pt x="28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="ctr" anchorCtr="false" bIns="45720" compatLnSpc="1" lIns="91440" numCol="1" rIns="91440" tIns="45720" vert="horz" wrap="square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b="true" i="false" lang="en-US" sz="3600" u="none">
                    <a:solidFill>
                      <a:srgbClr val="000000"/>
                    </a:solidFill>
                    <a:latin typeface="Arial"/>
                  </a:rPr>
                  <a:t>2</a:t>
                </a:r>
              </a:p>
            </p:txBody>
          </p:sp>
          <p:sp>
            <p:nvSpPr>
              <p:cNvPr descr="da2954f6-5de1-4884-af6a-b094e91fd804" id="37" name="Bullet2">
                <a:extLst>
                  <a:ext uri="{FF2B5EF4-FFF2-40B4-BE49-F238E27FC236}">
                    <a16:creationId id="{31FF9E10-2E50-4C35-8D6A-CD2C4399430A}"/>
                  </a:ext>
                </a:extLst>
              </p:cNvPr>
              <p:cNvSpPr txBox="1"/>
              <p:nvPr/>
            </p:nvSpPr>
            <p:spPr bwMode="auto">
              <a:xfrm flipH="false" flipV="false">
                <a:off x="6979333" y="3418454"/>
                <a:ext cx="3759488" cy="402809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b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制定改进策略</a:t>
                </a:r>
              </a:p>
            </p:txBody>
          </p:sp>
          <p:sp>
            <p:nvSpPr>
              <p:cNvPr descr="5e1d1988-01fa-4043-8f7b-4fbacf3b7012" id="38" name="Text2">
                <a:extLst>
                  <a:ext uri="{FF2B5EF4-FFF2-40B4-BE49-F238E27FC236}">
                    <a16:creationId id="{6987B6D3-A240-4E55-9F01-F769AF3DBEB8}"/>
                  </a:ext>
                </a:extLst>
              </p:cNvPr>
              <p:cNvSpPr/>
              <p:nvPr/>
            </p:nvSpPr>
            <p:spPr bwMode="auto">
              <a:xfrm flipH="false" flipV="false">
                <a:off x="6979333" y="3821265"/>
                <a:ext cx="3759488" cy="8279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制定针对性的改进策略，提升项目质量。</a:t>
                </a:r>
              </a:p>
            </p:txBody>
          </p:sp>
          <p:sp>
            <p:nvSpPr>
              <p:cNvPr descr="2025cfff-993b-45ca-b759-03432556f424" id="33" name="Icon2">
                <a:extLst>
                  <a:ext uri="{FF2B5EF4-FFF2-40B4-BE49-F238E27FC236}">
                    <a16:creationId id="{DBA6FDBE-2F54-4F91-BFFE-C41820333BD3}"/>
                  </a:ext>
                </a:extLst>
              </p:cNvPr>
              <p:cNvSpPr/>
              <p:nvPr/>
            </p:nvSpPr>
            <p:spPr bwMode="auto">
              <a:xfrm flipH="false" flipV="false">
                <a:off x="1822409" y="3697707"/>
                <a:ext cx="711282" cy="710202"/>
              </a:xfrm>
              <a:custGeom>
                <a:avLst/>
                <a:gdLst>
                  <a:gd fmla="*/ 377627 w 607991" name="connsiteX0"/>
                  <a:gd fmla="*/ 294539 h 607074" name="connsiteY0"/>
                  <a:gd fmla="*/ 294976 w 607991" name="connsiteX1"/>
                  <a:gd fmla="*/ 377063 h 607074" name="connsiteY1"/>
                  <a:gd fmla="*/ 377627 w 607991" name="connsiteX2"/>
                  <a:gd fmla="*/ 459588 h 607074" name="connsiteY2"/>
                  <a:gd fmla="*/ 460355 w 607991" name="connsiteX3"/>
                  <a:gd fmla="*/ 377063 h 607074" name="connsiteY3"/>
                  <a:gd fmla="*/ 377627 w 607991" name="connsiteX4"/>
                  <a:gd fmla="*/ 294539 h 607074" name="connsiteY4"/>
                  <a:gd fmla="*/ 359653 w 607991" name="connsiteX5"/>
                  <a:gd fmla="*/ 147129 h 607074" name="connsiteY5"/>
                  <a:gd fmla="*/ 395678 w 607991" name="connsiteX6"/>
                  <a:gd fmla="*/ 147129 h 607074" name="connsiteY6"/>
                  <a:gd fmla="*/ 423869 w 607991" name="connsiteX7"/>
                  <a:gd fmla="*/ 175277 h 607074" name="connsiteY7"/>
                  <a:gd fmla="*/ 423869 w 607991" name="connsiteX8"/>
                  <a:gd fmla="*/ 197288 h 607074" name="connsiteY8"/>
                  <a:gd fmla="*/ 435698 w 607991" name="connsiteX9"/>
                  <a:gd fmla="*/ 212474 h 607074" name="connsiteY9"/>
                  <a:gd fmla="*/ 453212 w 607991" name="connsiteX10"/>
                  <a:gd fmla="*/ 219760 h 607074" name="connsiteY10"/>
                  <a:gd fmla="*/ 460970 w 607991" name="connsiteX11"/>
                  <a:gd fmla="*/ 221447 h 607074" name="connsiteY11"/>
                  <a:gd fmla="*/ 472185 w 607991" name="connsiteX12"/>
                  <a:gd fmla="*/ 217459 h 607074" name="connsiteY12"/>
                  <a:gd fmla="*/ 487931 w 607991" name="connsiteX13"/>
                  <a:gd fmla="*/ 201737 h 607074" name="connsiteY13"/>
                  <a:gd fmla="*/ 507826 w 607991" name="connsiteX14"/>
                  <a:gd fmla="*/ 193530 h 607074" name="connsiteY14"/>
                  <a:gd fmla="*/ 527798 w 607991" name="connsiteX15"/>
                  <a:gd fmla="*/ 201737 h 607074" name="connsiteY15"/>
                  <a:gd fmla="*/ 553300 w 607991" name="connsiteX16"/>
                  <a:gd fmla="*/ 227200 h 607074" name="connsiteY16"/>
                  <a:gd fmla="*/ 553300 w 607991" name="connsiteX17"/>
                  <a:gd fmla="*/ 267005 h 607074" name="connsiteY17"/>
                  <a:gd fmla="*/ 537553 w 607991" name="connsiteX18"/>
                  <a:gd fmla="*/ 282727 h 607074" name="connsiteY18"/>
                  <a:gd fmla="*/ 535249 w 607991" name="connsiteX19"/>
                  <a:gd fmla="*/ 301671 h 607074" name="connsiteY19"/>
                  <a:gd fmla="*/ 542546 w 607991" name="connsiteX20"/>
                  <a:gd fmla="*/ 319158 h 607074" name="connsiteY20"/>
                  <a:gd fmla="*/ 557755 w 607991" name="connsiteX21"/>
                  <a:gd fmla="*/ 330969 h 607074" name="connsiteY21"/>
                  <a:gd fmla="*/ 579800 w 607991" name="connsiteX22"/>
                  <a:gd fmla="*/ 330969 h 607074" name="connsiteY22"/>
                  <a:gd fmla="*/ 607991 w 607991" name="connsiteX23"/>
                  <a:gd fmla="*/ 359116 h 607074" name="connsiteY23"/>
                  <a:gd fmla="*/ 607991 w 607991" name="connsiteX24"/>
                  <a:gd fmla="*/ 395087 h 607074" name="connsiteY24"/>
                  <a:gd fmla="*/ 579800 w 607991" name="connsiteX25"/>
                  <a:gd fmla="*/ 423234 h 607074" name="connsiteY25"/>
                  <a:gd fmla="*/ 557755 w 607991" name="connsiteX26"/>
                  <a:gd fmla="*/ 423234 h 607074" name="connsiteY26"/>
                  <a:gd fmla="*/ 542546 w 607991" name="connsiteX27"/>
                  <a:gd fmla="*/ 435045 h 607074" name="connsiteY27"/>
                  <a:gd fmla="*/ 535249 w 607991" name="connsiteX28"/>
                  <a:gd fmla="*/ 452532 h 607074" name="connsiteY28"/>
                  <a:gd fmla="*/ 537630 w 607991" name="connsiteX29"/>
                  <a:gd fmla="*/ 471476 h 607074" name="connsiteY29"/>
                  <a:gd fmla="*/ 553300 w 607991" name="connsiteX30"/>
                  <a:gd fmla="*/ 487199 h 607074" name="connsiteY30"/>
                  <a:gd fmla="*/ 553300 w 607991" name="connsiteX31"/>
                  <a:gd fmla="*/ 527004 h 607074" name="connsiteY31"/>
                  <a:gd fmla="*/ 527798 w 607991" name="connsiteX32"/>
                  <a:gd fmla="*/ 552467 h 607074" name="connsiteY32"/>
                  <a:gd fmla="*/ 507826 w 607991" name="connsiteX33"/>
                  <a:gd fmla="*/ 560750 h 607074" name="connsiteY33"/>
                  <a:gd fmla="*/ 487931 w 607991" name="connsiteX34"/>
                  <a:gd fmla="*/ 552467 h 607074" name="connsiteY34"/>
                  <a:gd fmla="*/ 472261 w 607991" name="connsiteX35"/>
                  <a:gd fmla="*/ 536821 h 607074" name="connsiteY35"/>
                  <a:gd fmla="*/ 460970 w 607991" name="connsiteX36"/>
                  <a:gd fmla="*/ 532756 h 607074" name="connsiteY36"/>
                  <a:gd fmla="*/ 453212 w 607991" name="connsiteX37"/>
                  <a:gd fmla="*/ 534443 h 607074" name="connsiteY37"/>
                  <a:gd fmla="*/ 435698 w 607991" name="connsiteX38"/>
                  <a:gd fmla="*/ 541729 h 607074" name="connsiteY38"/>
                  <a:gd fmla="*/ 423869 w 607991" name="connsiteX39"/>
                  <a:gd fmla="*/ 556915 h 607074" name="connsiteY39"/>
                  <a:gd fmla="*/ 423869 w 607991" name="connsiteX40"/>
                  <a:gd fmla="*/ 578927 h 607074" name="connsiteY40"/>
                  <a:gd fmla="*/ 395678 w 607991" name="connsiteX41"/>
                  <a:gd fmla="*/ 607074 h 607074" name="connsiteY41"/>
                  <a:gd fmla="*/ 359653 w 607991" name="connsiteX42"/>
                  <a:gd fmla="*/ 607074 h 607074" name="connsiteY42"/>
                  <a:gd fmla="*/ 331462 w 607991" name="connsiteX43"/>
                  <a:gd fmla="*/ 578927 h 607074" name="connsiteY43"/>
                  <a:gd fmla="*/ 331462 w 607991" name="connsiteX44"/>
                  <a:gd fmla="*/ 556915 h 607074" name="connsiteY44"/>
                  <a:gd fmla="*/ 319633 w 607991" name="connsiteX45"/>
                  <a:gd fmla="*/ 541729 h 607074" name="connsiteY45"/>
                  <a:gd fmla="*/ 302119 w 607991" name="connsiteX46"/>
                  <a:gd fmla="*/ 534443 h 607074" name="connsiteY46"/>
                  <a:gd fmla="*/ 294361 w 607991" name="connsiteX47"/>
                  <a:gd fmla="*/ 532756 h 607074" name="connsiteY47"/>
                  <a:gd fmla="*/ 283146 w 607991" name="connsiteX48"/>
                  <a:gd fmla="*/ 536821 h 607074" name="connsiteY48"/>
                  <a:gd fmla="*/ 267400 w 607991" name="connsiteX49"/>
                  <a:gd fmla="*/ 552467 h 607074" name="connsiteY49"/>
                  <a:gd fmla="*/ 247505 w 607991" name="connsiteX50"/>
                  <a:gd fmla="*/ 560750 h 607074" name="connsiteY50"/>
                  <a:gd fmla="*/ 227533 w 607991" name="connsiteX51"/>
                  <a:gd fmla="*/ 552467 h 607074" name="connsiteY51"/>
                  <a:gd fmla="*/ 202031 w 607991" name="connsiteX52"/>
                  <a:gd fmla="*/ 527004 h 607074" name="connsiteY52"/>
                  <a:gd fmla="*/ 202031 w 607991" name="connsiteX53"/>
                  <a:gd fmla="*/ 487199 h 607074" name="connsiteY53"/>
                  <a:gd fmla="*/ 217701 w 607991" name="connsiteX54"/>
                  <a:gd fmla="*/ 471476 h 607074" name="connsiteY54"/>
                  <a:gd fmla="*/ 220082 w 607991" name="connsiteX55"/>
                  <a:gd fmla="*/ 452532 h 607074" name="connsiteY55"/>
                  <a:gd fmla="*/ 212785 w 607991" name="connsiteX56"/>
                  <a:gd fmla="*/ 435045 h 607074" name="connsiteY56"/>
                  <a:gd fmla="*/ 197576 w 607991" name="connsiteX57"/>
                  <a:gd fmla="*/ 423234 h 607074" name="connsiteY57"/>
                  <a:gd fmla="*/ 175531 w 607991" name="connsiteX58"/>
                  <a:gd fmla="*/ 423234 h 607074" name="connsiteY58"/>
                  <a:gd fmla="*/ 147340 w 607991" name="connsiteX59"/>
                  <a:gd fmla="*/ 395087 h 607074" name="connsiteY59"/>
                  <a:gd fmla="*/ 147340 w 607991" name="connsiteX60"/>
                  <a:gd fmla="*/ 359116 h 607074" name="connsiteY60"/>
                  <a:gd fmla="*/ 175531 w 607991" name="connsiteX61"/>
                  <a:gd fmla="*/ 330969 h 607074" name="connsiteY61"/>
                  <a:gd fmla="*/ 197576 w 607991" name="connsiteX62"/>
                  <a:gd fmla="*/ 330969 h 607074" name="connsiteY62"/>
                  <a:gd fmla="*/ 212785 w 607991" name="connsiteX63"/>
                  <a:gd fmla="*/ 319158 h 607074" name="connsiteY63"/>
                  <a:gd fmla="*/ 220082 w 607991" name="connsiteX64"/>
                  <a:gd fmla="*/ 301671 h 607074" name="connsiteY64"/>
                  <a:gd fmla="*/ 217701 w 607991" name="connsiteX65"/>
                  <a:gd fmla="*/ 282727 h 607074" name="connsiteY65"/>
                  <a:gd fmla="*/ 202031 w 607991" name="connsiteX66"/>
                  <a:gd fmla="*/ 267005 h 607074" name="connsiteY66"/>
                  <a:gd fmla="*/ 193735 w 607991" name="connsiteX67"/>
                  <a:gd fmla="*/ 247141 h 607074" name="connsiteY67"/>
                  <a:gd fmla="*/ 202031 w 607991" name="connsiteX68"/>
                  <a:gd fmla="*/ 227200 h 607074" name="connsiteY68"/>
                  <a:gd fmla="*/ 227533 w 607991" name="connsiteX69"/>
                  <a:gd fmla="*/ 201737 h 607074" name="connsiteY69"/>
                  <a:gd fmla="*/ 247505 w 607991" name="connsiteX70"/>
                  <a:gd fmla="*/ 193530 h 607074" name="connsiteY70"/>
                  <a:gd fmla="*/ 267400 w 607991" name="connsiteX71"/>
                  <a:gd fmla="*/ 201737 h 607074" name="connsiteY71"/>
                  <a:gd fmla="*/ 283070 w 607991" name="connsiteX72"/>
                  <a:gd fmla="*/ 217383 h 607074" name="connsiteY72"/>
                  <a:gd fmla="*/ 294361 w 607991" name="connsiteX73"/>
                  <a:gd fmla="*/ 221447 h 607074" name="connsiteY73"/>
                  <a:gd fmla="*/ 302119 w 607991" name="connsiteX74"/>
                  <a:gd fmla="*/ 219760 h 607074" name="connsiteY74"/>
                  <a:gd fmla="*/ 319633 w 607991" name="connsiteX75"/>
                  <a:gd fmla="*/ 212474 h 607074" name="connsiteY75"/>
                  <a:gd fmla="*/ 331462 w 607991" name="connsiteX76"/>
                  <a:gd fmla="*/ 197288 h 607074" name="connsiteY76"/>
                  <a:gd fmla="*/ 331462 w 607991" name="connsiteX77"/>
                  <a:gd fmla="*/ 175277 h 607074" name="connsiteY77"/>
                  <a:gd fmla="*/ 359653 w 607991" name="connsiteX78"/>
                  <a:gd fmla="*/ 147129 h 607074" name="connsiteY78"/>
                  <a:gd fmla="*/ 119929 w 607991" name="connsiteX79"/>
                  <a:gd fmla="*/ 83135 h 607074" name="connsiteY79"/>
                  <a:gd fmla="*/ 83282 w 607991" name="connsiteX80"/>
                  <a:gd fmla="*/ 119717 h 607074" name="connsiteY80"/>
                  <a:gd fmla="*/ 119929 w 607991" name="connsiteX81"/>
                  <a:gd fmla="*/ 156223 h 607074" name="connsiteY81"/>
                  <a:gd fmla="*/ 156499 w 607991" name="connsiteX82"/>
                  <a:gd fmla="*/ 119717 h 607074" name="connsiteY82"/>
                  <a:gd fmla="*/ 119929 w 607991" name="connsiteX83"/>
                  <a:gd fmla="*/ 83135 h 607074" name="connsiteY83"/>
                  <a:gd fmla="*/ 110863 w 607991" name="connsiteX84"/>
                  <a:gd fmla="*/ 0 h 607074" name="connsiteY84"/>
                  <a:gd fmla="*/ 128918 w 607991" name="connsiteX85"/>
                  <a:gd fmla="*/ 0 h 607074" name="connsiteY85"/>
                  <a:gd fmla="*/ 147741 w 607991" name="connsiteX86"/>
                  <a:gd fmla="*/ 18790 h 607074" name="connsiteY86"/>
                  <a:gd fmla="*/ 147741 w 607991" name="connsiteX87"/>
                  <a:gd fmla="*/ 29834 h 607074" name="connsiteY87"/>
                  <a:gd fmla="*/ 150507 w 607991" name="connsiteX88"/>
                  <a:gd fmla="*/ 32978 h 607074" name="connsiteY88"/>
                  <a:gd fmla="*/ 159726 w 607991" name="connsiteX89"/>
                  <a:gd fmla="*/ 36813 h 607074" name="connsiteY89"/>
                  <a:gd fmla="*/ 161570 w 607991" name="connsiteX90"/>
                  <a:gd fmla="*/ 37196 h 607074" name="connsiteY90"/>
                  <a:gd fmla="*/ 163875 w 607991" name="connsiteX91"/>
                  <a:gd fmla="*/ 36583 h 607074" name="connsiteY91"/>
                  <a:gd fmla="*/ 171711 w 607991" name="connsiteX92"/>
                  <a:gd fmla="*/ 28683 h 607074" name="connsiteY92"/>
                  <a:gd fmla="*/ 185002 w 607991" name="connsiteX93"/>
                  <a:gd fmla="*/ 23238 h 607074" name="connsiteY93"/>
                  <a:gd fmla="*/ 198294 w 607991" name="connsiteX94"/>
                  <a:gd fmla="*/ 28683 h 607074" name="connsiteY94"/>
                  <a:gd fmla="*/ 211047 w 607991" name="connsiteX95"/>
                  <a:gd fmla="*/ 41414 h 607074" name="connsiteY95"/>
                  <a:gd fmla="*/ 211047 w 607991" name="connsiteX96"/>
                  <a:gd fmla="*/ 67950 h 607074" name="connsiteY96"/>
                  <a:gd fmla="*/ 203211 w 607991" name="connsiteX97"/>
                  <a:gd fmla="*/ 75849 h 607074" name="connsiteY97"/>
                  <a:gd fmla="*/ 202903 w 607991" name="connsiteX98"/>
                  <a:gd fmla="*/ 79914 h 607074" name="connsiteY98"/>
                  <a:gd fmla="*/ 206822 w 607991" name="connsiteX99"/>
                  <a:gd fmla="*/ 89117 h 607074" name="connsiteY99"/>
                  <a:gd fmla="*/ 209972 w 607991" name="connsiteX100"/>
                  <a:gd fmla="*/ 91878 h 607074" name="connsiteY100"/>
                  <a:gd fmla="*/ 220958 w 607991" name="connsiteX101"/>
                  <a:gd fmla="*/ 91878 h 607074" name="connsiteY101"/>
                  <a:gd fmla="*/ 239781 w 607991" name="connsiteX102"/>
                  <a:gd fmla="*/ 110668 h 607074" name="connsiteY102"/>
                  <a:gd fmla="*/ 239781 w 607991" name="connsiteX103"/>
                  <a:gd fmla="*/ 128691 h 607074" name="connsiteY103"/>
                  <a:gd fmla="*/ 220958 w 607991" name="connsiteX104"/>
                  <a:gd fmla="*/ 147480 h 607074" name="connsiteY104"/>
                  <a:gd fmla="*/ 209972 w 607991" name="connsiteX105"/>
                  <a:gd fmla="*/ 147480 h 607074" name="connsiteY105"/>
                  <a:gd fmla="*/ 206822 w 607991" name="connsiteX106"/>
                  <a:gd fmla="*/ 150241 h 607074" name="connsiteY106"/>
                  <a:gd fmla="*/ 202903 w 607991" name="connsiteX107"/>
                  <a:gd fmla="*/ 159444 h 607074" name="connsiteY107"/>
                  <a:gd fmla="*/ 203211 w 607991" name="connsiteX108"/>
                  <a:gd fmla="*/ 163586 h 607074" name="connsiteY108"/>
                  <a:gd fmla="*/ 211047 w 607991" name="connsiteX109"/>
                  <a:gd fmla="*/ 171408 h 607074" name="connsiteY109"/>
                  <a:gd fmla="*/ 211047 w 607991" name="connsiteX110"/>
                  <a:gd fmla="*/ 197944 h 607074" name="connsiteY110"/>
                  <a:gd fmla="*/ 198294 w 607991" name="connsiteX111"/>
                  <a:gd fmla="*/ 210675 h 607074" name="connsiteY111"/>
                  <a:gd fmla="*/ 185002 w 607991" name="connsiteX112"/>
                  <a:gd fmla="*/ 216197 h 607074" name="connsiteY112"/>
                  <a:gd fmla="*/ 171711 w 607991" name="connsiteX113"/>
                  <a:gd fmla="*/ 210675 h 607074" name="connsiteY113"/>
                  <a:gd fmla="*/ 163875 w 607991" name="connsiteX114"/>
                  <a:gd fmla="*/ 202852 h 607074" name="connsiteY114"/>
                  <a:gd fmla="*/ 161570 w 607991" name="connsiteX115"/>
                  <a:gd fmla="*/ 202239 h 607074" name="connsiteY115"/>
                  <a:gd fmla="*/ 159726 w 607991" name="connsiteX116"/>
                  <a:gd fmla="*/ 202546 h 607074" name="connsiteY116"/>
                  <a:gd fmla="*/ 150507 w 607991" name="connsiteX117"/>
                  <a:gd fmla="*/ 206457 h 607074" name="connsiteY117"/>
                  <a:gd fmla="*/ 147741 w 607991" name="connsiteX118"/>
                  <a:gd fmla="*/ 209601 h 607074" name="connsiteY118"/>
                  <a:gd fmla="*/ 147741 w 607991" name="connsiteX119"/>
                  <a:gd fmla="*/ 220568 h 607074" name="connsiteY119"/>
                  <a:gd fmla="*/ 128918 w 607991" name="connsiteX120"/>
                  <a:gd fmla="*/ 239358 h 607074" name="connsiteY120"/>
                  <a:gd fmla="*/ 110863 w 607991" name="connsiteX121"/>
                  <a:gd fmla="*/ 239358 h 607074" name="connsiteY121"/>
                  <a:gd fmla="*/ 92117 w 607991" name="connsiteX122"/>
                  <a:gd fmla="*/ 220568 h 607074" name="connsiteY122"/>
                  <a:gd fmla="*/ 92117 w 607991" name="connsiteX123"/>
                  <a:gd fmla="*/ 209601 h 607074" name="connsiteY123"/>
                  <a:gd fmla="*/ 89274 w 607991" name="connsiteX124"/>
                  <a:gd fmla="*/ 206457 h 607074" name="connsiteY124"/>
                  <a:gd fmla="*/ 80055 w 607991" name="connsiteX125"/>
                  <a:gd fmla="*/ 202546 h 607074" name="connsiteY125"/>
                  <a:gd fmla="*/ 78211 w 607991" name="connsiteX126"/>
                  <a:gd fmla="*/ 202239 h 607074" name="connsiteY126"/>
                  <a:gd fmla="*/ 75983 w 607991" name="connsiteX127"/>
                  <a:gd fmla="*/ 202852 h 607074" name="connsiteY127"/>
                  <a:gd fmla="*/ 68070 w 607991" name="connsiteX128"/>
                  <a:gd fmla="*/ 210675 h 607074" name="connsiteY128"/>
                  <a:gd fmla="*/ 54779 w 607991" name="connsiteX129"/>
                  <a:gd fmla="*/ 216197 h 607074" name="connsiteY129"/>
                  <a:gd fmla="*/ 41487 w 607991" name="connsiteX130"/>
                  <a:gd fmla="*/ 210675 h 607074" name="connsiteY130"/>
                  <a:gd fmla="*/ 28734 w 607991" name="connsiteX131"/>
                  <a:gd fmla="*/ 197944 h 607074" name="connsiteY131"/>
                  <a:gd fmla="*/ 23279 w 607991" name="connsiteX132"/>
                  <a:gd fmla="*/ 184676 h 607074" name="connsiteY132"/>
                  <a:gd fmla="*/ 28734 w 607991" name="connsiteX133"/>
                  <a:gd fmla="*/ 171408 h 607074" name="connsiteY133"/>
                  <a:gd fmla="*/ 36570 w 607991" name="connsiteX134"/>
                  <a:gd fmla="*/ 163586 h 607074" name="connsiteY134"/>
                  <a:gd fmla="*/ 36878 w 607991" name="connsiteX135"/>
                  <a:gd fmla="*/ 159444 h 607074" name="connsiteY135"/>
                  <a:gd fmla="*/ 33036 w 607991" name="connsiteX136"/>
                  <a:gd fmla="*/ 150241 h 607074" name="connsiteY136"/>
                  <a:gd fmla="*/ 29886 w 607991" name="connsiteX137"/>
                  <a:gd fmla="*/ 147480 h 607074" name="connsiteY137"/>
                  <a:gd fmla="*/ 18823 w 607991" name="connsiteX138"/>
                  <a:gd fmla="*/ 147480 h 607074" name="connsiteY138"/>
                  <a:gd fmla="*/ 0 w 607991" name="connsiteX139"/>
                  <a:gd fmla="*/ 128691 h 607074" name="connsiteY139"/>
                  <a:gd fmla="*/ 0 w 607991" name="connsiteX140"/>
                  <a:gd fmla="*/ 110668 h 607074" name="connsiteY140"/>
                  <a:gd fmla="*/ 18823 w 607991" name="connsiteX141"/>
                  <a:gd fmla="*/ 91955 h 607074" name="connsiteY141"/>
                  <a:gd fmla="*/ 29886 w 607991" name="connsiteX142"/>
                  <a:gd fmla="*/ 91955 h 607074" name="connsiteY142"/>
                  <a:gd fmla="*/ 33036 w 607991" name="connsiteX143"/>
                  <a:gd fmla="*/ 89194 h 607074" name="connsiteY143"/>
                  <a:gd fmla="*/ 36878 w 607991" name="connsiteX144"/>
                  <a:gd fmla="*/ 79914 h 607074" name="connsiteY144"/>
                  <a:gd fmla="*/ 36570 w 607991" name="connsiteX145"/>
                  <a:gd fmla="*/ 75849 h 607074" name="connsiteY145"/>
                  <a:gd fmla="*/ 28734 w 607991" name="connsiteX146"/>
                  <a:gd fmla="*/ 67950 h 607074" name="connsiteY146"/>
                  <a:gd fmla="*/ 28734 w 607991" name="connsiteX147"/>
                  <a:gd fmla="*/ 41414 h 607074" name="connsiteY147"/>
                  <a:gd fmla="*/ 41487 w 607991" name="connsiteX148"/>
                  <a:gd fmla="*/ 28683 h 607074" name="connsiteY148"/>
                  <a:gd fmla="*/ 54779 w 607991" name="connsiteX149"/>
                  <a:gd fmla="*/ 23238 h 607074" name="connsiteY149"/>
                  <a:gd fmla="*/ 68070 w 607991" name="connsiteX150"/>
                  <a:gd fmla="*/ 28683 h 607074" name="connsiteY150"/>
                  <a:gd fmla="*/ 75983 w 607991" name="connsiteX151"/>
                  <a:gd fmla="*/ 36583 h 607074" name="connsiteY151"/>
                  <a:gd fmla="*/ 78211 w 607991" name="connsiteX152"/>
                  <a:gd fmla="*/ 37196 h 607074" name="connsiteY152"/>
                  <a:gd fmla="*/ 80055 w 607991" name="connsiteX153"/>
                  <a:gd fmla="*/ 36813 h 607074" name="connsiteY153"/>
                  <a:gd fmla="*/ 89351 w 607991" name="connsiteX154"/>
                  <a:gd fmla="*/ 32978 h 607074" name="connsiteY154"/>
                  <a:gd fmla="*/ 92117 w 607991" name="connsiteX155"/>
                  <a:gd fmla="*/ 29834 h 607074" name="connsiteY155"/>
                  <a:gd fmla="*/ 92117 w 607991" name="connsiteX156"/>
                  <a:gd fmla="*/ 18790 h 607074" name="connsiteY156"/>
                  <a:gd fmla="*/ 110863 w 607991" name="connsiteX157"/>
                  <a:gd fmla="*/ 0 h 607074" name="connsiteY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</a:cxnLst>
                <a:rect b="b" l="l" r="r" t="t"/>
                <a:pathLst>
                  <a:path h="607074" w="607991">
                    <a:moveTo>
                      <a:pt x="377627" y="294539"/>
                    </a:moveTo>
                    <a:cubicBezTo>
                      <a:pt x="332077" y="294539"/>
                      <a:pt x="294976" y="331583"/>
                      <a:pt x="294976" y="377063"/>
                    </a:cubicBezTo>
                    <a:cubicBezTo>
                      <a:pt x="294976" y="422621"/>
                      <a:pt x="332077" y="459588"/>
                      <a:pt x="377627" y="459588"/>
                    </a:cubicBezTo>
                    <a:cubicBezTo>
                      <a:pt x="423254" y="459588"/>
                      <a:pt x="460355" y="422621"/>
                      <a:pt x="460355" y="377063"/>
                    </a:cubicBezTo>
                    <a:cubicBezTo>
                      <a:pt x="460355" y="331583"/>
                      <a:pt x="423254" y="294539"/>
                      <a:pt x="377627" y="294539"/>
                    </a:cubicBezTo>
                    <a:close/>
                    <a:moveTo>
                      <a:pt x="359653" y="147129"/>
                    </a:moveTo>
                    <a:lnTo>
                      <a:pt x="395678" y="147129"/>
                    </a:lnTo>
                    <a:cubicBezTo>
                      <a:pt x="411271" y="147129"/>
                      <a:pt x="423869" y="159707"/>
                      <a:pt x="423869" y="175277"/>
                    </a:cubicBezTo>
                    <a:lnTo>
                      <a:pt x="423869" y="197288"/>
                    </a:lnTo>
                    <a:cubicBezTo>
                      <a:pt x="423869" y="203270"/>
                      <a:pt x="429323" y="210173"/>
                      <a:pt x="435698" y="212474"/>
                    </a:cubicBezTo>
                    <a:cubicBezTo>
                      <a:pt x="441613" y="214545"/>
                      <a:pt x="447527" y="216999"/>
                      <a:pt x="453212" y="219760"/>
                    </a:cubicBezTo>
                    <a:cubicBezTo>
                      <a:pt x="455516" y="220834"/>
                      <a:pt x="458205" y="221447"/>
                      <a:pt x="460970" y="221447"/>
                    </a:cubicBezTo>
                    <a:cubicBezTo>
                      <a:pt x="465502" y="221447"/>
                      <a:pt x="469727" y="219913"/>
                      <a:pt x="472185" y="217459"/>
                    </a:cubicBezTo>
                    <a:lnTo>
                      <a:pt x="487931" y="201737"/>
                    </a:lnTo>
                    <a:cubicBezTo>
                      <a:pt x="493232" y="196445"/>
                      <a:pt x="500298" y="193530"/>
                      <a:pt x="507826" y="193530"/>
                    </a:cubicBezTo>
                    <a:cubicBezTo>
                      <a:pt x="515431" y="193530"/>
                      <a:pt x="522498" y="196445"/>
                      <a:pt x="527798" y="201737"/>
                    </a:cubicBezTo>
                    <a:lnTo>
                      <a:pt x="553300" y="227200"/>
                    </a:lnTo>
                    <a:cubicBezTo>
                      <a:pt x="564284" y="238167"/>
                      <a:pt x="564284" y="256037"/>
                      <a:pt x="553300" y="267005"/>
                    </a:cubicBezTo>
                    <a:lnTo>
                      <a:pt x="537553" y="282727"/>
                    </a:lnTo>
                    <a:cubicBezTo>
                      <a:pt x="533405" y="286946"/>
                      <a:pt x="532253" y="295612"/>
                      <a:pt x="535249" y="301671"/>
                    </a:cubicBezTo>
                    <a:cubicBezTo>
                      <a:pt x="538014" y="307347"/>
                      <a:pt x="540472" y="313252"/>
                      <a:pt x="542546" y="319158"/>
                    </a:cubicBezTo>
                    <a:cubicBezTo>
                      <a:pt x="544850" y="325524"/>
                      <a:pt x="551764" y="330969"/>
                      <a:pt x="557755" y="330969"/>
                    </a:cubicBezTo>
                    <a:lnTo>
                      <a:pt x="579800" y="330969"/>
                    </a:lnTo>
                    <a:cubicBezTo>
                      <a:pt x="595317" y="330969"/>
                      <a:pt x="607991" y="343547"/>
                      <a:pt x="607991" y="359116"/>
                    </a:cubicBezTo>
                    <a:lnTo>
                      <a:pt x="607991" y="395087"/>
                    </a:lnTo>
                    <a:cubicBezTo>
                      <a:pt x="607991" y="410656"/>
                      <a:pt x="595394" y="423234"/>
                      <a:pt x="579800" y="423234"/>
                    </a:cubicBezTo>
                    <a:lnTo>
                      <a:pt x="557755" y="423234"/>
                    </a:lnTo>
                    <a:cubicBezTo>
                      <a:pt x="551764" y="423234"/>
                      <a:pt x="544850" y="428680"/>
                      <a:pt x="542546" y="435045"/>
                    </a:cubicBezTo>
                    <a:cubicBezTo>
                      <a:pt x="540472" y="440951"/>
                      <a:pt x="538014" y="446857"/>
                      <a:pt x="535249" y="452532"/>
                    </a:cubicBezTo>
                    <a:cubicBezTo>
                      <a:pt x="532330" y="458591"/>
                      <a:pt x="533405" y="467258"/>
                      <a:pt x="537630" y="471476"/>
                    </a:cubicBezTo>
                    <a:lnTo>
                      <a:pt x="553300" y="487199"/>
                    </a:lnTo>
                    <a:cubicBezTo>
                      <a:pt x="564284" y="498166"/>
                      <a:pt x="564284" y="516036"/>
                      <a:pt x="553300" y="527004"/>
                    </a:cubicBezTo>
                    <a:lnTo>
                      <a:pt x="527798" y="552467"/>
                    </a:lnTo>
                    <a:cubicBezTo>
                      <a:pt x="522498" y="557759"/>
                      <a:pt x="515431" y="560750"/>
                      <a:pt x="507826" y="560750"/>
                    </a:cubicBezTo>
                    <a:cubicBezTo>
                      <a:pt x="500298" y="560750"/>
                      <a:pt x="493232" y="557759"/>
                      <a:pt x="487931" y="552467"/>
                    </a:cubicBezTo>
                    <a:lnTo>
                      <a:pt x="472261" y="536821"/>
                    </a:lnTo>
                    <a:cubicBezTo>
                      <a:pt x="469727" y="534290"/>
                      <a:pt x="465502" y="532756"/>
                      <a:pt x="460970" y="532756"/>
                    </a:cubicBezTo>
                    <a:cubicBezTo>
                      <a:pt x="458205" y="532756"/>
                      <a:pt x="455439" y="533369"/>
                      <a:pt x="453212" y="534443"/>
                    </a:cubicBezTo>
                    <a:cubicBezTo>
                      <a:pt x="447527" y="537204"/>
                      <a:pt x="441613" y="539658"/>
                      <a:pt x="435698" y="541729"/>
                    </a:cubicBezTo>
                    <a:cubicBezTo>
                      <a:pt x="429323" y="544030"/>
                      <a:pt x="423869" y="550933"/>
                      <a:pt x="423869" y="556915"/>
                    </a:cubicBezTo>
                    <a:lnTo>
                      <a:pt x="423869" y="578927"/>
                    </a:lnTo>
                    <a:cubicBezTo>
                      <a:pt x="423869" y="594496"/>
                      <a:pt x="411271" y="607074"/>
                      <a:pt x="395678" y="607074"/>
                    </a:cubicBezTo>
                    <a:lnTo>
                      <a:pt x="359653" y="607074"/>
                    </a:lnTo>
                    <a:cubicBezTo>
                      <a:pt x="344060" y="607074"/>
                      <a:pt x="331462" y="594496"/>
                      <a:pt x="331462" y="578927"/>
                    </a:cubicBezTo>
                    <a:lnTo>
                      <a:pt x="331462" y="556915"/>
                    </a:lnTo>
                    <a:cubicBezTo>
                      <a:pt x="331462" y="550933"/>
                      <a:pt x="326008" y="544030"/>
                      <a:pt x="319633" y="541729"/>
                    </a:cubicBezTo>
                    <a:cubicBezTo>
                      <a:pt x="313718" y="539658"/>
                      <a:pt x="307804" y="537204"/>
                      <a:pt x="302119" y="534443"/>
                    </a:cubicBezTo>
                    <a:cubicBezTo>
                      <a:pt x="299892" y="533369"/>
                      <a:pt x="297203" y="532756"/>
                      <a:pt x="294361" y="532756"/>
                    </a:cubicBezTo>
                    <a:cubicBezTo>
                      <a:pt x="289829" y="532756"/>
                      <a:pt x="285681" y="534290"/>
                      <a:pt x="283146" y="536821"/>
                    </a:cubicBezTo>
                    <a:lnTo>
                      <a:pt x="267400" y="552467"/>
                    </a:lnTo>
                    <a:cubicBezTo>
                      <a:pt x="262099" y="557759"/>
                      <a:pt x="255033" y="560750"/>
                      <a:pt x="247505" y="560750"/>
                    </a:cubicBezTo>
                    <a:cubicBezTo>
                      <a:pt x="239977" y="560750"/>
                      <a:pt x="232834" y="557759"/>
                      <a:pt x="227533" y="552467"/>
                    </a:cubicBezTo>
                    <a:lnTo>
                      <a:pt x="202031" y="527004"/>
                    </a:lnTo>
                    <a:cubicBezTo>
                      <a:pt x="191047" y="516036"/>
                      <a:pt x="191047" y="498166"/>
                      <a:pt x="202031" y="487199"/>
                    </a:cubicBezTo>
                    <a:lnTo>
                      <a:pt x="217701" y="471476"/>
                    </a:lnTo>
                    <a:cubicBezTo>
                      <a:pt x="221926" y="467258"/>
                      <a:pt x="223001" y="458591"/>
                      <a:pt x="220082" y="452532"/>
                    </a:cubicBezTo>
                    <a:cubicBezTo>
                      <a:pt x="217317" y="446780"/>
                      <a:pt x="214859" y="440951"/>
                      <a:pt x="212785" y="435045"/>
                    </a:cubicBezTo>
                    <a:cubicBezTo>
                      <a:pt x="210481" y="428603"/>
                      <a:pt x="203568" y="423234"/>
                      <a:pt x="197576" y="423234"/>
                    </a:cubicBezTo>
                    <a:lnTo>
                      <a:pt x="175531" y="423234"/>
                    </a:lnTo>
                    <a:cubicBezTo>
                      <a:pt x="159937" y="423234"/>
                      <a:pt x="147340" y="410579"/>
                      <a:pt x="147340" y="395087"/>
                    </a:cubicBezTo>
                    <a:lnTo>
                      <a:pt x="147340" y="359116"/>
                    </a:lnTo>
                    <a:cubicBezTo>
                      <a:pt x="147340" y="343547"/>
                      <a:pt x="159937" y="330969"/>
                      <a:pt x="175531" y="330969"/>
                    </a:cubicBezTo>
                    <a:lnTo>
                      <a:pt x="197576" y="330969"/>
                    </a:lnTo>
                    <a:cubicBezTo>
                      <a:pt x="203568" y="330969"/>
                      <a:pt x="210481" y="325524"/>
                      <a:pt x="212785" y="319158"/>
                    </a:cubicBezTo>
                    <a:cubicBezTo>
                      <a:pt x="214859" y="313252"/>
                      <a:pt x="217317" y="307347"/>
                      <a:pt x="220082" y="301671"/>
                    </a:cubicBezTo>
                    <a:cubicBezTo>
                      <a:pt x="223001" y="295612"/>
                      <a:pt x="221926" y="286946"/>
                      <a:pt x="217701" y="282727"/>
                    </a:cubicBezTo>
                    <a:lnTo>
                      <a:pt x="202031" y="267005"/>
                    </a:lnTo>
                    <a:cubicBezTo>
                      <a:pt x="196731" y="261713"/>
                      <a:pt x="193735" y="254657"/>
                      <a:pt x="193735" y="247141"/>
                    </a:cubicBezTo>
                    <a:cubicBezTo>
                      <a:pt x="193735" y="239624"/>
                      <a:pt x="196731" y="232492"/>
                      <a:pt x="202031" y="227200"/>
                    </a:cubicBezTo>
                    <a:lnTo>
                      <a:pt x="227533" y="201737"/>
                    </a:lnTo>
                    <a:cubicBezTo>
                      <a:pt x="232834" y="196445"/>
                      <a:pt x="239977" y="193530"/>
                      <a:pt x="247505" y="193530"/>
                    </a:cubicBezTo>
                    <a:cubicBezTo>
                      <a:pt x="255033" y="193530"/>
                      <a:pt x="262099" y="196445"/>
                      <a:pt x="267400" y="201737"/>
                    </a:cubicBezTo>
                    <a:lnTo>
                      <a:pt x="283070" y="217383"/>
                    </a:lnTo>
                    <a:cubicBezTo>
                      <a:pt x="285604" y="219913"/>
                      <a:pt x="289829" y="221447"/>
                      <a:pt x="294361" y="221447"/>
                    </a:cubicBezTo>
                    <a:cubicBezTo>
                      <a:pt x="297126" y="221447"/>
                      <a:pt x="299892" y="220834"/>
                      <a:pt x="302119" y="219760"/>
                    </a:cubicBezTo>
                    <a:cubicBezTo>
                      <a:pt x="307804" y="216999"/>
                      <a:pt x="313718" y="214545"/>
                      <a:pt x="319633" y="212474"/>
                    </a:cubicBezTo>
                    <a:cubicBezTo>
                      <a:pt x="326008" y="210173"/>
                      <a:pt x="331462" y="203270"/>
                      <a:pt x="331462" y="197288"/>
                    </a:cubicBezTo>
                    <a:lnTo>
                      <a:pt x="331462" y="175277"/>
                    </a:lnTo>
                    <a:cubicBezTo>
                      <a:pt x="331462" y="159707"/>
                      <a:pt x="344060" y="147129"/>
                      <a:pt x="359653" y="147129"/>
                    </a:cubicBezTo>
                    <a:close/>
                    <a:moveTo>
                      <a:pt x="119929" y="83135"/>
                    </a:moveTo>
                    <a:cubicBezTo>
                      <a:pt x="99723" y="83135"/>
                      <a:pt x="83282" y="99547"/>
                      <a:pt x="83282" y="119717"/>
                    </a:cubicBezTo>
                    <a:cubicBezTo>
                      <a:pt x="83282" y="139888"/>
                      <a:pt x="99723" y="156223"/>
                      <a:pt x="119929" y="156223"/>
                    </a:cubicBezTo>
                    <a:cubicBezTo>
                      <a:pt x="140135" y="156223"/>
                      <a:pt x="156499" y="139888"/>
                      <a:pt x="156499" y="119717"/>
                    </a:cubicBezTo>
                    <a:cubicBezTo>
                      <a:pt x="156499" y="99547"/>
                      <a:pt x="140135" y="83135"/>
                      <a:pt x="119929" y="83135"/>
                    </a:cubicBezTo>
                    <a:close/>
                    <a:moveTo>
                      <a:pt x="110863" y="0"/>
                    </a:moveTo>
                    <a:lnTo>
                      <a:pt x="128918" y="0"/>
                    </a:lnTo>
                    <a:cubicBezTo>
                      <a:pt x="139290" y="0"/>
                      <a:pt x="147741" y="8436"/>
                      <a:pt x="147741" y="18790"/>
                    </a:cubicBezTo>
                    <a:lnTo>
                      <a:pt x="147741" y="29834"/>
                    </a:lnTo>
                    <a:cubicBezTo>
                      <a:pt x="147741" y="30677"/>
                      <a:pt x="148970" y="32441"/>
                      <a:pt x="150507" y="32978"/>
                    </a:cubicBezTo>
                    <a:cubicBezTo>
                      <a:pt x="153580" y="34052"/>
                      <a:pt x="156730" y="35355"/>
                      <a:pt x="159726" y="36813"/>
                    </a:cubicBezTo>
                    <a:cubicBezTo>
                      <a:pt x="160187" y="37043"/>
                      <a:pt x="160878" y="37196"/>
                      <a:pt x="161570" y="37196"/>
                    </a:cubicBezTo>
                    <a:cubicBezTo>
                      <a:pt x="162799" y="37196"/>
                      <a:pt x="163644" y="36813"/>
                      <a:pt x="163875" y="36583"/>
                    </a:cubicBezTo>
                    <a:lnTo>
                      <a:pt x="171711" y="28683"/>
                    </a:lnTo>
                    <a:cubicBezTo>
                      <a:pt x="175245" y="25155"/>
                      <a:pt x="180009" y="23238"/>
                      <a:pt x="185002" y="23238"/>
                    </a:cubicBezTo>
                    <a:cubicBezTo>
                      <a:pt x="189996" y="23238"/>
                      <a:pt x="194760" y="25155"/>
                      <a:pt x="198294" y="28683"/>
                    </a:cubicBezTo>
                    <a:lnTo>
                      <a:pt x="211047" y="41414"/>
                    </a:lnTo>
                    <a:cubicBezTo>
                      <a:pt x="218346" y="48777"/>
                      <a:pt x="218346" y="60664"/>
                      <a:pt x="211047" y="67950"/>
                    </a:cubicBezTo>
                    <a:lnTo>
                      <a:pt x="203211" y="75849"/>
                    </a:lnTo>
                    <a:cubicBezTo>
                      <a:pt x="202596" y="76386"/>
                      <a:pt x="202212" y="78533"/>
                      <a:pt x="202903" y="79914"/>
                    </a:cubicBezTo>
                    <a:cubicBezTo>
                      <a:pt x="204363" y="82905"/>
                      <a:pt x="205669" y="86049"/>
                      <a:pt x="206822" y="89117"/>
                    </a:cubicBezTo>
                    <a:cubicBezTo>
                      <a:pt x="207359" y="90651"/>
                      <a:pt x="209127" y="91878"/>
                      <a:pt x="209972" y="91878"/>
                    </a:cubicBezTo>
                    <a:lnTo>
                      <a:pt x="220958" y="91878"/>
                    </a:lnTo>
                    <a:cubicBezTo>
                      <a:pt x="231330" y="91878"/>
                      <a:pt x="239781" y="100314"/>
                      <a:pt x="239781" y="110668"/>
                    </a:cubicBezTo>
                    <a:lnTo>
                      <a:pt x="239781" y="128691"/>
                    </a:lnTo>
                    <a:cubicBezTo>
                      <a:pt x="239781" y="139044"/>
                      <a:pt x="231330" y="147480"/>
                      <a:pt x="220958" y="147480"/>
                    </a:cubicBezTo>
                    <a:lnTo>
                      <a:pt x="209972" y="147480"/>
                    </a:lnTo>
                    <a:cubicBezTo>
                      <a:pt x="209127" y="147480"/>
                      <a:pt x="207359" y="148707"/>
                      <a:pt x="206822" y="150241"/>
                    </a:cubicBezTo>
                    <a:cubicBezTo>
                      <a:pt x="205669" y="153309"/>
                      <a:pt x="204363" y="156453"/>
                      <a:pt x="202903" y="159444"/>
                    </a:cubicBezTo>
                    <a:cubicBezTo>
                      <a:pt x="202212" y="160825"/>
                      <a:pt x="202596" y="162972"/>
                      <a:pt x="203211" y="163586"/>
                    </a:cubicBezTo>
                    <a:lnTo>
                      <a:pt x="211047" y="171408"/>
                    </a:lnTo>
                    <a:cubicBezTo>
                      <a:pt x="218346" y="178694"/>
                      <a:pt x="218346" y="190658"/>
                      <a:pt x="211047" y="197944"/>
                    </a:cubicBezTo>
                    <a:lnTo>
                      <a:pt x="198294" y="210675"/>
                    </a:lnTo>
                    <a:cubicBezTo>
                      <a:pt x="194760" y="214203"/>
                      <a:pt x="189996" y="216197"/>
                      <a:pt x="185002" y="216197"/>
                    </a:cubicBezTo>
                    <a:cubicBezTo>
                      <a:pt x="180009" y="216197"/>
                      <a:pt x="175245" y="214203"/>
                      <a:pt x="171711" y="210675"/>
                    </a:cubicBezTo>
                    <a:lnTo>
                      <a:pt x="163875" y="202852"/>
                    </a:lnTo>
                    <a:cubicBezTo>
                      <a:pt x="163644" y="202622"/>
                      <a:pt x="162799" y="202239"/>
                      <a:pt x="161570" y="202239"/>
                    </a:cubicBezTo>
                    <a:cubicBezTo>
                      <a:pt x="160878" y="202239"/>
                      <a:pt x="160187" y="202316"/>
                      <a:pt x="159726" y="202546"/>
                    </a:cubicBezTo>
                    <a:cubicBezTo>
                      <a:pt x="156730" y="204003"/>
                      <a:pt x="153580" y="205307"/>
                      <a:pt x="150507" y="206457"/>
                    </a:cubicBezTo>
                    <a:cubicBezTo>
                      <a:pt x="148970" y="206994"/>
                      <a:pt x="147741" y="208758"/>
                      <a:pt x="147741" y="209601"/>
                    </a:cubicBezTo>
                    <a:lnTo>
                      <a:pt x="147741" y="220568"/>
                    </a:lnTo>
                    <a:cubicBezTo>
                      <a:pt x="147741" y="230922"/>
                      <a:pt x="139290" y="239358"/>
                      <a:pt x="128918" y="239358"/>
                    </a:cubicBezTo>
                    <a:lnTo>
                      <a:pt x="110863" y="239358"/>
                    </a:lnTo>
                    <a:cubicBezTo>
                      <a:pt x="100491" y="239358"/>
                      <a:pt x="92117" y="230922"/>
                      <a:pt x="92117" y="220568"/>
                    </a:cubicBezTo>
                    <a:lnTo>
                      <a:pt x="92117" y="209601"/>
                    </a:lnTo>
                    <a:cubicBezTo>
                      <a:pt x="92117" y="208758"/>
                      <a:pt x="90811" y="206917"/>
                      <a:pt x="89274" y="206457"/>
                    </a:cubicBezTo>
                    <a:cubicBezTo>
                      <a:pt x="86201" y="205307"/>
                      <a:pt x="83051" y="204003"/>
                      <a:pt x="80055" y="202546"/>
                    </a:cubicBezTo>
                    <a:cubicBezTo>
                      <a:pt x="79594" y="202316"/>
                      <a:pt x="78903" y="202239"/>
                      <a:pt x="78211" y="202239"/>
                    </a:cubicBezTo>
                    <a:cubicBezTo>
                      <a:pt x="77059" y="202239"/>
                      <a:pt x="76214" y="202622"/>
                      <a:pt x="75983" y="202852"/>
                    </a:cubicBezTo>
                    <a:lnTo>
                      <a:pt x="68070" y="210675"/>
                    </a:lnTo>
                    <a:cubicBezTo>
                      <a:pt x="64536" y="214203"/>
                      <a:pt x="59849" y="216197"/>
                      <a:pt x="54779" y="216197"/>
                    </a:cubicBezTo>
                    <a:cubicBezTo>
                      <a:pt x="49785" y="216197"/>
                      <a:pt x="45021" y="214203"/>
                      <a:pt x="41487" y="210675"/>
                    </a:cubicBezTo>
                    <a:lnTo>
                      <a:pt x="28734" y="197944"/>
                    </a:lnTo>
                    <a:cubicBezTo>
                      <a:pt x="25200" y="194416"/>
                      <a:pt x="23279" y="189661"/>
                      <a:pt x="23279" y="184676"/>
                    </a:cubicBezTo>
                    <a:cubicBezTo>
                      <a:pt x="23279" y="179691"/>
                      <a:pt x="25200" y="174936"/>
                      <a:pt x="28734" y="171408"/>
                    </a:cubicBezTo>
                    <a:lnTo>
                      <a:pt x="36570" y="163586"/>
                    </a:lnTo>
                    <a:cubicBezTo>
                      <a:pt x="37185" y="162972"/>
                      <a:pt x="37569" y="160825"/>
                      <a:pt x="36878" y="159444"/>
                    </a:cubicBezTo>
                    <a:cubicBezTo>
                      <a:pt x="35418" y="156453"/>
                      <a:pt x="34112" y="153386"/>
                      <a:pt x="33036" y="150241"/>
                    </a:cubicBezTo>
                    <a:cubicBezTo>
                      <a:pt x="32498" y="148707"/>
                      <a:pt x="30654" y="147480"/>
                      <a:pt x="29886" y="147480"/>
                    </a:cubicBezTo>
                    <a:lnTo>
                      <a:pt x="18823" y="147480"/>
                    </a:lnTo>
                    <a:cubicBezTo>
                      <a:pt x="8451" y="147480"/>
                      <a:pt x="0" y="139044"/>
                      <a:pt x="0" y="128691"/>
                    </a:cubicBezTo>
                    <a:lnTo>
                      <a:pt x="0" y="110668"/>
                    </a:lnTo>
                    <a:cubicBezTo>
                      <a:pt x="0" y="100314"/>
                      <a:pt x="8451" y="91955"/>
                      <a:pt x="18823" y="91955"/>
                    </a:cubicBezTo>
                    <a:lnTo>
                      <a:pt x="29886" y="91955"/>
                    </a:lnTo>
                    <a:cubicBezTo>
                      <a:pt x="30654" y="91955"/>
                      <a:pt x="32498" y="90651"/>
                      <a:pt x="33036" y="89194"/>
                    </a:cubicBezTo>
                    <a:cubicBezTo>
                      <a:pt x="34112" y="86049"/>
                      <a:pt x="35418" y="82905"/>
                      <a:pt x="36878" y="79914"/>
                    </a:cubicBezTo>
                    <a:cubicBezTo>
                      <a:pt x="37569" y="78533"/>
                      <a:pt x="37185" y="76386"/>
                      <a:pt x="36570" y="75849"/>
                    </a:cubicBezTo>
                    <a:lnTo>
                      <a:pt x="28734" y="67950"/>
                    </a:lnTo>
                    <a:cubicBezTo>
                      <a:pt x="21435" y="60664"/>
                      <a:pt x="21435" y="48777"/>
                      <a:pt x="28734" y="41414"/>
                    </a:cubicBezTo>
                    <a:lnTo>
                      <a:pt x="41487" y="28683"/>
                    </a:lnTo>
                    <a:cubicBezTo>
                      <a:pt x="45021" y="25155"/>
                      <a:pt x="49785" y="23238"/>
                      <a:pt x="54779" y="23238"/>
                    </a:cubicBezTo>
                    <a:cubicBezTo>
                      <a:pt x="59849" y="23238"/>
                      <a:pt x="64536" y="25155"/>
                      <a:pt x="68070" y="28683"/>
                    </a:cubicBezTo>
                    <a:lnTo>
                      <a:pt x="75983" y="36583"/>
                    </a:lnTo>
                    <a:cubicBezTo>
                      <a:pt x="76214" y="36813"/>
                      <a:pt x="77059" y="37196"/>
                      <a:pt x="78211" y="37196"/>
                    </a:cubicBezTo>
                    <a:cubicBezTo>
                      <a:pt x="78903" y="37196"/>
                      <a:pt x="79594" y="37043"/>
                      <a:pt x="80055" y="36813"/>
                    </a:cubicBezTo>
                    <a:cubicBezTo>
                      <a:pt x="83051" y="35355"/>
                      <a:pt x="86201" y="34052"/>
                      <a:pt x="89351" y="32978"/>
                    </a:cubicBezTo>
                    <a:cubicBezTo>
                      <a:pt x="90811" y="32441"/>
                      <a:pt x="92117" y="30677"/>
                      <a:pt x="92117" y="29834"/>
                    </a:cubicBezTo>
                    <a:lnTo>
                      <a:pt x="92117" y="18790"/>
                    </a:lnTo>
                    <a:cubicBezTo>
                      <a:pt x="92117" y="8436"/>
                      <a:pt x="100491" y="0"/>
                      <a:pt x="11086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/>
              </a:p>
            </p:txBody>
          </p:sp>
        </p:grpSp>
        <p:grpSp>
          <p:nvGrpSpPr>
            <p:cNvPr descr="7d45a7a4-1ad9-4b61-bd8e-98ae1e969eaf" id="42" name="组合 41">
              <a:extLst>
                <a:ext uri="{FF2B5EF4-FFF2-40B4-BE49-F238E27FC236}">
                  <a16:creationId id="{080A6A5C-6DBF-BE89-E542-4753D569F043}"/>
                </a:ext>
              </a:extLst>
            </p:cNvPr>
            <p:cNvGrpSpPr/>
            <p:nvPr/>
          </p:nvGrpSpPr>
          <p:grpSpPr>
            <a:xfrm>
              <a:off x="1880782" y="4677723"/>
              <a:ext cx="7783525" cy="1263650"/>
              <a:chOff x="1880782" y="4677723"/>
              <a:chExt cx="7783525" cy="1263650"/>
            </a:xfrm>
          </p:grpSpPr>
          <p:sp>
            <p:nvSpPr>
              <p:cNvPr descr="0eb80908-babe-4f52-9b1f-28c3ada8b6ba" id="20" name="Number3">
                <a:extLst>
                  <a:ext uri="{FF2B5EF4-FFF2-40B4-BE49-F238E27FC236}">
                    <a16:creationId id="{1610DAD8-7F70-432D-9E40-252EE7B85954}"/>
                  </a:ext>
                </a:extLst>
              </p:cNvPr>
              <p:cNvSpPr/>
              <p:nvPr/>
            </p:nvSpPr>
            <p:spPr bwMode="auto">
              <a:xfrm flipH="false" flipV="false">
                <a:off x="4884198" y="4677723"/>
                <a:ext cx="895350" cy="1263650"/>
              </a:xfrm>
              <a:custGeom>
                <a:avLst/>
                <a:gdLst>
                  <a:gd fmla="*/ 0 w 564" name="T0"/>
                  <a:gd fmla="*/ 396 h 796" name="T1"/>
                  <a:gd fmla="*/ 282 w 564" name="T2"/>
                  <a:gd fmla="*/ 796 h 796" name="T3"/>
                  <a:gd fmla="*/ 564 w 564" name="T4"/>
                  <a:gd fmla="*/ 402 h 796" name="T5"/>
                  <a:gd fmla="*/ 282 w 564" name="T6"/>
                  <a:gd fmla="*/ 0 h 796" name="T7"/>
                  <a:gd fmla="*/ 0 w 564" name="T8"/>
                  <a:gd fmla="*/ 396 h 796" name="T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b="b" l="0" r="r" t="0"/>
                <a:pathLst>
                  <a:path h="796" w="564">
                    <a:moveTo>
                      <a:pt x="0" y="396"/>
                    </a:moveTo>
                    <a:lnTo>
                      <a:pt x="282" y="796"/>
                    </a:lnTo>
                    <a:lnTo>
                      <a:pt x="564" y="402"/>
                    </a:lnTo>
                    <a:lnTo>
                      <a:pt x="282" y="0"/>
                    </a:lnTo>
                    <a:lnTo>
                      <a:pt x="0" y="396"/>
                    </a:lnTo>
                    <a:close/>
                  </a:path>
                </a:pathLst>
              </a:custGeom>
              <a:solidFill>
                <a:schemeClr val="tx2">
                  <a:alpha val="10000"/>
                </a:schemeClr>
              </a:solidFill>
              <a:ln>
                <a:noFill/>
              </a:ln>
            </p:spPr>
            <p:txBody>
              <a:bodyPr anchor="ctr" anchorCtr="false" bIns="45720" compatLnSpc="1" lIns="91440" numCol="1" rIns="91440" tIns="45720" vert="horz" wrap="square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b="true" i="false" lang="en-US" sz="3600" u="none">
                    <a:solidFill>
                      <a:srgbClr val="FFFFFF"/>
                    </a:solidFill>
                    <a:latin typeface="Arial"/>
                  </a:rPr>
                  <a:t>3</a:t>
                </a:r>
              </a:p>
            </p:txBody>
          </p:sp>
          <p:sp>
            <p:nvSpPr>
              <p:cNvPr descr="d4a5be06-9e49-4103-8cae-2cb659b7786f" id="35" name="Bullet3">
                <a:extLst>
                  <a:ext uri="{FF2B5EF4-FFF2-40B4-BE49-F238E27FC236}">
                    <a16:creationId id="{31FF9E10-2E50-4C35-8D6A-CD2C4399430A}"/>
                  </a:ext>
                </a:extLst>
              </p:cNvPr>
              <p:cNvSpPr txBox="1"/>
              <p:nvPr/>
            </p:nvSpPr>
            <p:spPr bwMode="auto">
              <a:xfrm flipH="false" flipV="false">
                <a:off x="5904819" y="4682339"/>
                <a:ext cx="3759488" cy="402809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b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跟踪改进效果</a:t>
                </a:r>
              </a:p>
            </p:txBody>
          </p:sp>
          <p:sp>
            <p:nvSpPr>
              <p:cNvPr descr="b58f78f8-a1b7-414b-8658-d714af998429" id="36" name="Text3">
                <a:extLst>
                  <a:ext uri="{FF2B5EF4-FFF2-40B4-BE49-F238E27FC236}">
                    <a16:creationId id="{6987B6D3-A240-4E55-9F01-F769AF3DBEB8}"/>
                  </a:ext>
                </a:extLst>
              </p:cNvPr>
              <p:cNvSpPr/>
              <p:nvPr/>
            </p:nvSpPr>
            <p:spPr bwMode="auto">
              <a:xfrm flipH="false" flipV="false">
                <a:off x="5904819" y="5085150"/>
                <a:ext cx="3759488" cy="8279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t" anchorCtr="fals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跟踪项目的发展状况和改进效果。</a:t>
                </a:r>
              </a:p>
            </p:txBody>
          </p:sp>
          <p:sp>
            <p:nvSpPr>
              <p:cNvPr descr="499f21a1-c520-47ef-b3f1-bfa26bc7bae8" id="32" name="Icon3">
                <a:extLst>
                  <a:ext uri="{FF2B5EF4-FFF2-40B4-BE49-F238E27FC236}">
                    <a16:creationId id="{113DB0BB-8E39-40D0-98AE-8B7FEBA87BFB}"/>
                  </a:ext>
                </a:extLst>
              </p:cNvPr>
              <p:cNvSpPr/>
              <p:nvPr/>
            </p:nvSpPr>
            <p:spPr bwMode="auto">
              <a:xfrm flipH="false" flipV="false">
                <a:off x="1880782" y="4995830"/>
                <a:ext cx="597710" cy="596806"/>
              </a:xfrm>
              <a:custGeom>
                <a:avLst/>
                <a:gdLst>
                  <a:gd fmla="*/ 373273 h 605239" name="connsiteX0"/>
                  <a:gd fmla="*/ 373273 h 605239" name="connsiteY0"/>
                  <a:gd fmla="*/ 373273 h 605239" name="connsiteX1"/>
                  <a:gd fmla="*/ 373273 h 605239" name="connsiteY1"/>
                  <a:gd fmla="*/ 373273 h 605239" name="connsiteX2"/>
                  <a:gd fmla="*/ 373273 h 605239" name="connsiteY2"/>
                  <a:gd fmla="*/ 373273 h 605239" name="connsiteX3"/>
                  <a:gd fmla="*/ 373273 h 605239" name="connsiteY3"/>
                  <a:gd fmla="*/ 373273 h 605239" name="connsiteX4"/>
                  <a:gd fmla="*/ 373273 h 605239" name="connsiteY4"/>
                  <a:gd fmla="*/ 373273 h 605239" name="connsiteX5"/>
                  <a:gd fmla="*/ 373273 h 605239" name="connsiteY5"/>
                  <a:gd fmla="*/ 373273 h 605239" name="connsiteX6"/>
                  <a:gd fmla="*/ 373273 h 605239" name="connsiteY6"/>
                  <a:gd fmla="*/ 373273 h 605239" name="connsiteX7"/>
                  <a:gd fmla="*/ 373273 h 605239" name="connsiteY7"/>
                  <a:gd fmla="*/ 373273 h 605239" name="connsiteX8"/>
                  <a:gd fmla="*/ 373273 h 605239" name="connsiteY8"/>
                  <a:gd fmla="*/ 373273 h 605239" name="connsiteX9"/>
                  <a:gd fmla="*/ 373273 h 605239" name="connsiteY9"/>
                  <a:gd fmla="*/ 373273 h 605239" name="connsiteX10"/>
                  <a:gd fmla="*/ 373273 h 605239" name="connsiteY10"/>
                  <a:gd fmla="*/ 373273 h 605239" name="connsiteX11"/>
                  <a:gd fmla="*/ 373273 h 605239" name="connsiteY11"/>
                  <a:gd fmla="*/ 373273 h 605239" name="connsiteX12"/>
                  <a:gd fmla="*/ 373273 h 605239" name="connsiteY12"/>
                  <a:gd fmla="*/ 373273 h 605239" name="connsiteX13"/>
                  <a:gd fmla="*/ 373273 h 605239" name="connsiteY13"/>
                  <a:gd fmla="*/ 373273 h 605239" name="connsiteX14"/>
                  <a:gd fmla="*/ 373273 h 605239" name="connsiteY14"/>
                  <a:gd fmla="*/ 373273 h 605239" name="connsiteX15"/>
                  <a:gd fmla="*/ 373273 h 605239" name="connsiteY15"/>
                  <a:gd fmla="*/ 373273 h 605239" name="connsiteX16"/>
                  <a:gd fmla="*/ 373273 h 605239" name="connsiteY16"/>
                  <a:gd fmla="*/ 373273 h 605239" name="connsiteX17"/>
                  <a:gd fmla="*/ 373273 h 605239" name="connsiteY17"/>
                  <a:gd fmla="*/ 373273 h 605239" name="connsiteX18"/>
                  <a:gd fmla="*/ 373273 h 605239" name="connsiteY18"/>
                  <a:gd fmla="*/ 373273 h 605239" name="connsiteX19"/>
                  <a:gd fmla="*/ 373273 h 605239" name="connsiteY19"/>
                  <a:gd fmla="*/ 373273 h 605239" name="connsiteX20"/>
                  <a:gd fmla="*/ 373273 h 605239" name="connsiteY20"/>
                  <a:gd fmla="*/ 373273 h 605239" name="connsiteX21"/>
                  <a:gd fmla="*/ 373273 h 605239" name="connsiteY21"/>
                  <a:gd fmla="*/ 373273 h 605239" name="connsiteX22"/>
                  <a:gd fmla="*/ 373273 h 605239" name="connsiteY22"/>
                  <a:gd fmla="*/ 373273 h 605239" name="connsiteX23"/>
                  <a:gd fmla="*/ 373273 h 605239" name="connsiteY23"/>
                  <a:gd fmla="*/ 373273 h 605239" name="connsiteX24"/>
                  <a:gd fmla="*/ 373273 h 605239" name="connsiteY24"/>
                  <a:gd fmla="*/ 373273 h 605239" name="connsiteX25"/>
                  <a:gd fmla="*/ 373273 h 605239" name="connsiteY25"/>
                  <a:gd fmla="*/ 373273 h 605239" name="connsiteX26"/>
                  <a:gd fmla="*/ 373273 h 605239" name="connsiteY26"/>
                  <a:gd fmla="*/ 373273 h 605239" name="connsiteX27"/>
                  <a:gd fmla="*/ 373273 h 605239" name="connsiteY27"/>
                  <a:gd fmla="*/ 373273 h 605239" name="connsiteX28"/>
                  <a:gd fmla="*/ 373273 h 605239" name="connsiteY28"/>
                  <a:gd fmla="*/ 373273 h 605239" name="connsiteX29"/>
                  <a:gd fmla="*/ 373273 h 605239" name="connsiteY29"/>
                  <a:gd fmla="*/ 373273 h 605239" name="connsiteX30"/>
                  <a:gd fmla="*/ 373273 h 605239" name="connsiteY30"/>
                  <a:gd fmla="*/ 373273 h 605239" name="connsiteX31"/>
                  <a:gd fmla="*/ 373273 h 605239" name="connsiteY31"/>
                  <a:gd fmla="*/ 373273 h 605239" name="connsiteX32"/>
                  <a:gd fmla="*/ 373273 h 605239" name="connsiteY32"/>
                  <a:gd fmla="*/ 373273 h 605239" name="connsiteX33"/>
                  <a:gd fmla="*/ 373273 h 605239" name="connsiteY33"/>
                  <a:gd fmla="*/ 373273 h 605239" name="connsiteX34"/>
                  <a:gd fmla="*/ 373273 h 605239" name="connsiteY34"/>
                  <a:gd fmla="*/ 373273 h 605239" name="connsiteX35"/>
                  <a:gd fmla="*/ 373273 h 605239" name="connsiteY35"/>
                  <a:gd fmla="*/ 373273 h 605239" name="connsiteX36"/>
                  <a:gd fmla="*/ 373273 h 605239" name="connsiteY36"/>
                  <a:gd fmla="*/ 373273 h 605239" name="connsiteX37"/>
                  <a:gd fmla="*/ 373273 h 605239" name="connsiteY37"/>
                  <a:gd fmla="*/ 373273 h 605239" name="connsiteX38"/>
                  <a:gd fmla="*/ 373273 h 605239" name="connsiteY38"/>
                  <a:gd fmla="*/ 373273 h 605239" name="connsiteX39"/>
                  <a:gd fmla="*/ 373273 h 605239" name="connsiteY39"/>
                  <a:gd fmla="*/ 373273 h 605239" name="connsiteX40"/>
                  <a:gd fmla="*/ 373273 h 605239" name="connsiteY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b="b" l="l" r="r" t="t"/>
                <a:pathLst>
                  <a:path h="594741" w="578649">
                    <a:moveTo>
                      <a:pt x="411175" y="315251"/>
                    </a:moveTo>
                    <a:cubicBezTo>
                      <a:pt x="392328" y="315251"/>
                      <a:pt x="373301" y="322420"/>
                      <a:pt x="358940" y="336757"/>
                    </a:cubicBezTo>
                    <a:cubicBezTo>
                      <a:pt x="330220" y="365432"/>
                      <a:pt x="330220" y="411311"/>
                      <a:pt x="358940" y="439986"/>
                    </a:cubicBezTo>
                    <a:cubicBezTo>
                      <a:pt x="387661" y="468660"/>
                      <a:pt x="435049" y="468660"/>
                      <a:pt x="462333" y="439986"/>
                    </a:cubicBezTo>
                    <a:cubicBezTo>
                      <a:pt x="491053" y="411311"/>
                      <a:pt x="491053" y="365432"/>
                      <a:pt x="462333" y="336757"/>
                    </a:cubicBezTo>
                    <a:cubicBezTo>
                      <a:pt x="448691" y="322420"/>
                      <a:pt x="430023" y="315251"/>
                      <a:pt x="411175" y="315251"/>
                    </a:cubicBezTo>
                    <a:close/>
                    <a:moveTo>
                      <a:pt x="410816" y="276182"/>
                    </a:moveTo>
                    <a:cubicBezTo>
                      <a:pt x="439716" y="276182"/>
                      <a:pt x="468795" y="287293"/>
                      <a:pt x="491053" y="309516"/>
                    </a:cubicBezTo>
                    <a:cubicBezTo>
                      <a:pt x="525517" y="342492"/>
                      <a:pt x="532697" y="394106"/>
                      <a:pt x="514029" y="435685"/>
                    </a:cubicBezTo>
                    <a:lnTo>
                      <a:pt x="578649" y="500203"/>
                    </a:lnTo>
                    <a:lnTo>
                      <a:pt x="522645" y="556118"/>
                    </a:lnTo>
                    <a:lnTo>
                      <a:pt x="458025" y="491600"/>
                    </a:lnTo>
                    <a:cubicBezTo>
                      <a:pt x="416381" y="510239"/>
                      <a:pt x="366121" y="503070"/>
                      <a:pt x="331656" y="468660"/>
                    </a:cubicBezTo>
                    <a:cubicBezTo>
                      <a:pt x="287140" y="424215"/>
                      <a:pt x="287140" y="352528"/>
                      <a:pt x="331656" y="309516"/>
                    </a:cubicBezTo>
                    <a:cubicBezTo>
                      <a:pt x="353197" y="287293"/>
                      <a:pt x="381917" y="276182"/>
                      <a:pt x="410816" y="276182"/>
                    </a:cubicBezTo>
                    <a:close/>
                    <a:moveTo>
                      <a:pt x="134949" y="20001"/>
                    </a:moveTo>
                    <a:lnTo>
                      <a:pt x="134949" y="144835"/>
                    </a:lnTo>
                    <a:lnTo>
                      <a:pt x="17242" y="144835"/>
                    </a:lnTo>
                    <a:close/>
                    <a:moveTo>
                      <a:pt x="172278" y="0"/>
                    </a:moveTo>
                    <a:lnTo>
                      <a:pt x="480943" y="0"/>
                    </a:lnTo>
                    <a:lnTo>
                      <a:pt x="480943" y="276591"/>
                    </a:lnTo>
                    <a:cubicBezTo>
                      <a:pt x="460844" y="263693"/>
                      <a:pt x="436438" y="256527"/>
                      <a:pt x="410596" y="256527"/>
                    </a:cubicBezTo>
                    <a:cubicBezTo>
                      <a:pt x="381883" y="256527"/>
                      <a:pt x="354606" y="265126"/>
                      <a:pt x="331636" y="282323"/>
                    </a:cubicBezTo>
                    <a:lnTo>
                      <a:pt x="81832" y="282323"/>
                    </a:lnTo>
                    <a:lnTo>
                      <a:pt x="81832" y="322450"/>
                    </a:lnTo>
                    <a:lnTo>
                      <a:pt x="295744" y="322450"/>
                    </a:lnTo>
                    <a:cubicBezTo>
                      <a:pt x="288566" y="335348"/>
                      <a:pt x="282823" y="351112"/>
                      <a:pt x="279952" y="366877"/>
                    </a:cubicBezTo>
                    <a:lnTo>
                      <a:pt x="81832" y="366877"/>
                    </a:lnTo>
                    <a:lnTo>
                      <a:pt x="81832" y="407004"/>
                    </a:lnTo>
                    <a:lnTo>
                      <a:pt x="279952" y="407004"/>
                    </a:lnTo>
                    <a:cubicBezTo>
                      <a:pt x="281388" y="422768"/>
                      <a:pt x="287130" y="438532"/>
                      <a:pt x="294309" y="451430"/>
                    </a:cubicBezTo>
                    <a:lnTo>
                      <a:pt x="81832" y="451430"/>
                    </a:lnTo>
                    <a:lnTo>
                      <a:pt x="81832" y="491557"/>
                    </a:lnTo>
                    <a:lnTo>
                      <a:pt x="327329" y="491557"/>
                    </a:lnTo>
                    <a:cubicBezTo>
                      <a:pt x="350299" y="511621"/>
                      <a:pt x="380448" y="521653"/>
                      <a:pt x="410596" y="521653"/>
                    </a:cubicBezTo>
                    <a:cubicBezTo>
                      <a:pt x="424953" y="521653"/>
                      <a:pt x="439309" y="518786"/>
                      <a:pt x="453666" y="514487"/>
                    </a:cubicBezTo>
                    <a:lnTo>
                      <a:pt x="480943" y="543149"/>
                    </a:lnTo>
                    <a:lnTo>
                      <a:pt x="480943" y="594741"/>
                    </a:lnTo>
                    <a:lnTo>
                      <a:pt x="0" y="594741"/>
                    </a:lnTo>
                    <a:lnTo>
                      <a:pt x="0" y="180572"/>
                    </a:lnTo>
                    <a:lnTo>
                      <a:pt x="172278" y="18057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false" bIns="45720" lIns="91440" rIns="91440" tIns="45720" wrap="square">
                <a:normAutofit/>
              </a:bodyPr>
              <a:lstStyle/>
              <a:p>
                <a:pPr algn="l"/>
              </a:p>
            </p:txBody>
          </p:sp>
        </p:grpSp>
      </p:grpSp>
      <p:sp>
        <p:nvSpPr>
          <p:cNvPr descr="697f60e6-d590-4202-9a4a-bde26f963db9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FFFFFF"/>
                </a:solidFill>
                <a:ea typeface="微软雅黑"/>
              </a:rPr>
              <a:t>社区管理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394514e6-dec7-4054-adaf-dd944363bd87" id="85" name="b094f28e-28e0-4fba-a3b4-38160391f064.source.3.zh-Hans.pptx">
            <a:extLst>
              <a:ext uri="{FF2B5EF4-FFF2-40B4-BE49-F238E27FC236}">
                <a16:creationId id="{46D29E86-BCB8-161B-00C9-B35308642513}"/>
              </a:ext>
            </a:extLst>
          </p:cNvPr>
          <p:cNvGrpSpPr/>
          <p:nvPr/>
        </p:nvGrpSpPr>
        <p:grpSpPr>
          <a:xfrm>
            <a:off x="673100" y="1130300"/>
            <a:ext cx="10845800" cy="4950164"/>
            <a:chOff x="673100" y="1130300"/>
            <a:chExt cx="10845800" cy="4950164"/>
          </a:xfrm>
        </p:grpSpPr>
        <p:grpSp>
          <p:nvGrpSpPr>
            <p:cNvPr descr="efa73309-1320-4120-a24e-b947db9c055b" id="83" name="组合 82">
              <a:extLst>
                <a:ext uri="{FF2B5EF4-FFF2-40B4-BE49-F238E27FC236}">
                  <a16:creationId id="{DAFDC658-B6B4-AED1-C7C3-894DDB5A980C}"/>
                </a:ext>
              </a:extLst>
            </p:cNvPr>
            <p:cNvGrpSpPr/>
            <p:nvPr/>
          </p:nvGrpSpPr>
          <p:grpSpPr>
            <a:xfrm>
              <a:off x="3763914" y="2897969"/>
              <a:ext cx="4613350" cy="2806704"/>
              <a:chOff x="3763914" y="2897969"/>
              <a:chExt cx="4613350" cy="2806704"/>
            </a:xfrm>
          </p:grpSpPr>
          <p:sp>
            <p:nvSpPr>
              <p:cNvPr descr="9ed26399-ab17-46c9-bf42-01abee19f59f" id="62" name="ïšļïḍê">
                <a:extLst>
                  <a:ext uri="{FF2B5EF4-FFF2-40B4-BE49-F238E27FC236}">
                    <a16:creationId id="{8B81DB91-582B-4554-3E5F-3A7EA7865BF0}"/>
                  </a:ext>
                </a:extLst>
              </p:cNvPr>
              <p:cNvSpPr/>
              <p:nvPr/>
            </p:nvSpPr>
            <p:spPr>
              <a:xfrm flipH="false" flipV="false">
                <a:off x="3763914" y="2897969"/>
                <a:ext cx="231431" cy="231431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tIns="45720" wrap="square">
                <a:normAutofit fontScale="25000" lnSpcReduction="20000"/>
              </a:bodyPr>
              <a:lstStyle/>
              <a:p>
                <a:pPr algn="ctr"/>
              </a:p>
            </p:txBody>
          </p:sp>
          <p:sp>
            <p:nvSpPr>
              <p:cNvPr descr="592c5591-e613-480f-9374-ba5c23a9a82c" id="63" name="îS1ïḍe">
                <a:extLst>
                  <a:ext uri="{FF2B5EF4-FFF2-40B4-BE49-F238E27FC236}">
                    <a16:creationId id="{CDAB5FF0-4F37-4B13-2206-B0BF54260B41}"/>
                  </a:ext>
                </a:extLst>
              </p:cNvPr>
              <p:cNvSpPr/>
              <p:nvPr/>
            </p:nvSpPr>
            <p:spPr>
              <a:xfrm flipH="false" flipV="false">
                <a:off x="4547493" y="2897969"/>
                <a:ext cx="231431" cy="231431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tIns="45720" wrap="square">
                <a:normAutofit fontScale="25000" lnSpcReduction="20000"/>
              </a:bodyPr>
              <a:lstStyle/>
              <a:p>
                <a:pPr algn="ctr"/>
              </a:p>
            </p:txBody>
          </p:sp>
          <p:sp>
            <p:nvSpPr>
              <p:cNvPr descr="eb542db1-9291-48c9-95e0-011e093636e9" id="64" name="ïś1ïďè">
                <a:extLst>
                  <a:ext uri="{FF2B5EF4-FFF2-40B4-BE49-F238E27FC236}">
                    <a16:creationId id="{F22D34B6-73B1-0054-94B5-BFCB11FB7D8D}"/>
                  </a:ext>
                </a:extLst>
              </p:cNvPr>
              <p:cNvSpPr/>
              <p:nvPr/>
            </p:nvSpPr>
            <p:spPr>
              <a:xfrm flipH="false" flipV="false">
                <a:off x="3863062" y="2977621"/>
                <a:ext cx="826288" cy="72126"/>
              </a:xfrm>
              <a:prstGeom prst="roundRect">
                <a:avLst>
                  <a:gd fmla="val 50000" name="adj"/>
                </a:avLst>
              </a:prstGeom>
              <a:solidFill>
                <a:schemeClr val="tx2">
                  <a:lumMod val="40000"/>
                  <a:lumOff val="60000"/>
                </a:schemeClr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tIns="45720" wrap="square">
                <a:normAutofit fontScale="25000" lnSpcReduction="20000"/>
              </a:bodyPr>
              <a:lstStyle/>
              <a:p>
                <a:pPr algn="ctr"/>
              </a:p>
            </p:txBody>
          </p:sp>
          <p:sp>
            <p:nvSpPr>
              <p:cNvPr descr="1dec3b7f-0a94-4d93-b12a-ea047bef7627" id="65" name="iŝḻídé">
                <a:extLst>
                  <a:ext uri="{FF2B5EF4-FFF2-40B4-BE49-F238E27FC236}">
                    <a16:creationId id="{C1DC0E41-B6FC-5A13-CCC3-1F96F8B93ABE}"/>
                  </a:ext>
                </a:extLst>
              </p:cNvPr>
              <p:cNvSpPr/>
              <p:nvPr/>
            </p:nvSpPr>
            <p:spPr>
              <a:xfrm flipH="false" flipV="false">
                <a:off x="3763914" y="5473242"/>
                <a:ext cx="231431" cy="231431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tIns="45720" wrap="square">
                <a:normAutofit fontScale="25000" lnSpcReduction="20000"/>
              </a:bodyPr>
              <a:lstStyle/>
              <a:p>
                <a:pPr algn="ctr"/>
              </a:p>
            </p:txBody>
          </p:sp>
          <p:sp>
            <p:nvSpPr>
              <p:cNvPr descr="719db9e0-1682-4d09-abc0-855b3c9b3905" id="66" name="íṧļîďê">
                <a:extLst>
                  <a:ext uri="{FF2B5EF4-FFF2-40B4-BE49-F238E27FC236}">
                    <a16:creationId id="{E9EAC940-FF13-AB06-1C56-A0B101349947}"/>
                  </a:ext>
                </a:extLst>
              </p:cNvPr>
              <p:cNvSpPr/>
              <p:nvPr/>
            </p:nvSpPr>
            <p:spPr>
              <a:xfrm flipH="false" flipV="false">
                <a:off x="4547493" y="5473242"/>
                <a:ext cx="231431" cy="231431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tIns="45720" wrap="square">
                <a:normAutofit fontScale="25000" lnSpcReduction="20000"/>
              </a:bodyPr>
              <a:lstStyle/>
              <a:p>
                <a:pPr algn="ctr"/>
              </a:p>
            </p:txBody>
          </p:sp>
          <p:sp>
            <p:nvSpPr>
              <p:cNvPr descr="49233170-2fac-4498-9d47-2ee4170919e5" id="67" name="íṡḷíḍe">
                <a:extLst>
                  <a:ext uri="{FF2B5EF4-FFF2-40B4-BE49-F238E27FC236}">
                    <a16:creationId id="{E896FD94-46A2-4409-80A2-05C99BBA03EE}"/>
                  </a:ext>
                </a:extLst>
              </p:cNvPr>
              <p:cNvSpPr/>
              <p:nvPr/>
            </p:nvSpPr>
            <p:spPr>
              <a:xfrm flipH="false" flipV="false">
                <a:off x="3863062" y="5552894"/>
                <a:ext cx="826288" cy="72126"/>
              </a:xfrm>
              <a:prstGeom prst="roundRect">
                <a:avLst>
                  <a:gd fmla="val 50000" name="adj"/>
                </a:avLst>
              </a:prstGeom>
              <a:solidFill>
                <a:schemeClr val="tx2">
                  <a:lumMod val="40000"/>
                  <a:lumOff val="60000"/>
                </a:schemeClr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tIns="45720" wrap="square">
                <a:normAutofit fontScale="25000" lnSpcReduction="20000"/>
              </a:bodyPr>
              <a:lstStyle/>
              <a:p>
                <a:pPr algn="ctr"/>
              </a:p>
            </p:txBody>
          </p:sp>
          <p:sp>
            <p:nvSpPr>
              <p:cNvPr descr="247614c4-c5c6-4f49-81b5-8b6023f47e6b" id="68" name="íşḻiďê">
                <a:extLst>
                  <a:ext uri="{FF2B5EF4-FFF2-40B4-BE49-F238E27FC236}">
                    <a16:creationId id="{C66EEC7E-8119-ECC1-44DD-59D58B135C25}"/>
                  </a:ext>
                </a:extLst>
              </p:cNvPr>
              <p:cNvSpPr/>
              <p:nvPr/>
            </p:nvSpPr>
            <p:spPr>
              <a:xfrm flipH="false" flipV="false">
                <a:off x="7362254" y="2897969"/>
                <a:ext cx="231431" cy="231431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tIns="45720" wrap="square">
                <a:normAutofit fontScale="25000" lnSpcReduction="20000"/>
              </a:bodyPr>
              <a:lstStyle/>
              <a:p>
                <a:pPr algn="ctr"/>
              </a:p>
            </p:txBody>
          </p:sp>
          <p:sp>
            <p:nvSpPr>
              <p:cNvPr descr="7df774fc-b883-48ab-b870-7771822ffc53" id="69" name="ï$lïḋé">
                <a:extLst>
                  <a:ext uri="{FF2B5EF4-FFF2-40B4-BE49-F238E27FC236}">
                    <a16:creationId id="{C61DC485-854A-3609-526D-9FDD2DAE3F5B}"/>
                  </a:ext>
                </a:extLst>
              </p:cNvPr>
              <p:cNvSpPr/>
              <p:nvPr/>
            </p:nvSpPr>
            <p:spPr>
              <a:xfrm flipH="false" flipV="false">
                <a:off x="8145833" y="2897969"/>
                <a:ext cx="231431" cy="231431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tIns="45720" wrap="square">
                <a:normAutofit fontScale="25000" lnSpcReduction="20000"/>
              </a:bodyPr>
              <a:lstStyle/>
              <a:p>
                <a:pPr algn="ctr"/>
              </a:p>
            </p:txBody>
          </p:sp>
          <p:sp>
            <p:nvSpPr>
              <p:cNvPr descr="266e5504-d9ea-4a59-9797-11ebe5922238" id="70" name="iš1ide">
                <a:extLst>
                  <a:ext uri="{FF2B5EF4-FFF2-40B4-BE49-F238E27FC236}">
                    <a16:creationId id="{9E45EA0D-A2DD-6905-5010-281D607A4E30}"/>
                  </a:ext>
                </a:extLst>
              </p:cNvPr>
              <p:cNvSpPr/>
              <p:nvPr/>
            </p:nvSpPr>
            <p:spPr>
              <a:xfrm flipH="false" flipV="false">
                <a:off x="7461402" y="2977621"/>
                <a:ext cx="826288" cy="72126"/>
              </a:xfrm>
              <a:prstGeom prst="roundRect">
                <a:avLst>
                  <a:gd fmla="val 50000" name="adj"/>
                </a:avLst>
              </a:prstGeom>
              <a:solidFill>
                <a:schemeClr val="tx2">
                  <a:lumMod val="40000"/>
                  <a:lumOff val="60000"/>
                </a:schemeClr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tIns="45720" wrap="square">
                <a:normAutofit fontScale="25000" lnSpcReduction="20000"/>
              </a:bodyPr>
              <a:lstStyle/>
              <a:p>
                <a:pPr algn="ctr"/>
              </a:p>
            </p:txBody>
          </p:sp>
          <p:sp>
            <p:nvSpPr>
              <p:cNvPr descr="c27fd58d-45e1-4359-8bb6-2bbb1b566eef" id="71" name="iSḷîďé">
                <a:extLst>
                  <a:ext uri="{FF2B5EF4-FFF2-40B4-BE49-F238E27FC236}">
                    <a16:creationId id="{68896EBB-BF56-3D5E-4B2F-0A6E6BB51D65}"/>
                  </a:ext>
                </a:extLst>
              </p:cNvPr>
              <p:cNvSpPr/>
              <p:nvPr/>
            </p:nvSpPr>
            <p:spPr>
              <a:xfrm flipH="false" flipV="false">
                <a:off x="7362254" y="5473242"/>
                <a:ext cx="231431" cy="231431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tIns="45720" wrap="square">
                <a:normAutofit fontScale="25000" lnSpcReduction="20000"/>
              </a:bodyPr>
              <a:lstStyle/>
              <a:p>
                <a:pPr algn="ctr"/>
              </a:p>
            </p:txBody>
          </p:sp>
          <p:sp>
            <p:nvSpPr>
              <p:cNvPr descr="ce6dcac0-488e-4372-a333-2d11b8ca9b62" id="72" name="îś1ïḋè">
                <a:extLst>
                  <a:ext uri="{FF2B5EF4-FFF2-40B4-BE49-F238E27FC236}">
                    <a16:creationId id="{2F132D19-524F-6123-A48B-B597BD8D600B}"/>
                  </a:ext>
                </a:extLst>
              </p:cNvPr>
              <p:cNvSpPr/>
              <p:nvPr/>
            </p:nvSpPr>
            <p:spPr>
              <a:xfrm flipH="false" flipV="false">
                <a:off x="8145833" y="5473242"/>
                <a:ext cx="231431" cy="231431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tIns="45720" wrap="square">
                <a:normAutofit fontScale="25000" lnSpcReduction="20000"/>
              </a:bodyPr>
              <a:lstStyle/>
              <a:p>
                <a:pPr algn="ctr"/>
              </a:p>
            </p:txBody>
          </p:sp>
          <p:sp>
            <p:nvSpPr>
              <p:cNvPr descr="c4de7943-a9ff-4653-8d49-f903dfd8dc79" id="73" name="iṧ1ïďé">
                <a:extLst>
                  <a:ext uri="{FF2B5EF4-FFF2-40B4-BE49-F238E27FC236}">
                    <a16:creationId id="{046C4214-520F-A434-70B3-F3A5F9470922}"/>
                  </a:ext>
                </a:extLst>
              </p:cNvPr>
              <p:cNvSpPr/>
              <p:nvPr/>
            </p:nvSpPr>
            <p:spPr>
              <a:xfrm flipH="false" flipV="false">
                <a:off x="7461402" y="5552894"/>
                <a:ext cx="826288" cy="72126"/>
              </a:xfrm>
              <a:prstGeom prst="roundRect">
                <a:avLst>
                  <a:gd fmla="val 50000" name="adj"/>
                </a:avLst>
              </a:prstGeom>
              <a:solidFill>
                <a:schemeClr val="tx2">
                  <a:lumMod val="40000"/>
                  <a:lumOff val="60000"/>
                </a:schemeClr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tIns="45720" wrap="square">
                <a:normAutofit fontScale="25000" lnSpcReduction="20000"/>
              </a:bodyPr>
              <a:lstStyle/>
              <a:p>
                <a:pPr algn="ctr"/>
              </a:p>
            </p:txBody>
          </p:sp>
        </p:grpSp>
        <p:sp>
          <p:nvSpPr>
            <p:cNvPr descr="2d4ef330-72ff-4e25-89f3-c531c220a6bb" id="41" name="Title">
              <a:extLst>
                <a:ext uri="{FF2B5EF4-FFF2-40B4-BE49-F238E27FC236}">
                  <a16:creationId id="{496155FF-C7A0-15BF-E557-E62DA32853C2}"/>
                </a:ext>
              </a:extLst>
            </p:cNvPr>
            <p:cNvSpPr txBox="1"/>
            <p:nvPr/>
          </p:nvSpPr>
          <p:spPr>
            <a:xfrm flipH="false" flipV="false">
              <a:off x="673100" y="1130300"/>
              <a:ext cx="10845800" cy="1107745"/>
            </a:xfrm>
            <a:prstGeom prst="rect">
              <a:avLst/>
            </a:prstGeom>
            <a:noFill/>
          </p:spPr>
          <p:txBody>
            <a:bodyPr anchor="t" anchorCtr="true" rtlCol="0" vert="horz" wrap="square">
              <a:normAutofit/>
            </a:bodyPr>
            <a:lstStyle/>
            <a:p>
              <a:pPr algn="ctr"/>
              <a:r>
                <a:rPr b="true" i="false" lang="en-US" sz="2400" u="none">
                  <a:solidFill>
                    <a:srgbClr val="FFFFFF"/>
                  </a:solidFill>
                  <a:ea typeface="微软雅黑"/>
                </a:rPr>
                <a:t>分析竞争对手情况</a:t>
              </a:r>
            </a:p>
          </p:txBody>
        </p:sp>
        <p:grpSp>
          <p:nvGrpSpPr>
            <p:cNvPr descr="47bbfce2-8851-4684-a506-c1c5966b2fb5" id="80" name="组合 79">
              <a:extLst>
                <a:ext uri="{FF2B5EF4-FFF2-40B4-BE49-F238E27FC236}">
                  <a16:creationId id="{823645A4-BAE6-485C-74E1-2FF401E709BB}"/>
                </a:ext>
              </a:extLst>
            </p:cNvPr>
            <p:cNvGrpSpPr/>
            <p:nvPr/>
          </p:nvGrpSpPr>
          <p:grpSpPr>
            <a:xfrm>
              <a:off x="1042648" y="2486167"/>
              <a:ext cx="2984932" cy="3594297"/>
              <a:chOff x="1042648" y="2486167"/>
              <a:chExt cx="2984932" cy="3594297"/>
            </a:xfrm>
          </p:grpSpPr>
          <p:sp>
            <p:nvSpPr>
              <p:cNvPr descr="420e70cf-b603-4e5b-979e-df57ab3e3272" id="58" name="ComponentBackground1">
                <a:extLst>
                  <a:ext uri="{FF2B5EF4-FFF2-40B4-BE49-F238E27FC236}">
                    <a16:creationId id="{A9CC3EE0-B76D-D09E-618F-C918ADF5E013}"/>
                  </a:ext>
                </a:extLst>
              </p:cNvPr>
              <p:cNvSpPr/>
              <p:nvPr/>
            </p:nvSpPr>
            <p:spPr>
              <a:xfrm flipH="false" flipV="false">
                <a:off x="1042648" y="2486167"/>
                <a:ext cx="2984932" cy="3594297"/>
              </a:xfrm>
              <a:prstGeom prst="roundRect">
                <a:avLst>
                  <a:gd fmla="val 12255" name="adj"/>
                </a:avLst>
              </a:prstGeom>
              <a:solidFill>
                <a:schemeClr val="tx2">
                  <a:alpha val="10000"/>
                </a:schemeClr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true" bIns="45720" lIns="91440" rIns="91440" tIns="45720" wrap="square">
                <a:normAutofit/>
              </a:bodyPr>
              <a:lstStyle/>
              <a:p>
                <a:pPr algn="ctr">
                  <a:lnSpc>
                    <a:spcPct val="120000"/>
                  </a:lnSpc>
                  <a:spcBef>
                    <a:spcPct val="0"/>
                  </a:spcBef>
                </a:pPr>
              </a:p>
            </p:txBody>
          </p:sp>
          <p:sp>
            <p:nvSpPr>
              <p:cNvPr descr="7cecd8e8-07d0-4337-99af-4bb16c0871a4" id="59" name="Number1">
                <a:extLst>
                  <a:ext uri="{FF2B5EF4-FFF2-40B4-BE49-F238E27FC236}">
                    <a16:creationId id="{0C9C94B3-1D5E-2B9A-642A-BCFC56CFEDD0}"/>
                  </a:ext>
                </a:extLst>
              </p:cNvPr>
              <p:cNvSpPr/>
              <p:nvPr/>
            </p:nvSpPr>
            <p:spPr>
              <a:xfrm flipH="false" flipV="false">
                <a:off x="1047123" y="4577782"/>
                <a:ext cx="2975982" cy="570423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tIns="45720" wrap="none">
                <a:normAutofit/>
              </a:bodyPr>
              <a:lstStyle/>
              <a:p>
                <a:pPr algn="ctr"/>
                <a:r>
                  <a:rPr b="true" i="false" lang="en-US" sz="2000" u="none">
                    <a:solidFill>
                      <a:srgbClr val="FFFFFF"/>
                    </a:solidFill>
                    <a:latin typeface="Arial"/>
                  </a:rPr>
                  <a:t>1</a:t>
                </a:r>
              </a:p>
            </p:txBody>
          </p:sp>
          <p:sp>
            <p:nvSpPr>
              <p:cNvPr descr="4bc1bc34-2995-43ac-874e-ac741d9c974f" id="60" name="Text1">
                <a:extLst>
                  <a:ext uri="{FF2B5EF4-FFF2-40B4-BE49-F238E27FC236}">
                    <a16:creationId id="{319F3335-CF62-6668-8DB5-5C43954B94D9}"/>
                  </a:ext>
                </a:extLst>
              </p:cNvPr>
              <p:cNvSpPr txBox="1"/>
              <p:nvPr/>
            </p:nvSpPr>
            <p:spPr>
              <a:xfrm flipH="false" flipV="false">
                <a:off x="1154232" y="3789323"/>
                <a:ext cx="2761765" cy="764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tru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  <a:spcBef>
                    <a:spcPct val="0"/>
                  </a:spcBef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对比不同项目的表现和潜力。</a:t>
                </a:r>
              </a:p>
            </p:txBody>
          </p:sp>
          <p:sp>
            <p:nvSpPr>
              <p:cNvPr descr="3bdcd709-1da3-44ef-8349-907779867cee" id="61" name="Bullet1">
                <a:extLst>
                  <a:ext uri="{FF2B5EF4-FFF2-40B4-BE49-F238E27FC236}">
                    <a16:creationId id="{AF54747C-FA32-4DE5-85F6-AB7910C4A284}"/>
                  </a:ext>
                </a:extLst>
              </p:cNvPr>
              <p:cNvSpPr/>
              <p:nvPr/>
            </p:nvSpPr>
            <p:spPr>
              <a:xfrm flipH="false" flipV="false">
                <a:off x="1154232" y="3250635"/>
                <a:ext cx="2761765" cy="538688"/>
              </a:xfrm>
              <a:prstGeom prst="rect">
                <a:avLst/>
              </a:prstGeom>
              <a:ln w="19050">
                <a:noFill/>
              </a:ln>
            </p:spPr>
            <p:txBody>
              <a:bodyPr anchor="b" anchorCtr="tru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对比项目表现</a:t>
                </a:r>
              </a:p>
            </p:txBody>
          </p:sp>
        </p:grpSp>
        <p:grpSp>
          <p:nvGrpSpPr>
            <p:cNvPr descr="c79fa469-9363-4510-9dfc-0a48865a6d35" id="81" name="组合 80">
              <a:extLst>
                <a:ext uri="{FF2B5EF4-FFF2-40B4-BE49-F238E27FC236}">
                  <a16:creationId id="{0E2A3C91-1E97-598E-79F5-743CC32DD5A2}"/>
                </a:ext>
              </a:extLst>
            </p:cNvPr>
            <p:cNvGrpSpPr/>
            <p:nvPr/>
          </p:nvGrpSpPr>
          <p:grpSpPr>
            <a:xfrm>
              <a:off x="4606698" y="2486167"/>
              <a:ext cx="2984932" cy="3594297"/>
              <a:chOff x="4606698" y="2486167"/>
              <a:chExt cx="2984932" cy="3594297"/>
            </a:xfrm>
          </p:grpSpPr>
          <p:sp>
            <p:nvSpPr>
              <p:cNvPr descr="1838640e-89aa-4f84-b04a-3b1590c6702b" id="54" name="ComponentBackground2">
                <a:extLst>
                  <a:ext uri="{FF2B5EF4-FFF2-40B4-BE49-F238E27FC236}">
                    <a16:creationId id="{0B462D20-86F3-CD9F-01C0-6BC3C6C792BB}"/>
                  </a:ext>
                </a:extLst>
              </p:cNvPr>
              <p:cNvSpPr/>
              <p:nvPr/>
            </p:nvSpPr>
            <p:spPr>
              <a:xfrm flipH="false" flipV="false">
                <a:off x="4606698" y="2486167"/>
                <a:ext cx="2984932" cy="3594297"/>
              </a:xfrm>
              <a:prstGeom prst="roundRect">
                <a:avLst>
                  <a:gd fmla="val 12255" name="adj"/>
                </a:avLst>
              </a:prstGeom>
              <a:solidFill>
                <a:schemeClr val="tx2">
                  <a:alpha val="10000"/>
                </a:schemeClr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true" bIns="45720" lIns="91440" rIns="91440" tIns="45720" wrap="square">
                <a:normAutofit/>
              </a:bodyPr>
              <a:lstStyle/>
              <a:p>
                <a:pPr algn="ctr">
                  <a:lnSpc>
                    <a:spcPct val="120000"/>
                  </a:lnSpc>
                  <a:spcBef>
                    <a:spcPct val="0"/>
                  </a:spcBef>
                </a:pPr>
              </a:p>
            </p:txBody>
          </p:sp>
          <p:sp>
            <p:nvSpPr>
              <p:cNvPr descr="eff51fd1-c0e0-4e65-b293-0ca46205ea91" id="55" name="Number2">
                <a:extLst>
                  <a:ext uri="{FF2B5EF4-FFF2-40B4-BE49-F238E27FC236}">
                    <a16:creationId id="{FD57ACED-61F8-E721-7857-4DA7700A1E46}"/>
                  </a:ext>
                </a:extLst>
              </p:cNvPr>
              <p:cNvSpPr/>
              <p:nvPr/>
            </p:nvSpPr>
            <p:spPr>
              <a:xfrm flipH="false" flipV="false">
                <a:off x="4611173" y="4577782"/>
                <a:ext cx="2975982" cy="570423"/>
              </a:xfrm>
              <a:prstGeom prst="rect">
                <a:avLst/>
              </a:prstGeom>
              <a:solidFill>
                <a:schemeClr val="tx2">
                  <a:alpha val="7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tIns="45720" wrap="none">
                <a:normAutofit/>
              </a:bodyPr>
              <a:lstStyle/>
              <a:p>
                <a:pPr algn="ctr"/>
                <a:r>
                  <a:rPr b="true" i="false" lang="en-US" sz="2000" u="none">
                    <a:solidFill>
                      <a:srgbClr val="FFFFFF"/>
                    </a:solidFill>
                    <a:latin typeface="Arial"/>
                  </a:rPr>
                  <a:t>2</a:t>
                </a:r>
              </a:p>
            </p:txBody>
          </p:sp>
          <p:sp>
            <p:nvSpPr>
              <p:cNvPr descr="877ae016-3b6e-4657-a82a-f151604a0a04" id="56" name="Text2">
                <a:extLst>
                  <a:ext uri="{FF2B5EF4-FFF2-40B4-BE49-F238E27FC236}">
                    <a16:creationId id="{EC3074F2-58C4-74A0-CCDA-BCDBEECF7A5D}"/>
                  </a:ext>
                </a:extLst>
              </p:cNvPr>
              <p:cNvSpPr txBox="1"/>
              <p:nvPr/>
            </p:nvSpPr>
            <p:spPr>
              <a:xfrm flipH="false" flipV="false">
                <a:off x="4718282" y="3789323"/>
                <a:ext cx="2761765" cy="764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tru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  <a:spcBef>
                    <a:spcPct val="0"/>
                  </a:spcBef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识别行业发展趋势和热点领域。</a:t>
                </a:r>
              </a:p>
            </p:txBody>
          </p:sp>
          <p:sp>
            <p:nvSpPr>
              <p:cNvPr descr="4b459947-f142-456a-bfca-346b9d42a952" id="57" name="Bullet2">
                <a:extLst>
                  <a:ext uri="{FF2B5EF4-FFF2-40B4-BE49-F238E27FC236}">
                    <a16:creationId id="{43D46A2A-C109-A012-6667-B80D3F2E1F70}"/>
                  </a:ext>
                </a:extLst>
              </p:cNvPr>
              <p:cNvSpPr/>
              <p:nvPr/>
            </p:nvSpPr>
            <p:spPr>
              <a:xfrm flipH="false" flipV="false">
                <a:off x="4718282" y="3250635"/>
                <a:ext cx="2761765" cy="538688"/>
              </a:xfrm>
              <a:prstGeom prst="rect">
                <a:avLst/>
              </a:prstGeom>
              <a:ln w="19050">
                <a:noFill/>
              </a:ln>
            </p:spPr>
            <p:txBody>
              <a:bodyPr anchor="b" anchorCtr="tru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识别行业趋势</a:t>
                </a:r>
              </a:p>
            </p:txBody>
          </p:sp>
        </p:grpSp>
        <p:grpSp>
          <p:nvGrpSpPr>
            <p:cNvPr descr="e395f9bd-7730-4d95-82d5-50a1cf2f76c4" id="82" name="组合 81">
              <a:extLst>
                <a:ext uri="{FF2B5EF4-FFF2-40B4-BE49-F238E27FC236}">
                  <a16:creationId id="{D0E08B01-1C97-E0FA-51EC-5AF2C4BA4890}"/>
                </a:ext>
              </a:extLst>
            </p:cNvPr>
            <p:cNvGrpSpPr/>
            <p:nvPr/>
          </p:nvGrpSpPr>
          <p:grpSpPr>
            <a:xfrm>
              <a:off x="8205038" y="2486167"/>
              <a:ext cx="2984932" cy="3594297"/>
              <a:chOff x="8205038" y="2486167"/>
              <a:chExt cx="2984932" cy="3594297"/>
            </a:xfrm>
          </p:grpSpPr>
          <p:sp>
            <p:nvSpPr>
              <p:cNvPr descr="3dfeeb25-1c24-4380-83c1-1e4aa1b0ba95" id="50" name="ComponentBackground3">
                <a:extLst>
                  <a:ext uri="{FF2B5EF4-FFF2-40B4-BE49-F238E27FC236}">
                    <a16:creationId id="{39171B5E-CD55-F776-FD9F-F1ED53DAAB1A}"/>
                  </a:ext>
                </a:extLst>
              </p:cNvPr>
              <p:cNvSpPr/>
              <p:nvPr/>
            </p:nvSpPr>
            <p:spPr>
              <a:xfrm flipH="false" flipV="false">
                <a:off x="8205038" y="2486167"/>
                <a:ext cx="2984932" cy="3594297"/>
              </a:xfrm>
              <a:prstGeom prst="roundRect">
                <a:avLst>
                  <a:gd fmla="val 12255" name="adj"/>
                </a:avLst>
              </a:prstGeom>
              <a:solidFill>
                <a:schemeClr val="tx2">
                  <a:alpha val="10000"/>
                </a:schemeClr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true" bIns="45720" lIns="91440" rIns="91440" tIns="45720" wrap="square">
                <a:normAutofit/>
              </a:bodyPr>
              <a:lstStyle/>
              <a:p>
                <a:pPr algn="ctr">
                  <a:lnSpc>
                    <a:spcPct val="120000"/>
                  </a:lnSpc>
                  <a:spcBef>
                    <a:spcPct val="0"/>
                  </a:spcBef>
                </a:pPr>
              </a:p>
            </p:txBody>
          </p:sp>
          <p:sp>
            <p:nvSpPr>
              <p:cNvPr descr="0fd1de78-8c71-4050-b7d6-3fce1ee3ae71" id="51" name="Number3">
                <a:extLst>
                  <a:ext uri="{FF2B5EF4-FFF2-40B4-BE49-F238E27FC236}">
                    <a16:creationId id="{14CE4FEE-664B-B094-6295-10655E5EC390}"/>
                  </a:ext>
                </a:extLst>
              </p:cNvPr>
              <p:cNvSpPr/>
              <p:nvPr/>
            </p:nvSpPr>
            <p:spPr>
              <a:xfrm flipH="false" flipV="false">
                <a:off x="8209513" y="4577782"/>
                <a:ext cx="2975982" cy="570423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tIns="45720" wrap="none">
                <a:normAutofit/>
              </a:bodyPr>
              <a:lstStyle/>
              <a:p>
                <a:pPr algn="ctr"/>
                <a:r>
                  <a:rPr b="true" i="false" lang="en-US" sz="2000" u="none">
                    <a:solidFill>
                      <a:srgbClr val="FFFFFF"/>
                    </a:solidFill>
                    <a:latin typeface="Arial"/>
                  </a:rPr>
                  <a:t>3</a:t>
                </a:r>
              </a:p>
            </p:txBody>
          </p:sp>
          <p:sp>
            <p:nvSpPr>
              <p:cNvPr descr="1efac997-e0a1-47c6-9e50-307cae64766a" id="52" name="Text3">
                <a:extLst>
                  <a:ext uri="{FF2B5EF4-FFF2-40B4-BE49-F238E27FC236}">
                    <a16:creationId id="{A6423D67-65A0-E18B-C56C-2E2EE57EF0E3}"/>
                  </a:ext>
                </a:extLst>
              </p:cNvPr>
              <p:cNvSpPr txBox="1"/>
              <p:nvPr/>
            </p:nvSpPr>
            <p:spPr>
              <a:xfrm flipH="false" flipV="false">
                <a:off x="8316622" y="3789323"/>
                <a:ext cx="2761765" cy="764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t" anchorCtr="tru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  <a:spcBef>
                    <a:spcPct val="0"/>
                  </a:spcBef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分析竞争对手的优势和劣势，制定竞争策略。</a:t>
                </a:r>
              </a:p>
            </p:txBody>
          </p:sp>
          <p:sp>
            <p:nvSpPr>
              <p:cNvPr descr="46270adf-7e1b-4d56-b92a-d7d4e3f4ca99" id="53" name="Bullet3">
                <a:extLst>
                  <a:ext uri="{FF2B5EF4-FFF2-40B4-BE49-F238E27FC236}">
                    <a16:creationId id="{4415EE1D-30C9-417E-2F75-73EB3138E97B}"/>
                  </a:ext>
                </a:extLst>
              </p:cNvPr>
              <p:cNvSpPr/>
              <p:nvPr/>
            </p:nvSpPr>
            <p:spPr>
              <a:xfrm flipH="false" flipV="false">
                <a:off x="8316622" y="3250635"/>
                <a:ext cx="2761765" cy="538688"/>
              </a:xfrm>
              <a:prstGeom prst="rect">
                <a:avLst/>
              </a:prstGeom>
              <a:ln w="19050">
                <a:noFill/>
              </a:ln>
            </p:spPr>
            <p:txBody>
              <a:bodyPr anchor="b" anchorCtr="tru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分析对手优劣</a:t>
                </a:r>
              </a:p>
            </p:txBody>
          </p:sp>
        </p:grpSp>
      </p:grpSp>
      <p:sp>
        <p:nvSpPr>
          <p:cNvPr descr="697f60e6-d590-4202-9a4a-bde26f963db9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FFFFFF"/>
                </a:solidFill>
                <a:ea typeface="微软雅黑"/>
              </a:rPr>
              <a:t>竞争分析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d8f3d8a5-929c-48e4-adcf-09d5e2d68b54" id="12" name="e483ad13-7fa5-430e-a74f-a316878c7bb0.source.3.zh-Hans.pptx">
            <a:extLst>
              <a:ext uri="{FF2B5EF4-FFF2-40B4-BE49-F238E27FC236}">
                <a16:creationId id="{12CC2A45-DFC5-7203-9126-8E99675EFF53}"/>
              </a:ext>
            </a:extLst>
          </p:cNvPr>
          <p:cNvGrpSpPr/>
          <p:nvPr/>
        </p:nvGrpSpPr>
        <p:grpSpPr>
          <a:xfrm>
            <a:off x="614680" y="1130300"/>
            <a:ext cx="10904220" cy="5003800"/>
            <a:chOff x="614680" y="1130300"/>
            <a:chExt cx="10904220" cy="5003800"/>
          </a:xfrm>
        </p:grpSpPr>
        <p:cxnSp>
          <p:nvCxnSpPr>
            <p:cNvPr descr="f240b3f4-424d-4483-a73e-fd13e2a4deec" id="3" name="直接连接符 2">
              <a:extLst>
                <a:ext uri="{FF2B5EF4-FFF2-40B4-BE49-F238E27FC236}">
                  <a16:creationId id="{D35DFD8A-5498-A093-EC02-05C2EF537F26}"/>
                </a:ext>
              </a:extLst>
            </p:cNvPr>
            <p:cNvCxnSpPr>
              <a:cxnSpLocks/>
            </p:cNvCxnSpPr>
            <p:nvPr/>
          </p:nvCxnSpPr>
          <p:spPr>
            <a:xfrm flipH="false" flipV="true">
              <a:off x="660400" y="4764138"/>
              <a:ext cx="926281" cy="13699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980f3dff-6155-41ff-a546-4e9327c68410" id="6" name="直接连接符 5">
              <a:extLst>
                <a:ext uri="{FF2B5EF4-FFF2-40B4-BE49-F238E27FC236}">
                  <a16:creationId id="{598CCAA6-7ED4-27DA-2107-9FE92C7B6E27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1586681" y="4764138"/>
              <a:ext cx="269321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a05b5135-32ee-4d6c-8523-1159f33cbd2a" id="7" name="直接连接符 6">
              <a:extLst>
                <a:ext uri="{FF2B5EF4-FFF2-40B4-BE49-F238E27FC236}">
                  <a16:creationId id="{681C062B-3768-85B1-7E1D-2BFA0C6A7364}"/>
                </a:ext>
              </a:extLst>
            </p:cNvPr>
            <p:cNvCxnSpPr>
              <a:cxnSpLocks/>
            </p:cNvCxnSpPr>
            <p:nvPr/>
          </p:nvCxnSpPr>
          <p:spPr>
            <a:xfrm flipH="false" flipV="true">
              <a:off x="4279900" y="3394175"/>
              <a:ext cx="926281" cy="13699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e286059f-79b9-4db2-ac41-1c7b4ba91542" id="8" name="直接连接符 7">
              <a:extLst>
                <a:ext uri="{FF2B5EF4-FFF2-40B4-BE49-F238E27FC236}">
                  <a16:creationId id="{72491843-F4DB-5EC0-CEF9-0EC5E3992F13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5206181" y="3394175"/>
              <a:ext cx="2693219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125b56c8-2bcb-4a45-9663-1f6199fba5bd" id="9" name="直接连接符 8">
              <a:extLst>
                <a:ext uri="{FF2B5EF4-FFF2-40B4-BE49-F238E27FC236}">
                  <a16:creationId id="{B010D0FE-ABC2-8ADF-1594-75219C482A95}"/>
                </a:ext>
              </a:extLst>
            </p:cNvPr>
            <p:cNvCxnSpPr>
              <a:cxnSpLocks/>
            </p:cNvCxnSpPr>
            <p:nvPr/>
          </p:nvCxnSpPr>
          <p:spPr>
            <a:xfrm flipH="false" flipV="true">
              <a:off x="7899400" y="2024213"/>
              <a:ext cx="926281" cy="136996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descr="b5e316bc-69a6-4635-a7be-3b3031b8b620" id="10" name="直接连接符 9">
              <a:extLst>
                <a:ext uri="{FF2B5EF4-FFF2-40B4-BE49-F238E27FC236}">
                  <a16:creationId id="{FE847B51-F1EC-B1B4-5050-F6E7897F1FB9}"/>
                </a:ext>
              </a:extLst>
            </p:cNvPr>
            <p:cNvCxnSpPr>
              <a:cxnSpLocks/>
            </p:cNvCxnSpPr>
            <p:nvPr/>
          </p:nvCxnSpPr>
          <p:spPr>
            <a:xfrm flipH="false" flipV="false">
              <a:off x="8825681" y="2024213"/>
              <a:ext cx="2693219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descr="cc2ee24c-732b-4e6b-b06a-950712aaff8b" id="18" name="Title">
              <a:extLst>
                <a:ext uri="{FF2B5EF4-FFF2-40B4-BE49-F238E27FC236}">
                  <a16:creationId id="{282C3C8C-B5F1-5E1A-6018-5ACAF9C8E4E2}"/>
                </a:ext>
              </a:extLst>
            </p:cNvPr>
            <p:cNvSpPr txBox="1"/>
            <p:nvPr/>
          </p:nvSpPr>
          <p:spPr>
            <a:xfrm flipH="false" flipV="false">
              <a:off x="660400" y="1130300"/>
              <a:ext cx="8165281" cy="824682"/>
            </a:xfrm>
            <a:prstGeom prst="rect">
              <a:avLst/>
            </a:prstGeom>
            <a:noFill/>
          </p:spPr>
          <p:txBody>
            <a:bodyPr anchor="b" anchorCtr="false" rtlCol="0" vert="horz" wrap="square">
              <a:normAutofit/>
            </a:bodyPr>
            <a:lstStyle/>
            <a:p>
              <a:pPr algn="l"/>
              <a:r>
                <a:rPr b="true" i="false" lang="en-US" sz="2400" u="none">
                  <a:solidFill>
                    <a:srgbClr val="FFFFFF"/>
                  </a:solidFill>
                  <a:ea typeface="微软雅黑"/>
                </a:rPr>
                <a:t>研究开源生态趋势</a:t>
              </a:r>
            </a:p>
          </p:txBody>
        </p:sp>
        <p:sp>
          <p:nvSpPr>
            <p:cNvPr descr="d34af0d1-30e7-4681-920e-deeee6c51488" id="34" name="矩形 33">
              <a:extLst>
                <a:ext uri="{FF2B5EF4-FFF2-40B4-BE49-F238E27FC236}">
                  <a16:creationId id="{2EA79DC8-9742-D59F-46E4-8C4EFDF69295}"/>
                </a:ext>
              </a:extLst>
            </p:cNvPr>
            <p:cNvSpPr/>
            <p:nvPr/>
          </p:nvSpPr>
          <p:spPr>
            <a:xfrm flipH="false" flipV="false" rot="5400000">
              <a:off x="225199" y="1519782"/>
              <a:ext cx="824682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/>
            <a:lstStyle/>
            <a:p>
              <a:pPr algn="ctr"/>
            </a:p>
          </p:txBody>
        </p:sp>
        <p:grpSp>
          <p:nvGrpSpPr>
            <p:cNvPr descr="99e7f1a5-90c7-48d1-92e8-1270b12cc906" id="2" name="组合 1">
              <a:extLst>
                <a:ext uri="{FF2B5EF4-FFF2-40B4-BE49-F238E27FC236}">
                  <a16:creationId id="{9F13FA61-1E4A-2BFD-4539-77440E4E5A36}"/>
                </a:ext>
              </a:extLst>
            </p:cNvPr>
            <p:cNvGrpSpPr/>
            <p:nvPr/>
          </p:nvGrpSpPr>
          <p:grpSpPr>
            <a:xfrm>
              <a:off x="1485082" y="4287956"/>
              <a:ext cx="2794818" cy="1795390"/>
              <a:chOff x="1485082" y="4287956"/>
              <a:chExt cx="2794818" cy="1795390"/>
            </a:xfrm>
          </p:grpSpPr>
          <p:sp>
            <p:nvSpPr>
              <p:cNvPr descr="4aac6696-c2f9-4a7e-b638-1fa1ca9c9b37" id="20" name="Shape1">
                <a:extLst>
                  <a:ext uri="{FF2B5EF4-FFF2-40B4-BE49-F238E27FC236}">
                    <a16:creationId id="{5F5C2815-C08A-E130-CD99-F36DBDC72CCE}"/>
                  </a:ext>
                </a:extLst>
              </p:cNvPr>
              <p:cNvSpPr/>
              <p:nvPr/>
            </p:nvSpPr>
            <p:spPr>
              <a:xfrm flipH="false" flipV="false">
                <a:off x="1485082" y="4662538"/>
                <a:ext cx="203198" cy="203198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2b02305f-38c4-4cbe-bf29-6471bff5a326" id="23" name="Bullet1">
                <a:extLst>
                  <a:ext uri="{FF2B5EF4-FFF2-40B4-BE49-F238E27FC236}">
                    <a16:creationId id="{F3E8CE21-C005-6CE0-1A9F-CF60A0444801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1586681" y="4918521"/>
                <a:ext cx="2693219" cy="4759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分析生态趋势</a:t>
                </a:r>
              </a:p>
            </p:txBody>
          </p:sp>
          <p:sp>
            <p:nvSpPr>
              <p:cNvPr descr="5ee563bd-0cc9-4320-973a-5cb90819f58c" id="24" name="Text1">
                <a:extLst>
                  <a:ext uri="{FF2B5EF4-FFF2-40B4-BE49-F238E27FC236}">
                    <a16:creationId id="{F10A3741-8E68-3591-FD47-B6C26214642E}"/>
                  </a:ext>
                </a:extLst>
              </p:cNvPr>
              <p:cNvSpPr/>
              <p:nvPr/>
            </p:nvSpPr>
            <p:spPr>
              <a:xfrm flipH="false" flipV="false">
                <a:off x="1586681" y="5394473"/>
                <a:ext cx="2693219" cy="68887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分析开源生态的发展趋势和变化。</a:t>
                </a:r>
              </a:p>
            </p:txBody>
          </p:sp>
          <p:sp>
            <p:nvSpPr>
              <p:cNvPr descr="71e0bee1-48b8-4fbf-8cf6-07cb79d80224" id="29" name="Number1">
                <a:extLst>
                  <a:ext uri="{FF2B5EF4-FFF2-40B4-BE49-F238E27FC236}">
                    <a16:creationId id="{1A7FB68B-3D4E-A443-DC91-CF075340559B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1772769" y="4287956"/>
                <a:ext cx="527710" cy="461665"/>
              </a:xfrm>
              <a:prstGeom prst="rect">
                <a:avLst/>
              </a:prstGeom>
              <a:noFill/>
            </p:spPr>
            <p:txBody>
              <a:bodyPr anchor="ctr" anchorCtr="false" bIns="45720" lIns="91440" rIns="91440" rtlCol="0" tIns="45720" wrap="none">
                <a:spAutoFit/>
              </a:bodyPr>
              <a:lstStyle/>
              <a:p>
                <a:pPr algn="ctr"/>
                <a:r>
                  <a:rPr b="true" i="false" lang="en-US" sz="2400" u="none">
                    <a:solidFill>
                      <a:srgbClr val="1E4DCD"/>
                    </a:solidFill>
                    <a:latin typeface="Arial"/>
                  </a:rPr>
                  <a:t>01</a:t>
                </a:r>
              </a:p>
            </p:txBody>
          </p:sp>
        </p:grpSp>
        <p:grpSp>
          <p:nvGrpSpPr>
            <p:cNvPr descr="05266d38-65ad-4046-b7e4-361a1d597fad" id="4" name="组合 3">
              <a:extLst>
                <a:ext uri="{FF2B5EF4-FFF2-40B4-BE49-F238E27FC236}">
                  <a16:creationId id="{CBEEE83B-49BA-1F45-A738-4B1FEC017CE5}"/>
                </a:ext>
              </a:extLst>
            </p:cNvPr>
            <p:cNvGrpSpPr/>
            <p:nvPr/>
          </p:nvGrpSpPr>
          <p:grpSpPr>
            <a:xfrm>
              <a:off x="5104582" y="2917993"/>
              <a:ext cx="2794818" cy="1880969"/>
              <a:chOff x="5104582" y="2917993"/>
              <a:chExt cx="2794818" cy="1880969"/>
            </a:xfrm>
          </p:grpSpPr>
          <p:sp>
            <p:nvSpPr>
              <p:cNvPr descr="39544dc6-c1bb-4e00-ba63-5d88abe15fa1" id="21" name="Shape2">
                <a:extLst>
                  <a:ext uri="{FF2B5EF4-FFF2-40B4-BE49-F238E27FC236}">
                    <a16:creationId id="{4B68DC19-2789-4AA5-453E-5236182650EE}"/>
                  </a:ext>
                </a:extLst>
              </p:cNvPr>
              <p:cNvSpPr/>
              <p:nvPr/>
            </p:nvSpPr>
            <p:spPr>
              <a:xfrm flipH="false" flipV="false">
                <a:off x="5104582" y="3292575"/>
                <a:ext cx="203198" cy="20319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8ae91ea7-53d4-4d95-81c3-345d4a7a32e3" id="25" name="Bullet2">
                <a:extLst>
                  <a:ext uri="{FF2B5EF4-FFF2-40B4-BE49-F238E27FC236}">
                    <a16:creationId id="{9FCC1943-FEFF-F340-AA24-840082FB225A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5206181" y="3634137"/>
                <a:ext cx="2693219" cy="4759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识别新兴技术</a:t>
                </a:r>
              </a:p>
            </p:txBody>
          </p:sp>
          <p:sp>
            <p:nvSpPr>
              <p:cNvPr descr="cf625111-a2bb-428b-90de-a64aa58474bc" id="26" name="Text2">
                <a:extLst>
                  <a:ext uri="{FF2B5EF4-FFF2-40B4-BE49-F238E27FC236}">
                    <a16:creationId id="{86FE61CA-3E6B-505F-7718-6F62A3B1AF39}"/>
                  </a:ext>
                </a:extLst>
              </p:cNvPr>
              <p:cNvSpPr/>
              <p:nvPr/>
            </p:nvSpPr>
            <p:spPr>
              <a:xfrm flipH="false" flipV="false">
                <a:off x="5206181" y="4110089"/>
                <a:ext cx="2693219" cy="68887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识别新兴技术和热门领域。</a:t>
                </a:r>
              </a:p>
            </p:txBody>
          </p:sp>
          <p:sp>
            <p:nvSpPr>
              <p:cNvPr descr="e604737a-42d9-4b1e-bcd0-4cf521e3b818" id="30" name="Number2">
                <a:extLst>
                  <a:ext uri="{FF2B5EF4-FFF2-40B4-BE49-F238E27FC236}">
                    <a16:creationId id="{E40E9064-36F8-E611-2A60-B79FCE877583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5392269" y="2917993"/>
                <a:ext cx="527709" cy="461665"/>
              </a:xfrm>
              <a:prstGeom prst="rect">
                <a:avLst/>
              </a:prstGeom>
              <a:noFill/>
            </p:spPr>
            <p:txBody>
              <a:bodyPr anchor="ctr" anchorCtr="false" bIns="45720" lIns="91440" rIns="91440" rtlCol="0" tIns="45720" wrap="none">
                <a:spAutoFit/>
              </a:bodyPr>
              <a:lstStyle/>
              <a:p>
                <a:pPr algn="ctr"/>
                <a:r>
                  <a:rPr b="true" i="false" lang="en-US" sz="2400" u="none">
                    <a:solidFill>
                      <a:srgbClr val="FFFF00"/>
                    </a:solidFill>
                    <a:latin typeface="Arial"/>
                  </a:rPr>
                  <a:t>02</a:t>
                </a:r>
              </a:p>
            </p:txBody>
          </p:sp>
        </p:grpSp>
        <p:grpSp>
          <p:nvGrpSpPr>
            <p:cNvPr descr="1ce88f94-5c1c-4a6a-af09-bd6041711df3" id="5" name="组合 4">
              <a:extLst>
                <a:ext uri="{FF2B5EF4-FFF2-40B4-BE49-F238E27FC236}">
                  <a16:creationId id="{32CC6B4A-9E39-BEFB-55C4-0B36BF92D2F1}"/>
                </a:ext>
              </a:extLst>
            </p:cNvPr>
            <p:cNvGrpSpPr/>
            <p:nvPr/>
          </p:nvGrpSpPr>
          <p:grpSpPr>
            <a:xfrm>
              <a:off x="8724082" y="1534912"/>
              <a:ext cx="2794818" cy="1894087"/>
              <a:chOff x="8724082" y="1534912"/>
              <a:chExt cx="2794818" cy="1894087"/>
            </a:xfrm>
          </p:grpSpPr>
          <p:sp>
            <p:nvSpPr>
              <p:cNvPr descr="97f29df2-615e-4b8a-b65b-924de5542e0b" id="22" name="Shape3">
                <a:extLst>
                  <a:ext uri="{FF2B5EF4-FFF2-40B4-BE49-F238E27FC236}">
                    <a16:creationId id="{99536C1B-AE30-5A93-A40A-B2EEDF5315AE}"/>
                  </a:ext>
                </a:extLst>
              </p:cNvPr>
              <p:cNvSpPr/>
              <p:nvPr/>
            </p:nvSpPr>
            <p:spPr>
              <a:xfrm flipH="false" flipV="false">
                <a:off x="8724082" y="1922613"/>
                <a:ext cx="203198" cy="20319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</a:p>
            </p:txBody>
          </p:sp>
          <p:sp>
            <p:nvSpPr>
              <p:cNvPr descr="5f1b84f3-4d24-4e99-95f3-6b2f5eae891c" id="27" name="Bullet3">
                <a:extLst>
                  <a:ext uri="{FF2B5EF4-FFF2-40B4-BE49-F238E27FC236}">
                    <a16:creationId id="{0A0857BC-008A-AA95-BA7B-722F137CE9EE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8825681" y="2264174"/>
                <a:ext cx="2693219" cy="4759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研究项目规律</a:t>
                </a:r>
              </a:p>
            </p:txBody>
          </p:sp>
          <p:sp>
            <p:nvSpPr>
              <p:cNvPr descr="a4001031-aa20-4388-8bb6-d42d212d69c5" id="28" name="Text3">
                <a:extLst>
                  <a:ext uri="{FF2B5EF4-FFF2-40B4-BE49-F238E27FC236}">
                    <a16:creationId id="{17B99F8B-AA05-5064-B60E-9F5A386A450D}"/>
                  </a:ext>
                </a:extLst>
              </p:cNvPr>
              <p:cNvSpPr/>
              <p:nvPr/>
            </p:nvSpPr>
            <p:spPr>
              <a:xfrm flipH="false" flipV="false">
                <a:off x="8825681" y="2740126"/>
                <a:ext cx="2693219" cy="68887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研究项目生命周期和发展规律。</a:t>
                </a:r>
              </a:p>
            </p:txBody>
          </p:sp>
          <p:sp>
            <p:nvSpPr>
              <p:cNvPr descr="e543814c-0d90-4ae6-b478-e2d1d3fba4f5" id="31" name="Number3">
                <a:extLst>
                  <a:ext uri="{FF2B5EF4-FFF2-40B4-BE49-F238E27FC236}">
                    <a16:creationId id="{B1E6FE83-42DB-7DBF-0CE7-94F349980DED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9011769" y="1534912"/>
                <a:ext cx="527709" cy="461665"/>
              </a:xfrm>
              <a:prstGeom prst="rect">
                <a:avLst/>
              </a:prstGeom>
              <a:noFill/>
            </p:spPr>
            <p:txBody>
              <a:bodyPr anchor="ctr" anchorCtr="false" bIns="45720" lIns="91440" rIns="91440" rtlCol="0" tIns="45720" wrap="none">
                <a:spAutoFit/>
              </a:bodyPr>
              <a:lstStyle/>
              <a:p>
                <a:pPr algn="ctr"/>
                <a:r>
                  <a:rPr b="true" i="false" lang="en-US" sz="2400" u="none">
                    <a:solidFill>
                      <a:srgbClr val="01CDFE"/>
                    </a:solidFill>
                    <a:latin typeface="Arial"/>
                  </a:rPr>
                  <a:t>03</a:t>
                </a:r>
              </a:p>
            </p:txBody>
          </p:sp>
        </p:grpSp>
      </p:grpSp>
      <p:sp>
        <p:nvSpPr>
          <p:cNvPr descr="697f60e6-d590-4202-9a4a-bde26f963db9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FFFFFF"/>
                </a:solidFill>
                <a:ea typeface="微软雅黑"/>
              </a:rPr>
              <a:t>趋势研究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9287d1e1-dca8-4e1f-bfc3-d2107bbdbd68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3600" u="none">
                <a:solidFill>
                  <a:srgbClr val="FFFFFF"/>
                </a:solidFill>
                <a:ea typeface="微软雅黑"/>
              </a:rPr>
              <a:t>设计合理性分析</a:t>
            </a:r>
          </a:p>
        </p:txBody>
      </p:sp>
      <p:sp>
        <p:nvSpPr>
          <p:cNvPr descr="8fa4c7ce-a26a-4c3a-abd4-ab3a82024325" id="3" name=""/>
          <p:cNvSpPr>
            <a:spLocks noGrp="1"/>
          </p:cNvSpPr>
          <p:nvPr>
            <p:ph hasCustomPrompt="1" idx="1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1600" u="none">
                <a:solidFill>
                  <a:srgbClr val="FFFFFF"/>
                </a:solidFill>
                <a:ea typeface="微软雅黑"/>
              </a:rPr>
              <a:t>分析项目设计合理性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8d4a1737-6704-4162-9de9-5b55acff93a5" id="52" name="ff1d47ca-87d9-4801-885e-f78795f983c1.source.3.zh-Hans.pptx">
            <a:extLst>
              <a:ext uri="{FF2B5EF4-FFF2-40B4-BE49-F238E27FC236}">
                <a16:creationId id="{D0A911B6-694D-5B0F-D987-828901D0DAB9}"/>
              </a:ext>
            </a:extLst>
          </p:cNvPr>
          <p:cNvGrpSpPr/>
          <p:nvPr/>
        </p:nvGrpSpPr>
        <p:grpSpPr>
          <a:xfrm>
            <a:off x="660400" y="1130300"/>
            <a:ext cx="10858500" cy="4773977"/>
            <a:chOff x="660400" y="1130300"/>
            <a:chExt cx="10858500" cy="4773977"/>
          </a:xfrm>
        </p:grpSpPr>
        <p:sp>
          <p:nvSpPr>
            <p:cNvPr descr="980398cf-4917-4ebd-bd00-3a5ed5bcf433" id="21" name="Title">
              <a:extLst>
                <a:ext uri="{FF2B5EF4-FFF2-40B4-BE49-F238E27FC236}">
                  <a16:creationId id="{51ED9B69-7F0A-679F-D698-18A39EFABECD}"/>
                </a:ext>
              </a:extLst>
            </p:cNvPr>
            <p:cNvSpPr txBox="1"/>
            <p:nvPr/>
          </p:nvSpPr>
          <p:spPr>
            <a:xfrm flipH="false" flipV="false">
              <a:off x="660400" y="1130300"/>
              <a:ext cx="10858500" cy="802051"/>
            </a:xfrm>
            <a:prstGeom prst="rect">
              <a:avLst/>
            </a:prstGeom>
            <a:noFill/>
          </p:spPr>
          <p:txBody>
            <a:bodyPr anchor="t" anchorCtr="true" rtlCol="0" vert="horz" wrap="square">
              <a:normAutofit/>
            </a:bodyPr>
            <a:lstStyle/>
            <a:p>
              <a:pPr algn="ctr"/>
              <a:r>
                <a:rPr b="true" i="false" lang="en-US" sz="2400" u="none">
                  <a:solidFill>
                    <a:srgbClr val="FFFFFF"/>
                  </a:solidFill>
                  <a:ea typeface="微软雅黑"/>
                </a:rPr>
                <a:t>评估算法选择的依据</a:t>
              </a:r>
            </a:p>
          </p:txBody>
        </p:sp>
        <p:grpSp>
          <p:nvGrpSpPr>
            <p:cNvPr descr="663b3f57-567a-4c0c-bd36-5250d05e2512" id="49" name="组合 48">
              <a:extLst>
                <a:ext uri="{FF2B5EF4-FFF2-40B4-BE49-F238E27FC236}">
                  <a16:creationId id="{32A165D5-B46B-ADD7-EAD4-8C2E0CB8916F}"/>
                </a:ext>
              </a:extLst>
            </p:cNvPr>
            <p:cNvGrpSpPr/>
            <p:nvPr/>
          </p:nvGrpSpPr>
          <p:grpSpPr>
            <a:xfrm>
              <a:off x="965667" y="2359036"/>
              <a:ext cx="3107603" cy="3545241"/>
              <a:chOff x="965667" y="2359036"/>
              <a:chExt cx="3107603" cy="3545241"/>
            </a:xfrm>
          </p:grpSpPr>
          <p:sp>
            <p:nvSpPr>
              <p:cNvPr descr="e9361695-db74-4ae3-950a-cc6a7459e261" id="44" name="Bullet1">
                <a:extLst>
                  <a:ext uri="{FF2B5EF4-FFF2-40B4-BE49-F238E27FC236}">
                    <a16:creationId id="{B59C41DF-A456-FBAB-B1C4-3E2CF313CCC6}"/>
                  </a:ext>
                </a:extLst>
              </p:cNvPr>
              <p:cNvSpPr/>
              <p:nvPr/>
            </p:nvSpPr>
            <p:spPr>
              <a:xfrm flipH="false" flipV="false">
                <a:off x="965667" y="4498965"/>
                <a:ext cx="2956330" cy="661334"/>
              </a:xfrm>
              <a:prstGeom prst="roundRect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b" anchorCtr="false" bIns="90000" lIns="180000" numCol="1" rIns="180000" spcCol="1270" spcFirstLastPara="0" tIns="180000" vert="horz" wrap="square">
                <a:normAutofit/>
              </a:bodyPr>
              <a:lstStyle/>
              <a:p>
                <a:pPr algn="l">
                  <a:spcBef>
                    <a:spcPct val="0"/>
                  </a:spcBef>
                  <a:spcAft>
                    <a:spcPct val="35000"/>
                  </a:spcAft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GMM分层优势</a:t>
                </a:r>
              </a:p>
            </p:txBody>
          </p:sp>
          <p:sp>
            <p:nvSpPr>
              <p:cNvPr descr="f51463e3-77f1-47b3-b8e2-c1c2a307c663" id="45" name="ComponentBackground1">
                <a:extLst>
                  <a:ext uri="{FF2B5EF4-FFF2-40B4-BE49-F238E27FC236}">
                    <a16:creationId id="{DB56E8D8-1D94-BBF3-749D-8A08CAF2A845}"/>
                  </a:ext>
                </a:extLst>
              </p:cNvPr>
              <p:cNvSpPr/>
              <p:nvPr/>
            </p:nvSpPr>
            <p:spPr>
              <a:xfrm flipH="false" flipV="false">
                <a:off x="965667" y="2359036"/>
                <a:ext cx="2956330" cy="2292340"/>
              </a:xfrm>
              <a:prstGeom prst="round2SameRect">
                <a:avLst>
                  <a:gd fmla="val 8000" name="adj1"/>
                  <a:gd fmla="val 0" name="adj2"/>
                </a:avLst>
              </a:prstGeom>
              <a:solidFill>
                <a:schemeClr val="bg1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rgbClr b="0" g="0" r="0"/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anchorCtr="false"/>
              <a:lstStyle/>
              <a:p>
                <a:pPr algn="l"/>
              </a:p>
            </p:txBody>
          </p:sp>
          <p:sp>
            <p:nvSpPr>
              <p:cNvPr descr="4837f2f2-15a0-433e-a60a-368bccd6c532" id="46" name="Number1">
                <a:extLst>
                  <a:ext uri="{FF2B5EF4-FFF2-40B4-BE49-F238E27FC236}">
                    <a16:creationId id="{DB471C65-527D-0511-B858-37F72BADD8E9}"/>
                  </a:ext>
                </a:extLst>
              </p:cNvPr>
              <p:cNvSpPr/>
              <p:nvPr/>
            </p:nvSpPr>
            <p:spPr>
              <a:xfrm flipH="false" flipV="false">
                <a:off x="3431609" y="5262616"/>
                <a:ext cx="641661" cy="641661"/>
              </a:xfrm>
              <a:prstGeom prst="ellipse">
                <a:avLst/>
              </a:prstGeom>
              <a:solidFill>
                <a:schemeClr val="tx2"/>
              </a:solidFill>
              <a:ln w="25400">
                <a:solidFill>
                  <a:srgbClr val="FFFFFF">
                    <a:alpha val="90000"/>
                  </a:srgbClr>
                </a:solidFill>
              </a:ln>
            </p:spPr>
            <p:style>
              <a:lnRef idx="2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anchor="ctr" anchorCtr="false" bIns="45720" lIns="91440" rIns="91440" tIns="45720" wrap="none"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01</a:t>
                </a:r>
              </a:p>
            </p:txBody>
          </p:sp>
          <p:sp>
            <p:nvSpPr>
              <p:cNvPr descr="58b4bc16-b67a-4659-8711-020748b9e693" id="47" name="Text1">
                <a:extLst>
                  <a:ext uri="{FF2B5EF4-FFF2-40B4-BE49-F238E27FC236}">
                    <a16:creationId id="{95746016-609F-38AA-E09D-256CA082B7B6}"/>
                  </a:ext>
                </a:extLst>
              </p:cNvPr>
              <p:cNvSpPr txBox="1"/>
              <p:nvPr/>
            </p:nvSpPr>
            <p:spPr>
              <a:xfrm flipH="false" flipV="false">
                <a:off x="1050799" y="2543591"/>
                <a:ext cx="2807617" cy="2010196"/>
              </a:xfrm>
              <a:prstGeom prst="rect">
                <a:avLst/>
              </a:prstGeom>
              <a:noFill/>
            </p:spPr>
            <p:txBody>
              <a:bodyPr anchor="t" anchorCtr="false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提供概率分布，更符合项目模糊边界特性。</a:t>
                </a:r>
              </a:p>
            </p:txBody>
          </p:sp>
        </p:grpSp>
        <p:grpSp>
          <p:nvGrpSpPr>
            <p:cNvPr descr="83522c6f-dc79-4f1d-8b98-7995bb94e8d2" id="50" name="组合 49">
              <a:extLst>
                <a:ext uri="{FF2B5EF4-FFF2-40B4-BE49-F238E27FC236}">
                  <a16:creationId id="{FBB07413-84E9-9BC3-6F09-001B2BFB1119}"/>
                </a:ext>
              </a:extLst>
            </p:cNvPr>
            <p:cNvGrpSpPr/>
            <p:nvPr/>
          </p:nvGrpSpPr>
          <p:grpSpPr>
            <a:xfrm>
              <a:off x="4651023" y="2359036"/>
              <a:ext cx="3107603" cy="3545241"/>
              <a:chOff x="4651023" y="2359036"/>
              <a:chExt cx="3107603" cy="3545241"/>
            </a:xfrm>
          </p:grpSpPr>
          <p:sp>
            <p:nvSpPr>
              <p:cNvPr descr="17527d1f-df86-4431-b9bd-bbefc3fa83f6" id="40" name="Bullet2">
                <a:extLst>
                  <a:ext uri="{FF2B5EF4-FFF2-40B4-BE49-F238E27FC236}">
                    <a16:creationId id="{EACDF4BB-C2F8-2F9D-5145-7D3B6B252B53}"/>
                  </a:ext>
                </a:extLst>
              </p:cNvPr>
              <p:cNvSpPr/>
              <p:nvPr/>
            </p:nvSpPr>
            <p:spPr>
              <a:xfrm flipH="false" flipV="false">
                <a:off x="4651023" y="4498965"/>
                <a:ext cx="2956330" cy="661334"/>
              </a:xfrm>
              <a:prstGeom prst="roundRect">
                <a:avLst/>
              </a:prstGeom>
              <a:solidFill>
                <a:schemeClr val="accent1">
                  <a:hueOff val="0"/>
                  <a:satOff val="0"/>
                  <a:lumOff val="0"/>
                </a:schemeClr>
              </a:solidFill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b" anchorCtr="false" bIns="90000" lIns="180000" numCol="1" rIns="180000" spcCol="1270" spcFirstLastPara="0" tIns="180000" vert="horz" wrap="square">
                <a:normAutofit/>
              </a:bodyPr>
              <a:lstStyle/>
              <a:p>
                <a:pPr algn="l">
                  <a:spcBef>
                    <a:spcPct val="0"/>
                  </a:spcBef>
                  <a:spcAft>
                    <a:spcPct val="35000"/>
                  </a:spcAft>
                </a:pPr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多方法组合优点</a:t>
                </a:r>
              </a:p>
            </p:txBody>
          </p:sp>
          <p:sp>
            <p:nvSpPr>
              <p:cNvPr descr="bcacbc96-56ea-4cdd-aa34-bb23645b68f8" id="41" name="ComponentBackground2">
                <a:extLst>
                  <a:ext uri="{FF2B5EF4-FFF2-40B4-BE49-F238E27FC236}">
                    <a16:creationId id="{05EBAC32-1A85-550D-FE0D-C102F2096C9D}"/>
                  </a:ext>
                </a:extLst>
              </p:cNvPr>
              <p:cNvSpPr/>
              <p:nvPr/>
            </p:nvSpPr>
            <p:spPr>
              <a:xfrm flipH="false" flipV="false">
                <a:off x="4651023" y="2359036"/>
                <a:ext cx="2956330" cy="2292340"/>
              </a:xfrm>
              <a:prstGeom prst="round2SameRect">
                <a:avLst>
                  <a:gd fmla="val 8000" name="adj1"/>
                  <a:gd fmla="val 0" name="adj2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rgbClr b="0" g="0" r="0"/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anchorCtr="false"/>
              <a:lstStyle/>
              <a:p>
                <a:pPr algn="l"/>
              </a:p>
            </p:txBody>
          </p:sp>
          <p:sp>
            <p:nvSpPr>
              <p:cNvPr descr="a8048a69-0cc1-415e-829e-4c7412882cfe" id="42" name="Number2">
                <a:extLst>
                  <a:ext uri="{FF2B5EF4-FFF2-40B4-BE49-F238E27FC236}">
                    <a16:creationId id="{2CDC8BA7-B76B-9342-A98A-E562A01E3F3F}"/>
                  </a:ext>
                </a:extLst>
              </p:cNvPr>
              <p:cNvSpPr/>
              <p:nvPr/>
            </p:nvSpPr>
            <p:spPr>
              <a:xfrm flipH="false" flipV="false">
                <a:off x="7116965" y="5262616"/>
                <a:ext cx="641661" cy="641661"/>
              </a:xfrm>
              <a:prstGeom prst="ellipse">
                <a:avLst/>
              </a:prstGeom>
              <a:solidFill>
                <a:schemeClr val="accent1"/>
              </a:solidFill>
              <a:ln w="25400">
                <a:solidFill>
                  <a:srgbClr val="FFFFFF">
                    <a:alpha val="90000"/>
                  </a:srgbClr>
                </a:solidFill>
              </a:ln>
            </p:spPr>
            <p:style>
              <a:lnRef idx="2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anchor="ctr" anchorCtr="false" bIns="45720" lIns="91440" rIns="91440" tIns="45720" wrap="none"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02</a:t>
                </a:r>
              </a:p>
            </p:txBody>
          </p:sp>
          <p:sp>
            <p:nvSpPr>
              <p:cNvPr descr="2c7f3900-5768-42b8-8f3d-34b22c53d18c" id="43" name="Text2">
                <a:extLst>
                  <a:ext uri="{FF2B5EF4-FFF2-40B4-BE49-F238E27FC236}">
                    <a16:creationId id="{131DB508-8563-6D89-9562-CF1D8152A40B}"/>
                  </a:ext>
                </a:extLst>
              </p:cNvPr>
              <p:cNvSpPr txBox="1"/>
              <p:nvPr/>
            </p:nvSpPr>
            <p:spPr>
              <a:xfrm flipH="false" flipV="false">
                <a:off x="4736155" y="2543591"/>
                <a:ext cx="2807617" cy="2010196"/>
              </a:xfrm>
              <a:prstGeom prst="rect">
                <a:avLst/>
              </a:prstGeom>
              <a:noFill/>
            </p:spPr>
            <p:txBody>
              <a:bodyPr anchor="t" anchorCtr="false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结合多种预测方法，提高预测准确性。</a:t>
                </a:r>
              </a:p>
            </p:txBody>
          </p:sp>
        </p:grpSp>
        <p:grpSp>
          <p:nvGrpSpPr>
            <p:cNvPr descr="8b8b8d4f-b371-43db-b33f-0d8a039d1cc1" id="51" name="组合 50">
              <a:extLst>
                <a:ext uri="{FF2B5EF4-FFF2-40B4-BE49-F238E27FC236}">
                  <a16:creationId id="{73169833-F275-7084-5B70-0FEC07D10EC8}"/>
                </a:ext>
              </a:extLst>
            </p:cNvPr>
            <p:cNvGrpSpPr/>
            <p:nvPr/>
          </p:nvGrpSpPr>
          <p:grpSpPr>
            <a:xfrm>
              <a:off x="8336379" y="2359036"/>
              <a:ext cx="3107603" cy="3545241"/>
              <a:chOff x="8336379" y="2359036"/>
              <a:chExt cx="3107603" cy="3545241"/>
            </a:xfrm>
          </p:grpSpPr>
          <p:sp>
            <p:nvSpPr>
              <p:cNvPr descr="d064de34-a2b7-4763-b41e-21978dc7fa7f" id="36" name="Bullet3">
                <a:extLst>
                  <a:ext uri="{FF2B5EF4-FFF2-40B4-BE49-F238E27FC236}">
                    <a16:creationId id="{D3A9CFF5-F694-CFAE-6E5C-D39509C61776}"/>
                  </a:ext>
                </a:extLst>
              </p:cNvPr>
              <p:cNvSpPr/>
              <p:nvPr/>
            </p:nvSpPr>
            <p:spPr>
              <a:xfrm flipH="false" flipV="false">
                <a:off x="8336379" y="4553787"/>
                <a:ext cx="2956330" cy="606511"/>
              </a:xfrm>
              <a:prstGeom prst="roundRect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b" anchorCtr="false" bIns="90000" lIns="180000" numCol="1" rIns="180000" spcCol="1270" spcFirstLastPara="0" tIns="180000" vert="horz" wrap="square">
                <a:normAutofit/>
              </a:bodyPr>
              <a:lstStyle/>
              <a:p>
                <a:pPr algn="l">
                  <a:spcBef>
                    <a:spcPct val="0"/>
                  </a:spcBef>
                  <a:spcAft>
                    <a:spcPct val="35000"/>
                  </a:spcAft>
                </a:pPr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AHP动态权重意义</a:t>
                </a:r>
              </a:p>
            </p:txBody>
          </p:sp>
          <p:sp>
            <p:nvSpPr>
              <p:cNvPr descr="4471c0ec-e72e-42af-bcab-98937a67fd21" id="37" name="ComponentBackground3">
                <a:extLst>
                  <a:ext uri="{FF2B5EF4-FFF2-40B4-BE49-F238E27FC236}">
                    <a16:creationId id="{25E0A9A2-AFC4-BCC0-96D8-A7E7D0AF52DB}"/>
                  </a:ext>
                </a:extLst>
              </p:cNvPr>
              <p:cNvSpPr/>
              <p:nvPr/>
            </p:nvSpPr>
            <p:spPr>
              <a:xfrm flipH="false" flipV="false">
                <a:off x="8336379" y="2359036"/>
                <a:ext cx="2956330" cy="2292340"/>
              </a:xfrm>
              <a:prstGeom prst="round2SameRect">
                <a:avLst>
                  <a:gd fmla="val 8000" name="adj1"/>
                  <a:gd fmla="val 0" name="adj2"/>
                </a:avLst>
              </a:prstGeom>
              <a:solidFill>
                <a:schemeClr val="bg1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rgbClr b="0" g="0" r="0"/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anchorCtr="false"/>
              <a:lstStyle/>
              <a:p>
                <a:pPr algn="l"/>
              </a:p>
            </p:txBody>
          </p:sp>
          <p:sp>
            <p:nvSpPr>
              <p:cNvPr descr="3b8a69e6-0140-4468-9137-61b31dc70501" id="38" name="Number3">
                <a:extLst>
                  <a:ext uri="{FF2B5EF4-FFF2-40B4-BE49-F238E27FC236}">
                    <a16:creationId id="{C73EF30F-D9D0-28B9-0811-0C45D363D715}"/>
                  </a:ext>
                </a:extLst>
              </p:cNvPr>
              <p:cNvSpPr/>
              <p:nvPr/>
            </p:nvSpPr>
            <p:spPr>
              <a:xfrm flipH="false" flipV="false">
                <a:off x="10802321" y="5262616"/>
                <a:ext cx="641661" cy="641661"/>
              </a:xfrm>
              <a:prstGeom prst="ellipse">
                <a:avLst/>
              </a:prstGeom>
              <a:solidFill>
                <a:schemeClr val="tx2"/>
              </a:solidFill>
              <a:ln w="25400">
                <a:solidFill>
                  <a:srgbClr val="FFFFFF">
                    <a:alpha val="90000"/>
                  </a:srgbClr>
                </a:solidFill>
              </a:ln>
            </p:spPr>
            <p:style>
              <a:lnRef idx="2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anchor="ctr" anchorCtr="false" bIns="45720" lIns="91440" rIns="91440" tIns="45720" wrap="none">
                <a:normAutofit/>
              </a:bodyPr>
              <a:lstStyle/>
              <a:p>
                <a:pPr algn="ctr"/>
                <a:r>
                  <a:rPr b="true" i="false" lang="en-US" sz="1800" u="none">
                    <a:solidFill>
                      <a:srgbClr val="000000"/>
                    </a:solidFill>
                    <a:latin typeface="Arial"/>
                  </a:rPr>
                  <a:t>03</a:t>
                </a:r>
              </a:p>
            </p:txBody>
          </p:sp>
          <p:sp>
            <p:nvSpPr>
              <p:cNvPr descr="561a44ff-8a53-4bef-a2f6-acee817a9a57" id="39" name="Text3">
                <a:extLst>
                  <a:ext uri="{FF2B5EF4-FFF2-40B4-BE49-F238E27FC236}">
                    <a16:creationId id="{66EC96AF-5059-553C-841C-02A6A4644D6E}"/>
                  </a:ext>
                </a:extLst>
              </p:cNvPr>
              <p:cNvSpPr txBox="1"/>
              <p:nvPr/>
            </p:nvSpPr>
            <p:spPr>
              <a:xfrm flipH="false" flipV="false">
                <a:off x="8421511" y="2543591"/>
                <a:ext cx="2807617" cy="2010196"/>
              </a:xfrm>
              <a:prstGeom prst="rect">
                <a:avLst/>
              </a:prstGeom>
              <a:noFill/>
            </p:spPr>
            <p:txBody>
              <a:bodyPr anchor="t" anchorCtr="false" wrap="square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根据项目层级调整权重，符合不同阶段关注点。</a:t>
                </a:r>
              </a:p>
            </p:txBody>
          </p:sp>
        </p:grpSp>
      </p:grpSp>
      <p:sp>
        <p:nvSpPr>
          <p:cNvPr descr="697f60e6-d590-4202-9a4a-bde26f963db9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FFFFFF"/>
                </a:solidFill>
                <a:ea typeface="微软雅黑"/>
              </a:rPr>
              <a:t>算法选择合理性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ad9e7ddd-d120-46cf-9f65-27c479ea705e" id="3" name="2492b476-3c7a-43d2-b0d1-7a7b24a757f3.source.4.zh-Hans.pptx">
            <a:extLst>
              <a:ext uri="{FF2B5EF4-FFF2-40B4-BE49-F238E27FC236}">
                <a16:creationId id="{443C3948-4D37-1911-E36F-4322E3569282}"/>
              </a:ext>
            </a:extLst>
          </p:cNvPr>
          <p:cNvGrpSpPr/>
          <p:nvPr/>
        </p:nvGrpSpPr>
        <p:grpSpPr>
          <a:xfrm>
            <a:off x="660400" y="1130301"/>
            <a:ext cx="10858500" cy="4732619"/>
            <a:chOff x="660400" y="1130301"/>
            <a:chExt cx="10858500" cy="4732619"/>
          </a:xfrm>
        </p:grpSpPr>
        <p:grpSp>
          <p:nvGrpSpPr>
            <p:cNvPr descr="83aec85b-77e6-4e4c-a821-5191553134db" id="17" name="组合 16">
              <a:extLst>
                <a:ext uri="{FF2B5EF4-FFF2-40B4-BE49-F238E27FC236}">
                  <a16:creationId id="{9FC2ADC7-8696-3430-A730-C3C69910DB81}"/>
                </a:ext>
              </a:extLst>
            </p:cNvPr>
            <p:cNvGrpSpPr/>
            <p:nvPr/>
          </p:nvGrpSpPr>
          <p:grpSpPr>
            <a:xfrm>
              <a:off x="1075765" y="1983444"/>
              <a:ext cx="9993853" cy="3879476"/>
              <a:chOff x="1075765" y="1983444"/>
              <a:chExt cx="9993853" cy="3879476"/>
            </a:xfrm>
          </p:grpSpPr>
          <p:grpSp>
            <p:nvGrpSpPr>
              <p:cNvPr descr="069c3dd1-b762-47ea-ab6c-7d83f6af774a" id="43" name="组合 42">
                <a:extLst>
                  <a:ext uri="{FF2B5EF4-FFF2-40B4-BE49-F238E27FC236}">
                    <a16:creationId id="{3C4FB4B4-72EC-4D46-A301-C8FCBA4102A8}"/>
                  </a:ext>
                </a:extLst>
              </p:cNvPr>
              <p:cNvGrpSpPr/>
              <p:nvPr/>
            </p:nvGrpSpPr>
            <p:grpSpPr>
              <a:xfrm>
                <a:off x="1075765" y="1983444"/>
                <a:ext cx="2151529" cy="3879476"/>
                <a:chOff x="968188" y="1692986"/>
                <a:chExt cx="2151529" cy="3879476"/>
              </a:xfrm>
            </p:grpSpPr>
            <p:sp>
              <p:nvSpPr>
                <p:cNvPr descr="51988197-e142-421d-be93-b390841c453f" id="18" name="矩形: 圆角 17">
                  <a:extLst>
                    <a:ext uri="{FF2B5EF4-FFF2-40B4-BE49-F238E27FC236}">
                      <a16:creationId id="{272083D8-9EB8-4B22-9D77-06D5A76A61B0}"/>
                    </a:ext>
                  </a:extLst>
                </p:cNvPr>
                <p:cNvSpPr/>
                <p:nvPr/>
              </p:nvSpPr>
              <p:spPr>
                <a:xfrm flipH="false" flipV="false">
                  <a:off x="968188" y="1692986"/>
                  <a:ext cx="2151529" cy="3879476"/>
                </a:xfrm>
                <a:prstGeom prst="roundRect">
                  <a:avLst>
                    <a:gd fmla="val 6565" name="adj"/>
                  </a:avLst>
                </a:prstGeom>
                <a:solidFill>
                  <a:schemeClr val="tx2">
                    <a:alpha val="10000"/>
                  </a:schemeClr>
                </a:solidFill>
                <a:ln cap="rnd" w="19050">
                  <a:noFill/>
                  <a:prstDash val="solid"/>
                  <a:round/>
                  <a:headEnd/>
                  <a:tailEnd/>
                </a:ln>
                <a:effectLst>
                  <a:outerShdw algn="l" blurRad="406400" dist="101600" rotWithShape="0">
                    <a:schemeClr val="bg1">
                      <a:lumMod val="65000"/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    <a:normAutofit/>
                </a:bodyPr>
                <a:lstStyle/>
                <a:p>
                  <a:pPr algn="ctr"/>
                </a:p>
              </p:txBody>
            </p:sp>
            <p:sp>
              <p:nvSpPr>
                <p:cNvPr descr="7a8e7879-1c45-4726-b756-d757afb7ead9" id="19" name="Text1">
                  <a:extLst>
                    <a:ext uri="{FF2B5EF4-FFF2-40B4-BE49-F238E27FC236}">
                      <a16:creationId id="{620FCAE7-9915-4693-9332-3EA723C9FABC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1086523" y="2829288"/>
                  <a:ext cx="1995948" cy="21421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t" anchorCtr="false" bIns="45720" lIns="91440" rIns="9144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false" i="false" lang="en-US" sz="1200" u="none">
                      <a:solidFill>
                        <a:srgbClr val="FFFFFF"/>
                      </a:solidFill>
                      <a:ea typeface="微软雅黑"/>
                    </a:rPr>
                    <a:t>便于维护和扩展，降低模块间耦合度。</a:t>
                  </a:r>
                </a:p>
              </p:txBody>
            </p:sp>
            <p:sp>
              <p:nvSpPr>
                <p:cNvPr descr="3a71124f-3998-4f11-9f37-53b9d3c44984" id="20" name="Bullet1">
                  <a:extLst>
                    <a:ext uri="{FF2B5EF4-FFF2-40B4-BE49-F238E27FC236}">
                      <a16:creationId id="{ABE2295E-877F-4DBE-99C2-0036F944C4F7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1243566" y="2397200"/>
                  <a:ext cx="1838905" cy="276999"/>
                </a:xfrm>
                <a:prstGeom prst="rect">
                  <a:avLst/>
                </a:prstGeom>
                <a:noFill/>
                <a:effectLst/>
              </p:spPr>
              <p:txBody>
                <a:bodyPr anchorCtr="false" rtlCol="0" wrap="square">
                  <a:normAutofit fontScale="85000" lnSpcReduction="20000"/>
                </a:bodyPr>
                <a:lstStyle>
                  <a:defPPr>
                    <a:defRPr lang="zh-CN"/>
                  </a:defPPr>
                  <a:lvl1pPr>
                    <a:defRPr b="1" i="0" sz="2000">
                      <a:gradFill>
                        <a:gsLst>
                          <a:gs pos="0">
                            <a:schemeClr val="accent1">
                              <a:lumMod val="60000"/>
                              <a:lumOff val="40000"/>
                            </a:schemeClr>
                          </a:gs>
                          <a:gs pos="60000">
                            <a:schemeClr val="accent1"/>
                          </a:gs>
                        </a:gsLst>
                        <a:lin ang="2700000" scaled="0"/>
                      </a:gradFill>
                      <a:effectLst>
                        <a:outerShdw algn="ctr" blurRad="76200" dir="5400000" dist="50800" rotWithShape="0">
                          <a:schemeClr val="accent1">
                            <a:alpha val="20000"/>
                          </a:schemeClr>
                        </a:outerShdw>
                      </a:effectLst>
                    </a:defRPr>
                  </a:lvl1pPr>
                </a:lstStyle>
                <a:p>
                  <a:pPr algn="l"/>
                  <a:r>
                    <a:rPr b="true" i="false" lang="en-US" sz="1800" u="none">
                      <a:solidFill>
                        <a:srgbClr val="FFFFFF"/>
                      </a:solidFill>
                      <a:ea typeface="微软雅黑"/>
                    </a:rPr>
                    <a:t>模块化设计好处</a:t>
                  </a:r>
                </a:p>
              </p:txBody>
            </p:sp>
            <p:cxnSp>
              <p:nvCxnSpPr>
                <p:cNvPr descr="dd485c58-aa97-440c-8502-8473be16715a" id="22" name="直接连接符 21">
                  <a:extLst>
                    <a:ext uri="{FF2B5EF4-FFF2-40B4-BE49-F238E27FC236}">
                      <a16:creationId id="{670A71A2-3C69-4037-AC30-FCC8CD292F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false" flipV="false">
                  <a:off x="1200534" y="2397200"/>
                  <a:ext cx="0" cy="307777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descr="a39cfce0-9516-49df-8e1a-7dab4e4c0324" id="23" name="Number1">
                  <a:extLst>
                    <a:ext uri="{FF2B5EF4-FFF2-40B4-BE49-F238E27FC236}">
                      <a16:creationId id="{E3CC0BE5-E59A-419A-B9D1-5CC7C091635E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1093695" y="5002229"/>
                  <a:ext cx="491852" cy="368973"/>
                </a:xfrm>
                <a:prstGeom prst="rect">
                  <a:avLst/>
                </a:prstGeom>
                <a:noFill/>
              </p:spPr>
              <p:txBody>
                <a:bodyPr anchorCtr="false" rtlCol="0" wrap="square">
                  <a:no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01CDFE"/>
                      </a:solidFill>
                      <a:latin typeface="Arial"/>
                    </a:rPr>
                    <a:t>01.</a:t>
                  </a:r>
                </a:p>
              </p:txBody>
            </p:sp>
          </p:grpSp>
          <p:grpSp>
            <p:nvGrpSpPr>
              <p:cNvPr descr="3ca0e017-0046-449a-93bc-6b7bf2b5362e" id="44" name="组合 43">
                <a:extLst>
                  <a:ext uri="{FF2B5EF4-FFF2-40B4-BE49-F238E27FC236}">
                    <a16:creationId id="{40BDBC64-6EED-45D2-9D5F-CE8BB041FC26}"/>
                  </a:ext>
                </a:extLst>
              </p:cNvPr>
              <p:cNvGrpSpPr/>
              <p:nvPr/>
            </p:nvGrpSpPr>
            <p:grpSpPr>
              <a:xfrm>
                <a:off x="3689873" y="1983444"/>
                <a:ext cx="2151529" cy="3879476"/>
                <a:chOff x="3582296" y="1692986"/>
                <a:chExt cx="2151529" cy="3879476"/>
              </a:xfrm>
            </p:grpSpPr>
            <p:sp>
              <p:nvSpPr>
                <p:cNvPr descr="4db4f7ff-0fb0-486d-8b5f-3ce7bca7e0b7" id="26" name="矩形: 圆角 25">
                  <a:extLst>
                    <a:ext uri="{FF2B5EF4-FFF2-40B4-BE49-F238E27FC236}">
                      <a16:creationId id="{1944BC33-EA10-4FC7-8B9B-434622259956}"/>
                    </a:ext>
                  </a:extLst>
                </p:cNvPr>
                <p:cNvSpPr/>
                <p:nvPr/>
              </p:nvSpPr>
              <p:spPr>
                <a:xfrm flipH="false" flipV="false">
                  <a:off x="3582296" y="1692986"/>
                  <a:ext cx="2151529" cy="3879476"/>
                </a:xfrm>
                <a:prstGeom prst="roundRect">
                  <a:avLst>
                    <a:gd fmla="val 6565" name="adj"/>
                  </a:avLst>
                </a:prstGeom>
                <a:solidFill>
                  <a:schemeClr val="tx2">
                    <a:alpha val="10000"/>
                  </a:schemeClr>
                </a:solidFill>
                <a:ln cap="rnd" w="19050">
                  <a:noFill/>
                  <a:prstDash val="solid"/>
                  <a:round/>
                  <a:headEnd/>
                  <a:tailEnd/>
                </a:ln>
                <a:effectLst>
                  <a:outerShdw algn="l" blurRad="406400" dist="101600" rotWithShape="0">
                    <a:schemeClr val="bg1">
                      <a:lumMod val="65000"/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    <a:normAutofit/>
                </a:bodyPr>
                <a:lstStyle/>
                <a:p>
                  <a:pPr algn="ctr"/>
                </a:p>
              </p:txBody>
            </p:sp>
            <p:sp>
              <p:nvSpPr>
                <p:cNvPr descr="496e856f-da2a-4f07-a8b4-8c8dbe124881" id="27" name="Text2">
                  <a:extLst>
                    <a:ext uri="{FF2B5EF4-FFF2-40B4-BE49-F238E27FC236}">
                      <a16:creationId id="{03F621C9-440D-43FE-BC94-0C0B1A8E0EDC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3700631" y="2829288"/>
                  <a:ext cx="1995948" cy="21421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t" anchorCtr="false" bIns="45720" lIns="91440" rIns="9144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false" i="false" lang="en-US" sz="1200" u="none">
                      <a:solidFill>
                        <a:srgbClr val="FFFFFF"/>
                      </a:solidFill>
                      <a:ea typeface="微软雅黑"/>
                    </a:rPr>
                    <a:t>基于真实数据，结合验证数据，提高结果可靠性。</a:t>
                  </a:r>
                </a:p>
              </p:txBody>
            </p:sp>
            <p:sp>
              <p:nvSpPr>
                <p:cNvPr descr="7cf83238-9499-4aba-b5a3-5a28b42b8fc1" id="28" name="Bullet2">
                  <a:extLst>
                    <a:ext uri="{FF2B5EF4-FFF2-40B4-BE49-F238E27FC236}">
                      <a16:creationId id="{E58D38BE-4D09-4C40-AE4E-99D084F9A1C4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3857674" y="2397200"/>
                  <a:ext cx="1838905" cy="276999"/>
                </a:xfrm>
                <a:prstGeom prst="rect">
                  <a:avLst/>
                </a:prstGeom>
                <a:noFill/>
                <a:effectLst/>
              </p:spPr>
              <p:txBody>
                <a:bodyPr anchorCtr="false" rtlCol="0" wrap="square">
                  <a:normAutofit fontScale="85000" lnSpcReduction="20000"/>
                </a:bodyPr>
                <a:lstStyle>
                  <a:defPPr>
                    <a:defRPr lang="zh-CN"/>
                  </a:defPPr>
                  <a:lvl1pPr>
                    <a:defRPr b="1" i="0" sz="2000">
                      <a:gradFill>
                        <a:gsLst>
                          <a:gs pos="0">
                            <a:schemeClr val="accent1">
                              <a:lumMod val="60000"/>
                              <a:lumOff val="40000"/>
                            </a:schemeClr>
                          </a:gs>
                          <a:gs pos="60000">
                            <a:schemeClr val="accent1"/>
                          </a:gs>
                        </a:gsLst>
                        <a:lin ang="2700000" scaled="0"/>
                      </a:gradFill>
                      <a:effectLst>
                        <a:outerShdw algn="ctr" blurRad="76200" dir="5400000" dist="50800" rotWithShape="0">
                          <a:schemeClr val="accent1">
                            <a:alpha val="20000"/>
                          </a:schemeClr>
                        </a:outerShdw>
                      </a:effectLst>
                    </a:defRPr>
                  </a:lvl1pPr>
                </a:lstStyle>
                <a:p>
                  <a:pPr algn="l"/>
                  <a:r>
                    <a:rPr b="true" i="false" lang="en-US" sz="1800" u="none">
                      <a:solidFill>
                        <a:srgbClr val="FFFFFF"/>
                      </a:solidFill>
                      <a:ea typeface="微软雅黑"/>
                    </a:rPr>
                    <a:t>数据驱动作用</a:t>
                  </a:r>
                </a:p>
              </p:txBody>
            </p:sp>
            <p:cxnSp>
              <p:nvCxnSpPr>
                <p:cNvPr descr="4b352744-4206-4ea0-8681-f1677e29fc01" id="29" name="直接连接符 28">
                  <a:extLst>
                    <a:ext uri="{FF2B5EF4-FFF2-40B4-BE49-F238E27FC236}">
                      <a16:creationId id="{B92D6566-C46D-4BD7-AD83-C9CA613FF4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false" flipV="false">
                  <a:off x="3814642" y="2397200"/>
                  <a:ext cx="0" cy="307777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descr="3ad92ea3-9415-4420-88a3-6f2c435536c8" id="30" name="Number2">
                  <a:extLst>
                    <a:ext uri="{FF2B5EF4-FFF2-40B4-BE49-F238E27FC236}">
                      <a16:creationId id="{E330F5F8-9C60-44C4-BA5F-9FBE99441E63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3814641" y="5002229"/>
                  <a:ext cx="565961" cy="368973"/>
                </a:xfrm>
                <a:prstGeom prst="rect">
                  <a:avLst/>
                </a:prstGeom>
                <a:noFill/>
              </p:spPr>
              <p:txBody>
                <a:bodyPr anchorCtr="false" rtlCol="0" wrap="square">
                  <a:no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FFFF00"/>
                      </a:solidFill>
                      <a:latin typeface="Arial"/>
                    </a:rPr>
                    <a:t>02</a:t>
                  </a:r>
                </a:p>
              </p:txBody>
            </p:sp>
          </p:grpSp>
          <p:grpSp>
            <p:nvGrpSpPr>
              <p:cNvPr descr="a9c50633-d505-4666-8b09-2b6c233979fd" id="45" name="组合 44">
                <a:extLst>
                  <a:ext uri="{FF2B5EF4-FFF2-40B4-BE49-F238E27FC236}">
                    <a16:creationId id="{A65CBD0F-3404-4052-81E6-F6224500105A}"/>
                  </a:ext>
                </a:extLst>
              </p:cNvPr>
              <p:cNvGrpSpPr/>
              <p:nvPr/>
            </p:nvGrpSpPr>
            <p:grpSpPr>
              <a:xfrm>
                <a:off x="6303981" y="1983444"/>
                <a:ext cx="2151529" cy="3879476"/>
                <a:chOff x="6196404" y="1692986"/>
                <a:chExt cx="2151529" cy="3879476"/>
              </a:xfrm>
            </p:grpSpPr>
            <p:sp>
              <p:nvSpPr>
                <p:cNvPr descr="8beab6c1-b5ad-41bd-a846-728b352abc6b" id="32" name="矩形: 圆角 31">
                  <a:extLst>
                    <a:ext uri="{FF2B5EF4-FFF2-40B4-BE49-F238E27FC236}">
                      <a16:creationId id="{E0E493A1-0684-40FC-B912-4E5EAAD09E7D}"/>
                    </a:ext>
                  </a:extLst>
                </p:cNvPr>
                <p:cNvSpPr/>
                <p:nvPr/>
              </p:nvSpPr>
              <p:spPr>
                <a:xfrm flipH="false" flipV="false">
                  <a:off x="6196404" y="1692986"/>
                  <a:ext cx="2151529" cy="3879476"/>
                </a:xfrm>
                <a:prstGeom prst="roundRect">
                  <a:avLst>
                    <a:gd fmla="val 6565" name="adj"/>
                  </a:avLst>
                </a:prstGeom>
                <a:solidFill>
                  <a:schemeClr val="tx2">
                    <a:alpha val="10000"/>
                  </a:schemeClr>
                </a:solidFill>
                <a:ln cap="rnd" w="19050">
                  <a:noFill/>
                  <a:prstDash val="solid"/>
                  <a:round/>
                  <a:headEnd/>
                  <a:tailEnd/>
                </a:ln>
                <a:effectLst>
                  <a:outerShdw algn="l" blurRad="406400" dist="101600" rotWithShape="0">
                    <a:schemeClr val="bg1">
                      <a:lumMod val="65000"/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    <a:normAutofit/>
                </a:bodyPr>
                <a:lstStyle/>
                <a:p>
                  <a:pPr algn="ctr"/>
                </a:p>
              </p:txBody>
            </p:sp>
            <p:sp>
              <p:nvSpPr>
                <p:cNvPr descr="d1095733-f567-41ab-8966-af5886969981" id="33" name="Text3">
                  <a:extLst>
                    <a:ext uri="{FF2B5EF4-FFF2-40B4-BE49-F238E27FC236}">
                      <a16:creationId id="{4ACBD4B0-1570-4D2F-ADF0-945A210CF994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6314739" y="2829288"/>
                  <a:ext cx="1995948" cy="21421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t" anchorCtr="false" bIns="45720" lIns="91440" rIns="9144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false" i="false" lang="en-US" sz="1200" u="none">
                      <a:solidFill>
                        <a:srgbClr val="FFFFFF"/>
                      </a:solidFill>
                      <a:ea typeface="微软雅黑"/>
                    </a:rPr>
                    <a:t>直观展示分析结果，提高可视化效果。</a:t>
                  </a:r>
                </a:p>
              </p:txBody>
            </p:sp>
            <p:sp>
              <p:nvSpPr>
                <p:cNvPr descr="8f0dc65c-7e57-48d0-8505-5bc4128cf650" id="34" name="Bullet3">
                  <a:extLst>
                    <a:ext uri="{FF2B5EF4-FFF2-40B4-BE49-F238E27FC236}">
                      <a16:creationId id="{4F2B8552-DAFA-42C6-BA73-E527F1279878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6471782" y="2397200"/>
                  <a:ext cx="1838905" cy="276999"/>
                </a:xfrm>
                <a:prstGeom prst="rect">
                  <a:avLst/>
                </a:prstGeom>
                <a:noFill/>
                <a:effectLst/>
              </p:spPr>
              <p:txBody>
                <a:bodyPr anchorCtr="false" rtlCol="0" wrap="square">
                  <a:normAutofit fontScale="85000" lnSpcReduction="20000"/>
                </a:bodyPr>
                <a:lstStyle>
                  <a:defPPr>
                    <a:defRPr lang="zh-CN"/>
                  </a:defPPr>
                  <a:lvl1pPr>
                    <a:defRPr b="1" i="0" sz="2000">
                      <a:gradFill>
                        <a:gsLst>
                          <a:gs pos="0">
                            <a:schemeClr val="accent1">
                              <a:lumMod val="60000"/>
                              <a:lumOff val="40000"/>
                            </a:schemeClr>
                          </a:gs>
                          <a:gs pos="60000">
                            <a:schemeClr val="accent1"/>
                          </a:gs>
                        </a:gsLst>
                        <a:lin ang="2700000" scaled="0"/>
                      </a:gradFill>
                      <a:effectLst>
                        <a:outerShdw algn="ctr" blurRad="76200" dir="5400000" dist="50800" rotWithShape="0">
                          <a:schemeClr val="accent1">
                            <a:alpha val="20000"/>
                          </a:schemeClr>
                        </a:outerShdw>
                      </a:effectLst>
                    </a:defRPr>
                  </a:lvl1pPr>
                </a:lstStyle>
                <a:p>
                  <a:pPr algn="l"/>
                  <a:r>
                    <a:rPr b="true" i="false" lang="en-US" sz="1800" u="none">
                      <a:solidFill>
                        <a:srgbClr val="FFFFFF"/>
                      </a:solidFill>
                      <a:ea typeface="微软雅黑"/>
                    </a:rPr>
                    <a:t>可视化呈现效果</a:t>
                  </a:r>
                </a:p>
              </p:txBody>
            </p:sp>
            <p:cxnSp>
              <p:nvCxnSpPr>
                <p:cNvPr descr="421dc2b9-7f9e-4e65-ae81-620033a2a0a5" id="35" name="直接连接符 34">
                  <a:extLst>
                    <a:ext uri="{FF2B5EF4-FFF2-40B4-BE49-F238E27FC236}">
                      <a16:creationId id="{5740DE52-0866-4689-AEA6-85988BF717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false" flipV="false">
                  <a:off x="6428750" y="2397200"/>
                  <a:ext cx="0" cy="307777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descr="eae7f437-7568-4d7c-b16f-7bf27225a78b" id="36" name="Number3">
                  <a:extLst>
                    <a:ext uri="{FF2B5EF4-FFF2-40B4-BE49-F238E27FC236}">
                      <a16:creationId id="{663C86FF-107E-4DFE-B617-9EB67A786704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6428750" y="5002229"/>
                  <a:ext cx="522046" cy="368973"/>
                </a:xfrm>
                <a:prstGeom prst="rect">
                  <a:avLst/>
                </a:prstGeom>
                <a:noFill/>
              </p:spPr>
              <p:txBody>
                <a:bodyPr anchorCtr="false" rtlCol="0" wrap="square">
                  <a:no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52D8B9"/>
                      </a:solidFill>
                      <a:latin typeface="Arial"/>
                    </a:rPr>
                    <a:t>03</a:t>
                  </a:r>
                </a:p>
              </p:txBody>
            </p:sp>
          </p:grpSp>
          <p:grpSp>
            <p:nvGrpSpPr>
              <p:cNvPr descr="68315f26-9c3d-44b9-8a8d-ff28196ac821" id="46" name="组合 45">
                <a:extLst>
                  <a:ext uri="{FF2B5EF4-FFF2-40B4-BE49-F238E27FC236}">
                    <a16:creationId id="{128425F5-03FD-44F3-A304-F7EF6AAF28DC}"/>
                  </a:ext>
                </a:extLst>
              </p:cNvPr>
              <p:cNvGrpSpPr/>
              <p:nvPr/>
            </p:nvGrpSpPr>
            <p:grpSpPr>
              <a:xfrm>
                <a:off x="8918089" y="1983444"/>
                <a:ext cx="2151529" cy="3879476"/>
                <a:chOff x="8810512" y="1692986"/>
                <a:chExt cx="2151529" cy="3879476"/>
              </a:xfrm>
            </p:grpSpPr>
            <p:sp>
              <p:nvSpPr>
                <p:cNvPr descr="b2d92fa1-ba3e-4e43-8482-15ac6a23286d" id="38" name="矩形: 圆角 37">
                  <a:extLst>
                    <a:ext uri="{FF2B5EF4-FFF2-40B4-BE49-F238E27FC236}">
                      <a16:creationId id="{9E9389F5-DD1A-4637-9CEE-C721EC96C104}"/>
                    </a:ext>
                  </a:extLst>
                </p:cNvPr>
                <p:cNvSpPr/>
                <p:nvPr/>
              </p:nvSpPr>
              <p:spPr>
                <a:xfrm flipH="false" flipV="false">
                  <a:off x="8810512" y="1692986"/>
                  <a:ext cx="2151529" cy="3879476"/>
                </a:xfrm>
                <a:prstGeom prst="roundRect">
                  <a:avLst>
                    <a:gd fmla="val 6565" name="adj"/>
                  </a:avLst>
                </a:prstGeom>
                <a:solidFill>
                  <a:schemeClr val="tx2">
                    <a:alpha val="10000"/>
                  </a:schemeClr>
                </a:solidFill>
                <a:ln cap="rnd" w="19050">
                  <a:noFill/>
                  <a:prstDash val="solid"/>
                  <a:round/>
                  <a:headEnd/>
                  <a:tailEnd/>
                </a:ln>
                <a:effectLst>
                  <a:outerShdw algn="l" blurRad="406400" dist="101600" rotWithShape="0">
                    <a:schemeClr val="bg1">
                      <a:lumMod val="65000"/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compatLnSpc="1" forceAA="0" fromWordArt="0" horzOverflow="overflow" lIns="91440" numCol="1" rIns="91440" rot="0" rtlCol="0" spcCol="0" spcFirstLastPara="0" tIns="45720" vert="horz" vertOverflow="overflow" wrap="square">
                  <a:normAutofit/>
                </a:bodyPr>
                <a:lstStyle/>
                <a:p>
                  <a:pPr algn="ctr"/>
                </a:p>
              </p:txBody>
            </p:sp>
            <p:sp>
              <p:nvSpPr>
                <p:cNvPr descr="778af6dc-3d7f-41f5-851a-37507e039031" id="39" name="Text4">
                  <a:extLst>
                    <a:ext uri="{FF2B5EF4-FFF2-40B4-BE49-F238E27FC236}">
                      <a16:creationId id="{085A8258-57C9-4AC2-96B1-EE4E2D5AC305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8928847" y="2829288"/>
                  <a:ext cx="1995948" cy="21421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t" anchorCtr="false" bIns="45720" lIns="91440" rIns="9144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b="false" i="false" lang="en-US" sz="1200" u="none">
                      <a:solidFill>
                        <a:srgbClr val="FFFFFF"/>
                      </a:solidFill>
                      <a:ea typeface="微软雅黑"/>
                    </a:rPr>
                    <a:t>完善异常处理，确保系统健壮性和结果可靠性。</a:t>
                  </a:r>
                </a:p>
              </p:txBody>
            </p:sp>
            <p:sp>
              <p:nvSpPr>
                <p:cNvPr descr="b48d1d24-d11e-4c07-940f-362047a8f192" id="40" name="Bullet4">
                  <a:extLst>
                    <a:ext uri="{FF2B5EF4-FFF2-40B4-BE49-F238E27FC236}">
                      <a16:creationId id="{CEA041CB-9E86-4EDC-AA9D-43340E095F28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9085890" y="2397200"/>
                  <a:ext cx="1838905" cy="276999"/>
                </a:xfrm>
                <a:prstGeom prst="rect">
                  <a:avLst/>
                </a:prstGeom>
                <a:noFill/>
                <a:effectLst/>
              </p:spPr>
              <p:txBody>
                <a:bodyPr anchorCtr="false" rtlCol="0" wrap="square">
                  <a:normAutofit fontScale="85000" lnSpcReduction="20000"/>
                </a:bodyPr>
                <a:lstStyle>
                  <a:defPPr>
                    <a:defRPr lang="zh-CN"/>
                  </a:defPPr>
                  <a:lvl1pPr>
                    <a:defRPr b="1" i="0" sz="2000">
                      <a:gradFill>
                        <a:gsLst>
                          <a:gs pos="0">
                            <a:schemeClr val="accent1">
                              <a:lumMod val="60000"/>
                              <a:lumOff val="40000"/>
                            </a:schemeClr>
                          </a:gs>
                          <a:gs pos="60000">
                            <a:schemeClr val="accent1"/>
                          </a:gs>
                        </a:gsLst>
                        <a:lin ang="2700000" scaled="0"/>
                      </a:gradFill>
                      <a:effectLst>
                        <a:outerShdw algn="ctr" blurRad="76200" dir="5400000" dist="50800" rotWithShape="0">
                          <a:schemeClr val="accent1">
                            <a:alpha val="20000"/>
                          </a:schemeClr>
                        </a:outerShdw>
                      </a:effectLst>
                    </a:defRPr>
                  </a:lvl1pPr>
                </a:lstStyle>
                <a:p>
                  <a:pPr algn="l"/>
                  <a:r>
                    <a:rPr b="true" i="false" lang="en-US" sz="1800" u="none">
                      <a:solidFill>
                        <a:srgbClr val="FFFFFF"/>
                      </a:solidFill>
                      <a:ea typeface="微软雅黑"/>
                    </a:rPr>
                    <a:t>异常处理机制</a:t>
                  </a:r>
                </a:p>
              </p:txBody>
            </p:sp>
            <p:cxnSp>
              <p:nvCxnSpPr>
                <p:cNvPr descr="eabca5d2-af1d-4cd4-b086-6c19d99a1b6f" id="41" name="直接连接符 40">
                  <a:extLst>
                    <a:ext uri="{FF2B5EF4-FFF2-40B4-BE49-F238E27FC236}">
                      <a16:creationId id="{A1DC83B5-82A2-4107-9FA2-19CB05700E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false" flipV="false">
                  <a:off x="9042858" y="2397200"/>
                  <a:ext cx="0" cy="307777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descr="8303e16d-24a5-4494-bbd2-31f2c81375cb" id="42" name="Number4">
                  <a:extLst>
                    <a:ext uri="{FF2B5EF4-FFF2-40B4-BE49-F238E27FC236}">
                      <a16:creationId id="{B7EFFCE2-6598-4DAE-97AF-AAA83E7A9405}"/>
                    </a:ext>
                  </a:extLst>
                </p:cNvPr>
                <p:cNvSpPr txBox="1"/>
                <p:nvPr/>
              </p:nvSpPr>
              <p:spPr>
                <a:xfrm flipH="false" flipV="false">
                  <a:off x="9042858" y="5002229"/>
                  <a:ext cx="478130" cy="368973"/>
                </a:xfrm>
                <a:prstGeom prst="rect">
                  <a:avLst/>
                </a:prstGeom>
                <a:noFill/>
              </p:spPr>
              <p:txBody>
                <a:bodyPr anchorCtr="false" rtlCol="0" wrap="square">
                  <a:no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014163"/>
                      </a:solidFill>
                      <a:latin typeface="Arial"/>
                    </a:rPr>
                    <a:t>04</a:t>
                  </a:r>
                </a:p>
              </p:txBody>
            </p:sp>
          </p:grpSp>
        </p:grpSp>
        <p:sp>
          <p:nvSpPr>
            <p:cNvPr descr="532aac40-c707-4d40-a6bf-de478dac4fad" id="2" name="Title">
              <a:extLst>
                <a:ext uri="{FF2B5EF4-FFF2-40B4-BE49-F238E27FC236}">
                  <a16:creationId id="{16581A17-021F-B68B-C51F-C74CC9ACEA19}"/>
                </a:ext>
              </a:extLst>
            </p:cNvPr>
            <p:cNvSpPr txBox="1"/>
            <p:nvPr/>
          </p:nvSpPr>
          <p:spPr>
            <a:xfrm flipH="false" flipV="false">
              <a:off x="660400" y="1130301"/>
              <a:ext cx="10858500" cy="628196"/>
            </a:xfrm>
            <a:prstGeom prst="rect">
              <a:avLst/>
            </a:prstGeom>
            <a:noFill/>
            <a:ln>
              <a:noFill/>
            </a:ln>
          </p:spPr>
          <p:txBody>
            <a:bodyPr anchor="t" anchorCtr="true" bIns="45720" lIns="91440" rIns="91440" tIns="45720" wrap="square">
              <a:normAutofit/>
            </a:bodyPr>
            <a:lstStyle/>
            <a:p>
              <a:pPr algn="ctr"/>
              <a:r>
                <a:rPr b="true" i="false" lang="en-US" sz="2400" u="none">
                  <a:solidFill>
                    <a:srgbClr val="FFFFFF"/>
                  </a:solidFill>
                  <a:ea typeface="微软雅黑"/>
                </a:rPr>
                <a:t>分析架构设计的优点</a:t>
              </a:r>
            </a:p>
          </p:txBody>
        </p:sp>
      </p:grpSp>
      <p:sp>
        <p:nvSpPr>
          <p:cNvPr descr="697f60e6-d590-4202-9a4a-bde26f963db9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FFFFFF"/>
                </a:solidFill>
                <a:ea typeface="微软雅黑"/>
              </a:rPr>
              <a:t>架构设计合理性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69061323-cf45-4299-810d-fcb1f8fa2489" id="42" name="e13d7ee0-c9fb-4c08-bee9-3edefcec551b.source.3.zh-Hans.pptx">
            <a:extLst>
              <a:ext uri="{FF2B5EF4-FFF2-40B4-BE49-F238E27FC236}">
                <a16:creationId id="{8C620B69-D2F3-EBF4-AD51-745B24E92C46}"/>
              </a:ext>
            </a:extLst>
          </p:cNvPr>
          <p:cNvGrpSpPr/>
          <p:nvPr/>
        </p:nvGrpSpPr>
        <p:grpSpPr>
          <a:xfrm>
            <a:off x="660400" y="1130300"/>
            <a:ext cx="10858500" cy="4854193"/>
            <a:chOff x="660400" y="1130300"/>
            <a:chExt cx="10858500" cy="4854193"/>
          </a:xfrm>
        </p:grpSpPr>
        <p:sp>
          <p:nvSpPr>
            <p:cNvPr descr="9c4f9c8f-8e2d-4a73-a59a-3bdbf729a51a" id="14" name="空心弧 13">
              <a:extLst>
                <a:ext uri="{FF2B5EF4-FFF2-40B4-BE49-F238E27FC236}">
                  <a16:creationId id="{4873DA65-7419-C6B2-F968-A50A594A6A66}"/>
                </a:ext>
              </a:extLst>
            </p:cNvPr>
            <p:cNvSpPr/>
            <p:nvPr/>
          </p:nvSpPr>
          <p:spPr>
            <a:xfrm flipH="false" flipV="false">
              <a:off x="1474108" y="2249715"/>
              <a:ext cx="3077028" cy="3077028"/>
            </a:xfrm>
            <a:prstGeom prst="blockArc">
              <a:avLst>
                <a:gd fmla="val 10800000" name="adj1"/>
                <a:gd fmla="val 0" name="adj2"/>
                <a:gd fmla="val 8000" name="adj3"/>
              </a:avLst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/>
            <a:lstStyle/>
            <a:p>
              <a:pPr algn="ctr"/>
            </a:p>
          </p:txBody>
        </p:sp>
        <p:sp>
          <p:nvSpPr>
            <p:cNvPr descr="eedc56e4-c9ac-4402-b688-ea9c3e6238d7" id="18" name="空心弧 17">
              <a:extLst>
                <a:ext uri="{FF2B5EF4-FFF2-40B4-BE49-F238E27FC236}">
                  <a16:creationId id="{00983A0E-5235-79FE-E843-3B473D4E23F8}"/>
                </a:ext>
              </a:extLst>
            </p:cNvPr>
            <p:cNvSpPr/>
            <p:nvPr/>
          </p:nvSpPr>
          <p:spPr>
            <a:xfrm flipH="false" flipV="false">
              <a:off x="4551136" y="2249715"/>
              <a:ext cx="3077028" cy="3077028"/>
            </a:xfrm>
            <a:prstGeom prst="blockArc">
              <a:avLst>
                <a:gd fmla="val 10800000" name="adj1"/>
                <a:gd fmla="val 0" name="adj2"/>
                <a:gd fmla="val 8000" name="adj3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60000">
                  <a:schemeClr val="accent2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/>
            <a:lstStyle/>
            <a:p>
              <a:pPr algn="ctr"/>
            </a:p>
          </p:txBody>
        </p:sp>
        <p:sp>
          <p:nvSpPr>
            <p:cNvPr descr="e038e5d2-dd19-41d1-a38f-12eec0bd66e6" id="19" name="空心弧 18">
              <a:extLst>
                <a:ext uri="{FF2B5EF4-FFF2-40B4-BE49-F238E27FC236}">
                  <a16:creationId id="{62D50564-F870-7C25-8604-10844C0372DC}"/>
                </a:ext>
              </a:extLst>
            </p:cNvPr>
            <p:cNvSpPr/>
            <p:nvPr/>
          </p:nvSpPr>
          <p:spPr>
            <a:xfrm flipH="false" flipV="false">
              <a:off x="7628164" y="2249715"/>
              <a:ext cx="3077028" cy="3077028"/>
            </a:xfrm>
            <a:prstGeom prst="blockArc">
              <a:avLst>
                <a:gd fmla="val 10800000" name="adj1"/>
                <a:gd fmla="val 0" name="adj2"/>
                <a:gd fmla="val 8000" name="adj3"/>
              </a:avLst>
            </a:prstGeom>
            <a:gradFill>
              <a:gsLst>
                <a:gs pos="0">
                  <a:schemeClr val="accent3">
                    <a:lumMod val="60000"/>
                    <a:lumOff val="40000"/>
                  </a:schemeClr>
                </a:gs>
                <a:gs pos="60000">
                  <a:schemeClr val="accent3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rtlCol="0"/>
            <a:lstStyle/>
            <a:p>
              <a:pPr algn="ctr"/>
            </a:p>
          </p:txBody>
        </p:sp>
        <p:sp>
          <p:nvSpPr>
            <p:cNvPr descr="7bfe2a0e-995e-4ffc-a220-c812e91cf24e" id="20" name="Title">
              <a:extLst>
                <a:ext uri="{FF2B5EF4-FFF2-40B4-BE49-F238E27FC236}">
                  <a16:creationId id="{C2D932DA-E9AC-22BC-1C44-64637A964B5E}"/>
                </a:ext>
              </a:extLst>
            </p:cNvPr>
            <p:cNvSpPr txBox="1"/>
            <p:nvPr/>
          </p:nvSpPr>
          <p:spPr>
            <a:xfrm flipH="false" flipV="false">
              <a:off x="660400" y="1130300"/>
              <a:ext cx="10858500" cy="736600"/>
            </a:xfrm>
            <a:prstGeom prst="rect">
              <a:avLst/>
            </a:prstGeom>
            <a:noFill/>
          </p:spPr>
          <p:txBody>
            <a:bodyPr anchor="b" anchorCtr="false" rtlCol="0" vert="horz" wrap="square">
              <a:normAutofit/>
            </a:bodyPr>
            <a:lstStyle/>
            <a:p>
              <a:pPr algn="ctr"/>
              <a:r>
                <a:rPr b="true" i="false" lang="en-US" sz="2400" u="none">
                  <a:solidFill>
                    <a:srgbClr val="FFFFFF"/>
                  </a:solidFill>
                  <a:ea typeface="微软雅黑"/>
                </a:rPr>
                <a:t>了解项目性能与扩展能力</a:t>
              </a:r>
            </a:p>
          </p:txBody>
        </p:sp>
        <p:grpSp>
          <p:nvGrpSpPr>
            <p:cNvPr descr="c6b56db1-f099-4ea0-9ee2-ea44b2b425fb" id="38" name="组合 37">
              <a:extLst>
                <a:ext uri="{FF2B5EF4-FFF2-40B4-BE49-F238E27FC236}">
                  <a16:creationId id="{17DA699E-5C24-11F3-E401-E43B4B338EB4}"/>
                </a:ext>
              </a:extLst>
            </p:cNvPr>
            <p:cNvGrpSpPr/>
            <p:nvPr/>
          </p:nvGrpSpPr>
          <p:grpSpPr>
            <a:xfrm>
              <a:off x="1609945" y="3177746"/>
              <a:ext cx="2830758" cy="2806746"/>
              <a:chOff x="1609945" y="3177746"/>
              <a:chExt cx="2830758" cy="2806746"/>
            </a:xfrm>
          </p:grpSpPr>
          <p:sp>
            <p:nvSpPr>
              <p:cNvPr descr="be4e85e0-9ab0-4fdc-a843-fb33c2e7e17b" id="22" name="Number1">
                <a:extLst>
                  <a:ext uri="{FF2B5EF4-FFF2-40B4-BE49-F238E27FC236}">
                    <a16:creationId id="{170116F8-5E23-F7B0-231B-516DF02013EF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2663808" y="3177746"/>
                <a:ext cx="697627" cy="646331"/>
              </a:xfrm>
              <a:prstGeom prst="rect">
                <a:avLst/>
              </a:prstGeom>
              <a:noFill/>
            </p:spPr>
            <p:txBody>
              <a:bodyPr anchor="ctr" anchorCtr="false" bIns="45720" lIns="91440" rIns="91440" rtlCol="0" tIns="45720" wrap="none">
                <a:spAutoFit/>
              </a:bodyPr>
              <a:lstStyle/>
              <a:p>
                <a:pPr algn="ctr"/>
                <a:r>
                  <a:rPr b="true" i="false" lang="en-US" sz="3600" u="none">
                    <a:solidFill>
                      <a:srgbClr val="1E4DCD"/>
                    </a:solidFill>
                    <a:latin typeface="Arial"/>
                  </a:rPr>
                  <a:t>01</a:t>
                </a:r>
              </a:p>
            </p:txBody>
          </p:sp>
          <p:sp>
            <p:nvSpPr>
              <p:cNvPr descr="e7b0100a-6848-4a48-aad2-18a861d3a438" id="25" name="Bullet1">
                <a:extLst>
                  <a:ext uri="{FF2B5EF4-FFF2-40B4-BE49-F238E27FC236}">
                    <a16:creationId id="{633A411D-EEEB-3829-1ABE-8A6C6EEE610B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1609949" y="4081119"/>
                <a:ext cx="2830754" cy="7444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性能优化措施</a:t>
                </a:r>
              </a:p>
            </p:txBody>
          </p:sp>
          <p:sp>
            <p:nvSpPr>
              <p:cNvPr descr="7bc50cc5-04fe-42b4-ab11-989a1851dfd4" id="26" name="Text1">
                <a:extLst>
                  <a:ext uri="{FF2B5EF4-FFF2-40B4-BE49-F238E27FC236}">
                    <a16:creationId id="{D06E642B-80AE-1225-7323-A48AD6AC6BC1}"/>
                  </a:ext>
                </a:extLst>
              </p:cNvPr>
              <p:cNvSpPr/>
              <p:nvPr/>
            </p:nvSpPr>
            <p:spPr>
              <a:xfrm flipH="false" flipV="false">
                <a:off x="1609945" y="4829021"/>
                <a:ext cx="2828663" cy="115547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通过简化算法、缓存数据、并行处理提高性能。</a:t>
                </a:r>
              </a:p>
            </p:txBody>
          </p:sp>
        </p:grpSp>
        <p:grpSp>
          <p:nvGrpSpPr>
            <p:cNvPr descr="27089a80-e8c1-4914-880b-e7754a803e77" id="39" name="组合 38">
              <a:extLst>
                <a:ext uri="{FF2B5EF4-FFF2-40B4-BE49-F238E27FC236}">
                  <a16:creationId id="{A822FA4D-D0F2-DDB1-59CD-4452ED3BACDA}"/>
                </a:ext>
              </a:extLst>
            </p:cNvPr>
            <p:cNvGrpSpPr/>
            <p:nvPr/>
          </p:nvGrpSpPr>
          <p:grpSpPr>
            <a:xfrm>
              <a:off x="4674271" y="3177745"/>
              <a:ext cx="2830758" cy="2806748"/>
              <a:chOff x="4674271" y="3177745"/>
              <a:chExt cx="2830758" cy="2806748"/>
            </a:xfrm>
          </p:grpSpPr>
          <p:sp>
            <p:nvSpPr>
              <p:cNvPr descr="890c584f-b914-4368-962e-93ce806a249d" id="23" name="Number2">
                <a:extLst>
                  <a:ext uri="{FF2B5EF4-FFF2-40B4-BE49-F238E27FC236}">
                    <a16:creationId id="{778CA7EC-652A-CEFF-51A0-04F3C6C911B2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5740835" y="3177745"/>
                <a:ext cx="697628" cy="646331"/>
              </a:xfrm>
              <a:prstGeom prst="rect">
                <a:avLst/>
              </a:prstGeom>
              <a:noFill/>
            </p:spPr>
            <p:txBody>
              <a:bodyPr anchor="ctr" anchorCtr="false" bIns="45720" lIns="91440" rIns="91440" rtlCol="0" tIns="45720" wrap="none">
                <a:spAutoFit/>
              </a:bodyPr>
              <a:lstStyle/>
              <a:p>
                <a:pPr algn="ctr"/>
                <a:r>
                  <a:rPr b="true" i="false" lang="en-US" sz="3600" u="none">
                    <a:solidFill>
                      <a:srgbClr val="FFFF00"/>
                    </a:solidFill>
                    <a:latin typeface="Arial"/>
                  </a:rPr>
                  <a:t>02</a:t>
                </a:r>
              </a:p>
            </p:txBody>
          </p:sp>
          <p:sp>
            <p:nvSpPr>
              <p:cNvPr descr="ff2f4a34-fef7-471d-815d-00f1ff3597e4" id="33" name="Bullet2">
                <a:extLst>
                  <a:ext uri="{FF2B5EF4-FFF2-40B4-BE49-F238E27FC236}">
                    <a16:creationId id="{21A765C0-B42F-57EA-CA63-FBC8450D743D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4674275" y="4081120"/>
                <a:ext cx="2830754" cy="7444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可扩展性设计</a:t>
                </a:r>
              </a:p>
            </p:txBody>
          </p:sp>
          <p:sp>
            <p:nvSpPr>
              <p:cNvPr descr="1e73761c-dce8-4f70-8336-aa7e99957734" id="34" name="Text2">
                <a:extLst>
                  <a:ext uri="{FF2B5EF4-FFF2-40B4-BE49-F238E27FC236}">
                    <a16:creationId id="{C1EB8039-4F37-7DE1-0368-16ECD5A74B5A}"/>
                  </a:ext>
                </a:extLst>
              </p:cNvPr>
              <p:cNvSpPr/>
              <p:nvPr/>
            </p:nvSpPr>
            <p:spPr>
              <a:xfrm flipH="false" flipV="false">
                <a:off x="4674271" y="4829022"/>
                <a:ext cx="2828663" cy="115547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模块化设计和插件式架构便于添加新功能。</a:t>
                </a:r>
              </a:p>
            </p:txBody>
          </p:sp>
        </p:grpSp>
        <p:grpSp>
          <p:nvGrpSpPr>
            <p:cNvPr descr="a379610d-67f7-4bbd-b9bd-ada6032302a9" id="40" name="组合 39">
              <a:extLst>
                <a:ext uri="{FF2B5EF4-FFF2-40B4-BE49-F238E27FC236}">
                  <a16:creationId id="{C600A211-531F-4629-058E-107B79DC406D}"/>
                </a:ext>
              </a:extLst>
            </p:cNvPr>
            <p:cNvGrpSpPr/>
            <p:nvPr/>
          </p:nvGrpSpPr>
          <p:grpSpPr>
            <a:xfrm>
              <a:off x="7751298" y="3177744"/>
              <a:ext cx="2830758" cy="2801836"/>
              <a:chOff x="7751298" y="3177744"/>
              <a:chExt cx="2830758" cy="2801836"/>
            </a:xfrm>
          </p:grpSpPr>
          <p:sp>
            <p:nvSpPr>
              <p:cNvPr descr="3405a334-f0b8-4dba-82ac-7594e091fba4" id="24" name="Number3">
                <a:extLst>
                  <a:ext uri="{FF2B5EF4-FFF2-40B4-BE49-F238E27FC236}">
                    <a16:creationId id="{450E6C75-D7B6-FCC1-0354-6B0985061D51}"/>
                  </a:ext>
                </a:extLst>
              </p:cNvPr>
              <p:cNvSpPr txBox="1">
                <a:spLocks/>
              </p:cNvSpPr>
              <p:nvPr/>
            </p:nvSpPr>
            <p:spPr>
              <a:xfrm flipH="false" flipV="false">
                <a:off x="8817863" y="3177744"/>
                <a:ext cx="697628" cy="646331"/>
              </a:xfrm>
              <a:prstGeom prst="rect">
                <a:avLst/>
              </a:prstGeom>
              <a:noFill/>
            </p:spPr>
            <p:txBody>
              <a:bodyPr anchor="ctr" anchorCtr="false" bIns="45720" lIns="91440" rIns="91440" rtlCol="0" tIns="45720" wrap="none">
                <a:spAutoFit/>
              </a:bodyPr>
              <a:lstStyle/>
              <a:p>
                <a:pPr algn="ctr"/>
                <a:r>
                  <a:rPr b="true" i="false" lang="en-US" sz="3600" u="none">
                    <a:solidFill>
                      <a:srgbClr val="01CDFE"/>
                    </a:solidFill>
                    <a:latin typeface="Arial"/>
                  </a:rPr>
                  <a:t>03</a:t>
                </a:r>
              </a:p>
            </p:txBody>
          </p:sp>
          <p:sp>
            <p:nvSpPr>
              <p:cNvPr descr="5edc2545-3354-4f1d-803e-927c8e75484e" id="36" name="Bullet3">
                <a:extLst>
                  <a:ext uri="{FF2B5EF4-FFF2-40B4-BE49-F238E27FC236}">
                    <a16:creationId id="{905E2245-8C7A-9909-AF43-68641EF4476D}"/>
                  </a:ext>
                </a:extLst>
              </p:cNvPr>
              <p:cNvSpPr>
                <a:spLocks/>
              </p:cNvSpPr>
              <p:nvPr/>
            </p:nvSpPr>
            <p:spPr>
              <a:xfrm flipH="false" flipV="false">
                <a:off x="7751302" y="4076207"/>
                <a:ext cx="2830754" cy="7444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扩展方向规划</a:t>
                </a:r>
              </a:p>
            </p:txBody>
          </p:sp>
          <p:sp>
            <p:nvSpPr>
              <p:cNvPr descr="4af40a62-236f-4e05-9d02-1ce71ec4bc36" id="37" name="Text3">
                <a:extLst>
                  <a:ext uri="{FF2B5EF4-FFF2-40B4-BE49-F238E27FC236}">
                    <a16:creationId id="{5F4E9C23-F141-5CED-9BDE-B8541B432601}"/>
                  </a:ext>
                </a:extLst>
              </p:cNvPr>
              <p:cNvSpPr/>
              <p:nvPr/>
            </p:nvSpPr>
            <p:spPr>
              <a:xfrm flipH="false" flipV="false">
                <a:off x="7751298" y="4824109"/>
                <a:ext cx="2828663" cy="115547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支持新数据来源、算法和可视化效果扩展。</a:t>
                </a:r>
              </a:p>
            </p:txBody>
          </p:sp>
        </p:grpSp>
      </p:grpSp>
      <p:sp>
        <p:nvSpPr>
          <p:cNvPr descr="697f60e6-d590-4202-9a4a-bde26f963db9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FFFFFF"/>
                </a:solidFill>
                <a:ea typeface="微软雅黑"/>
              </a:rPr>
              <a:t>性能和可扩展性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9287d1e1-dca8-4e1f-bfc3-d2107bbdbd68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3600" u="none">
                <a:solidFill>
                  <a:srgbClr val="FFFFFF"/>
                </a:solidFill>
                <a:ea typeface="微软雅黑"/>
              </a:rPr>
              <a:t>未来展望</a:t>
            </a:r>
          </a:p>
        </p:txBody>
      </p:sp>
      <p:sp>
        <p:nvSpPr>
          <p:cNvPr descr="8fa4c7ce-a26a-4c3a-abd4-ab3a82024325" id="3" name=""/>
          <p:cNvSpPr>
            <a:spLocks noGrp="1"/>
          </p:cNvSpPr>
          <p:nvPr>
            <p:ph hasCustomPrompt="1" idx="1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1600" u="none">
                <a:solidFill>
                  <a:srgbClr val="FFFFFF"/>
                </a:solidFill>
                <a:ea typeface="微软雅黑"/>
              </a:rPr>
              <a:t>展望项目发展方向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7ca52f8f-24dc-40e5-b84b-faa4533301c4" id="41" name="053b382b-d576-4345-8c22-6d3bb32dc338.source.6.zh-Hans.pptx">
            <a:extLst>
              <a:ext uri="{FF2B5EF4-FFF2-40B4-BE49-F238E27FC236}">
                <a16:creationId id="{EC84A1F1-BFC9-2437-6CE0-5C824528DE98}"/>
              </a:ext>
            </a:extLst>
          </p:cNvPr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descr="0df18d10-7b38-4be4-a22b-517acd20bda7" id="3" name="Title">
              <a:extLst>
                <a:ext uri="{FF2B5EF4-FFF2-40B4-BE49-F238E27FC236}">
                  <a16:creationId id="{F5F259B9-BD19-F74C-2132-F0C10BA33AFD}"/>
                </a:ext>
              </a:extLst>
            </p:cNvPr>
            <p:cNvSpPr txBox="1"/>
            <p:nvPr/>
          </p:nvSpPr>
          <p:spPr>
            <a:xfrm flipH="false" flipV="false">
              <a:off x="660400" y="1130300"/>
              <a:ext cx="10858500" cy="776572"/>
            </a:xfrm>
            <a:prstGeom prst="rect">
              <a:avLst/>
            </a:prstGeom>
            <a:noFill/>
          </p:spPr>
          <p:txBody>
            <a:bodyPr anchor="ctr" anchorCtr="false" rtlCol="0" vert="horz" wrap="square">
              <a:normAutofit/>
            </a:bodyPr>
            <a:lstStyle/>
            <a:p>
              <a:pPr algn="ctr"/>
              <a:r>
                <a:rPr b="true" i="false" lang="en-US" sz="2400" u="none">
                  <a:solidFill>
                    <a:srgbClr val="FFFFFF"/>
                  </a:solidFill>
                  <a:ea typeface="微软雅黑"/>
                </a:rPr>
                <a:t>明确项目改进目标</a:t>
              </a:r>
            </a:p>
          </p:txBody>
        </p:sp>
        <p:grpSp>
          <p:nvGrpSpPr>
            <p:cNvPr descr="22db20dd-569f-43fb-ab77-388caeadf14d" id="35" name="组合 34">
              <a:extLst>
                <a:ext uri="{FF2B5EF4-FFF2-40B4-BE49-F238E27FC236}">
                  <a16:creationId id="{1BA42E96-4E6C-BB8B-E4B0-08515AFD7E1A}"/>
                </a:ext>
              </a:extLst>
            </p:cNvPr>
            <p:cNvGrpSpPr/>
            <p:nvPr/>
          </p:nvGrpSpPr>
          <p:grpSpPr>
            <a:xfrm>
              <a:off x="660400" y="2311400"/>
              <a:ext cx="3289300" cy="1816100"/>
              <a:chOff x="660400" y="2311400"/>
              <a:chExt cx="3289300" cy="1816100"/>
            </a:xfrm>
          </p:grpSpPr>
          <p:sp>
            <p:nvSpPr>
              <p:cNvPr descr="5f6e5486-92d1-48f3-9553-92d832f126ff" id="27" name="Bullet1">
                <a:extLst>
                  <a:ext uri="{FF2B5EF4-FFF2-40B4-BE49-F238E27FC236}">
                    <a16:creationId id="{8F7F479F-00C3-FA06-F4C2-2F0823A50259}"/>
                  </a:ext>
                </a:extLst>
              </p:cNvPr>
              <p:cNvSpPr/>
              <p:nvPr/>
            </p:nvSpPr>
            <p:spPr>
              <a:xfrm flipH="false" flipV="false">
                <a:off x="1339850" y="2311400"/>
                <a:ext cx="2609850" cy="571500"/>
              </a:xfrm>
              <a:prstGeom prst="snip2Diag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l"/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引入先进算法</a:t>
                </a:r>
              </a:p>
            </p:txBody>
          </p:sp>
          <p:sp>
            <p:nvSpPr>
              <p:cNvPr descr="02c850ef-6a14-40c5-8878-51b134c7442f" id="28" name="Number1">
                <a:extLst>
                  <a:ext uri="{FF2B5EF4-FFF2-40B4-BE49-F238E27FC236}">
                    <a16:creationId id="{9BAEAD23-EE24-1B34-2D79-F7CB789F364A}"/>
                  </a:ext>
                </a:extLst>
              </p:cNvPr>
              <p:cNvSpPr/>
              <p:nvPr/>
            </p:nvSpPr>
            <p:spPr>
              <a:xfrm flipH="false" flipV="false">
                <a:off x="660400" y="2311400"/>
                <a:ext cx="571500" cy="571500"/>
              </a:xfrm>
              <a:prstGeom prst="snip2Diag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  <a:r>
                  <a:rPr b="true" i="false" lang="en-US" sz="3200" u="none">
                    <a:solidFill>
                      <a:srgbClr val="FFFFFF"/>
                    </a:solidFill>
                    <a:latin typeface="Arial"/>
                  </a:rPr>
                  <a:t>1</a:t>
                </a:r>
              </a:p>
            </p:txBody>
          </p:sp>
          <p:sp>
            <p:nvSpPr>
              <p:cNvPr descr="a4a51b45-f5cb-4bf6-99e5-49954802ad76" id="26" name="Text1">
                <a:extLst>
                  <a:ext uri="{FF2B5EF4-FFF2-40B4-BE49-F238E27FC236}">
                    <a16:creationId id="{D31E5063-F75B-BCAE-31CC-5640BBCF5D40}"/>
                  </a:ext>
                </a:extLst>
              </p:cNvPr>
              <p:cNvSpPr/>
              <p:nvPr/>
            </p:nvSpPr>
            <p:spPr>
              <a:xfrm flipH="false" flipV="false">
                <a:off x="660400" y="2971800"/>
                <a:ext cx="3289300" cy="11557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引入如LSTM、Transformer等深度学习算法。</a:t>
                </a:r>
              </a:p>
            </p:txBody>
          </p:sp>
        </p:grpSp>
        <p:grpSp>
          <p:nvGrpSpPr>
            <p:cNvPr descr="a47b9b8b-2cdd-47bd-8acb-07589260bd43" id="36" name="组合 35">
              <a:extLst>
                <a:ext uri="{FF2B5EF4-FFF2-40B4-BE49-F238E27FC236}">
                  <a16:creationId id="{94910064-40F2-7221-3FCD-014E3D5362B0}"/>
                </a:ext>
              </a:extLst>
            </p:cNvPr>
            <p:cNvGrpSpPr/>
            <p:nvPr/>
          </p:nvGrpSpPr>
          <p:grpSpPr>
            <a:xfrm>
              <a:off x="4445000" y="2311400"/>
              <a:ext cx="3289300" cy="1816100"/>
              <a:chOff x="4445000" y="2311400"/>
              <a:chExt cx="3289300" cy="1816100"/>
            </a:xfrm>
          </p:grpSpPr>
          <p:sp>
            <p:nvSpPr>
              <p:cNvPr descr="7f594243-e435-488e-bf8f-aa0ee96601c2" id="23" name="Bullet2">
                <a:extLst>
                  <a:ext uri="{FF2B5EF4-FFF2-40B4-BE49-F238E27FC236}">
                    <a16:creationId id="{E0C05CDF-9ADB-2D72-515C-7A264299D85E}"/>
                  </a:ext>
                </a:extLst>
              </p:cNvPr>
              <p:cNvSpPr/>
              <p:nvPr/>
            </p:nvSpPr>
            <p:spPr>
              <a:xfrm flipH="false" flipV="false">
                <a:off x="5124450" y="2311400"/>
                <a:ext cx="2609850" cy="571500"/>
              </a:xfrm>
              <a:prstGeom prst="snip2DiagRect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l"/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支持更多数据源</a:t>
                </a:r>
              </a:p>
            </p:txBody>
          </p:sp>
          <p:sp>
            <p:nvSpPr>
              <p:cNvPr descr="87b3f6f0-fd41-48b9-ad99-b6cedd78c0e5" id="24" name="Number2">
                <a:extLst>
                  <a:ext uri="{FF2B5EF4-FFF2-40B4-BE49-F238E27FC236}">
                    <a16:creationId id="{3C4AD896-9B4B-43C7-E372-2546B90617F1}"/>
                  </a:ext>
                </a:extLst>
              </p:cNvPr>
              <p:cNvSpPr/>
              <p:nvPr/>
            </p:nvSpPr>
            <p:spPr>
              <a:xfrm flipH="false" flipV="false">
                <a:off x="4445000" y="2311400"/>
                <a:ext cx="571500" cy="571500"/>
              </a:xfrm>
              <a:prstGeom prst="snip2DiagRect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  <a:r>
                  <a:rPr b="true" i="false" lang="en-US" sz="3200" u="none">
                    <a:solidFill>
                      <a:srgbClr val="FFFFFF"/>
                    </a:solidFill>
                    <a:latin typeface="Arial"/>
                  </a:rPr>
                  <a:t>2</a:t>
                </a:r>
              </a:p>
            </p:txBody>
          </p:sp>
          <p:sp>
            <p:nvSpPr>
              <p:cNvPr descr="87dc4a54-c43c-4f20-9e25-af9d51efa23a" id="22" name="Text2">
                <a:extLst>
                  <a:ext uri="{FF2B5EF4-FFF2-40B4-BE49-F238E27FC236}">
                    <a16:creationId id="{AD94161F-92F4-6125-4071-CC87516B3721}"/>
                  </a:ext>
                </a:extLst>
              </p:cNvPr>
              <p:cNvSpPr/>
              <p:nvPr/>
            </p:nvSpPr>
            <p:spPr>
              <a:xfrm flipH="false" flipV="false">
                <a:off x="4445000" y="2971800"/>
                <a:ext cx="3289300" cy="11557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支持GitLab、Bitbucket等代码托管平台。</a:t>
                </a:r>
              </a:p>
            </p:txBody>
          </p:sp>
        </p:grpSp>
        <p:grpSp>
          <p:nvGrpSpPr>
            <p:cNvPr descr="1dd7add2-b89e-4e63-bc93-4765b0ae2d89" id="37" name="组合 36">
              <a:extLst>
                <a:ext uri="{FF2B5EF4-FFF2-40B4-BE49-F238E27FC236}">
                  <a16:creationId id="{41B5985F-6D9E-3756-608D-DF1931BE9B10}"/>
                </a:ext>
              </a:extLst>
            </p:cNvPr>
            <p:cNvGrpSpPr/>
            <p:nvPr/>
          </p:nvGrpSpPr>
          <p:grpSpPr>
            <a:xfrm>
              <a:off x="8229600" y="2311400"/>
              <a:ext cx="3289300" cy="1816100"/>
              <a:chOff x="8229600" y="2311400"/>
              <a:chExt cx="3289300" cy="1816100"/>
            </a:xfrm>
          </p:grpSpPr>
          <p:sp>
            <p:nvSpPr>
              <p:cNvPr descr="e830e5c9-ff0c-4dcd-9206-15f40c8d23b3" id="19" name="Bullet3">
                <a:extLst>
                  <a:ext uri="{FF2B5EF4-FFF2-40B4-BE49-F238E27FC236}">
                    <a16:creationId id="{6251AB6F-29F1-DB36-D813-A688084145AD}"/>
                  </a:ext>
                </a:extLst>
              </p:cNvPr>
              <p:cNvSpPr/>
              <p:nvPr/>
            </p:nvSpPr>
            <p:spPr>
              <a:xfrm flipH="false" flipV="false">
                <a:off x="8909050" y="2311400"/>
                <a:ext cx="2609850" cy="571500"/>
              </a:xfrm>
              <a:prstGeom prst="snip2DiagRect">
                <a:avLst/>
              </a:prstGeom>
              <a:noFill/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l"/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提供丰富可视化</a:t>
                </a:r>
              </a:p>
            </p:txBody>
          </p:sp>
          <p:sp>
            <p:nvSpPr>
              <p:cNvPr descr="f2f17d1d-3318-4be3-96e4-35d72cd846cb" id="20" name="Number3">
                <a:extLst>
                  <a:ext uri="{FF2B5EF4-FFF2-40B4-BE49-F238E27FC236}">
                    <a16:creationId id="{2DF363BC-04FC-F5CD-7761-1A361185AD97}"/>
                  </a:ext>
                </a:extLst>
              </p:cNvPr>
              <p:cNvSpPr/>
              <p:nvPr/>
            </p:nvSpPr>
            <p:spPr>
              <a:xfrm flipH="false" flipV="false">
                <a:off x="8229600" y="2311400"/>
                <a:ext cx="571500" cy="571500"/>
              </a:xfrm>
              <a:prstGeom prst="snip2DiagRect">
                <a:avLst/>
              </a:prstGeom>
              <a:noFill/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  <a:r>
                  <a:rPr b="true" i="false" lang="en-US" sz="3200" u="none">
                    <a:solidFill>
                      <a:srgbClr val="FFFFFF"/>
                    </a:solidFill>
                    <a:latin typeface="Arial"/>
                  </a:rPr>
                  <a:t>3</a:t>
                </a:r>
              </a:p>
            </p:txBody>
          </p:sp>
          <p:sp>
            <p:nvSpPr>
              <p:cNvPr descr="9f64464c-314f-4792-8acf-b329402f67eb" id="18" name="Text3">
                <a:extLst>
                  <a:ext uri="{FF2B5EF4-FFF2-40B4-BE49-F238E27FC236}">
                    <a16:creationId id="{7B083E79-E400-F14B-DD4C-AEA9C292EC95}"/>
                  </a:ext>
                </a:extLst>
              </p:cNvPr>
              <p:cNvSpPr/>
              <p:nvPr/>
            </p:nvSpPr>
            <p:spPr>
              <a:xfrm flipH="false" flipV="false">
                <a:off x="8229600" y="2971800"/>
                <a:ext cx="3289300" cy="11557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提供交互式图表、3D可视化等效果。</a:t>
                </a:r>
              </a:p>
            </p:txBody>
          </p:sp>
        </p:grpSp>
        <p:grpSp>
          <p:nvGrpSpPr>
            <p:cNvPr descr="f8cf2cfe-90bf-4504-bbb1-b437d8f5e410" id="38" name="组合 37">
              <a:extLst>
                <a:ext uri="{FF2B5EF4-FFF2-40B4-BE49-F238E27FC236}">
                  <a16:creationId id="{7E47C617-BDF3-7F43-8646-DD1D9026D994}"/>
                </a:ext>
              </a:extLst>
            </p:cNvPr>
            <p:cNvGrpSpPr/>
            <p:nvPr/>
          </p:nvGrpSpPr>
          <p:grpSpPr>
            <a:xfrm>
              <a:off x="660400" y="4318000"/>
              <a:ext cx="3289300" cy="1816100"/>
              <a:chOff x="660400" y="4318000"/>
              <a:chExt cx="3289300" cy="1816100"/>
            </a:xfrm>
          </p:grpSpPr>
          <p:sp>
            <p:nvSpPr>
              <p:cNvPr descr="f75a5cef-bc3d-432a-b4d8-8bdaee013413" id="15" name="Bullet4">
                <a:extLst>
                  <a:ext uri="{FF2B5EF4-FFF2-40B4-BE49-F238E27FC236}">
                    <a16:creationId id="{7B1223CA-F7D7-39E7-BEB0-FE1C553816D2}"/>
                  </a:ext>
                </a:extLst>
              </p:cNvPr>
              <p:cNvSpPr/>
              <p:nvPr/>
            </p:nvSpPr>
            <p:spPr>
              <a:xfrm flipH="false" flipV="false">
                <a:off x="1339850" y="4318000"/>
                <a:ext cx="2609850" cy="571500"/>
              </a:xfrm>
              <a:prstGeom prst="snip2DiagRect">
                <a:avLst/>
              </a:prstGeom>
              <a:noFill/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l"/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支持实时分析</a:t>
                </a:r>
              </a:p>
            </p:txBody>
          </p:sp>
          <p:sp>
            <p:nvSpPr>
              <p:cNvPr descr="a22ffbb0-6b0f-4dfb-987f-09355c4fce0a" id="16" name="Number4">
                <a:extLst>
                  <a:ext uri="{FF2B5EF4-FFF2-40B4-BE49-F238E27FC236}">
                    <a16:creationId id="{6263074B-3CBE-CE54-9C65-86E3EE5B75DF}"/>
                  </a:ext>
                </a:extLst>
              </p:cNvPr>
              <p:cNvSpPr/>
              <p:nvPr/>
            </p:nvSpPr>
            <p:spPr>
              <a:xfrm flipH="false" flipV="false">
                <a:off x="660400" y="4318000"/>
                <a:ext cx="571500" cy="571500"/>
              </a:xfrm>
              <a:prstGeom prst="snip2DiagRect">
                <a:avLst/>
              </a:prstGeom>
              <a:noFill/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  <a:r>
                  <a:rPr b="true" i="false" lang="en-US" sz="3200" u="none">
                    <a:solidFill>
                      <a:srgbClr val="FFFFFF"/>
                    </a:solidFill>
                    <a:latin typeface="Arial"/>
                  </a:rPr>
                  <a:t>4</a:t>
                </a:r>
              </a:p>
            </p:txBody>
          </p:sp>
          <p:sp>
            <p:nvSpPr>
              <p:cNvPr descr="44f74ac6-164b-4e37-926c-1732dcb8fa86" id="14" name="Text4">
                <a:extLst>
                  <a:ext uri="{FF2B5EF4-FFF2-40B4-BE49-F238E27FC236}">
                    <a16:creationId id="{FBEB9430-9C4F-B9EC-E63B-5364EBB30593}"/>
                  </a:ext>
                </a:extLst>
              </p:cNvPr>
              <p:cNvSpPr/>
              <p:nvPr/>
            </p:nvSpPr>
            <p:spPr>
              <a:xfrm flipH="false" flipV="false">
                <a:off x="660400" y="4978400"/>
                <a:ext cx="3289300" cy="11557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提供实时的项目分析和预警功能。</a:t>
                </a:r>
              </a:p>
            </p:txBody>
          </p:sp>
        </p:grpSp>
        <p:grpSp>
          <p:nvGrpSpPr>
            <p:cNvPr descr="c1393f9d-d935-43b5-a78c-ea14935f17bf" id="39" name="组合 38">
              <a:extLst>
                <a:ext uri="{FF2B5EF4-FFF2-40B4-BE49-F238E27FC236}">
                  <a16:creationId id="{965283A4-80E4-9834-7264-7C370253E0B5}"/>
                </a:ext>
              </a:extLst>
            </p:cNvPr>
            <p:cNvGrpSpPr/>
            <p:nvPr/>
          </p:nvGrpSpPr>
          <p:grpSpPr>
            <a:xfrm>
              <a:off x="4445000" y="4318000"/>
              <a:ext cx="3289300" cy="1816100"/>
              <a:chOff x="4445000" y="4318000"/>
              <a:chExt cx="3289300" cy="1816100"/>
            </a:xfrm>
          </p:grpSpPr>
          <p:sp>
            <p:nvSpPr>
              <p:cNvPr descr="32f10752-b67e-4508-a9a6-e312b5092a6a" id="11" name="Bullet5">
                <a:extLst>
                  <a:ext uri="{FF2B5EF4-FFF2-40B4-BE49-F238E27FC236}">
                    <a16:creationId id="{602E2BA3-A364-006B-EE01-782CAFDC9946}"/>
                  </a:ext>
                </a:extLst>
              </p:cNvPr>
              <p:cNvSpPr/>
              <p:nvPr/>
            </p:nvSpPr>
            <p:spPr>
              <a:xfrm flipH="false" flipV="false">
                <a:off x="5124450" y="4318000"/>
                <a:ext cx="2609850" cy="571500"/>
              </a:xfrm>
              <a:prstGeom prst="snip2DiagRect">
                <a:avLst/>
              </a:pr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l"/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开发智能建议系统</a:t>
                </a:r>
              </a:p>
            </p:txBody>
          </p:sp>
          <p:sp>
            <p:nvSpPr>
              <p:cNvPr descr="0929f3b9-ab9e-4ec1-9390-d470376e6613" id="12" name="Number5">
                <a:extLst>
                  <a:ext uri="{FF2B5EF4-FFF2-40B4-BE49-F238E27FC236}">
                    <a16:creationId id="{17F25ADF-D4E0-6211-4225-A2A762012FC8}"/>
                  </a:ext>
                </a:extLst>
              </p:cNvPr>
              <p:cNvSpPr/>
              <p:nvPr/>
            </p:nvSpPr>
            <p:spPr>
              <a:xfrm flipH="false" flipV="false">
                <a:off x="4445000" y="4318000"/>
                <a:ext cx="571500" cy="571500"/>
              </a:xfrm>
              <a:prstGeom prst="snip2DiagRect">
                <a:avLst/>
              </a:pr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  <a:r>
                  <a:rPr b="true" i="false" lang="en-US" sz="3200" u="none">
                    <a:solidFill>
                      <a:srgbClr val="FFFFFF"/>
                    </a:solidFill>
                    <a:latin typeface="Arial"/>
                  </a:rPr>
                  <a:t>5</a:t>
                </a:r>
              </a:p>
            </p:txBody>
          </p:sp>
          <p:sp>
            <p:nvSpPr>
              <p:cNvPr descr="d1037c59-7f7d-44c8-a03f-e51dc5fc6fc4" id="10" name="Text5">
                <a:extLst>
                  <a:ext uri="{FF2B5EF4-FFF2-40B4-BE49-F238E27FC236}">
                    <a16:creationId id="{EA3AEF53-3CF2-D937-A21C-21B72A6A1D7D}"/>
                  </a:ext>
                </a:extLst>
              </p:cNvPr>
              <p:cNvSpPr/>
              <p:nvPr/>
            </p:nvSpPr>
            <p:spPr>
              <a:xfrm flipH="false" flipV="false">
                <a:off x="4445000" y="4978400"/>
                <a:ext cx="3289300" cy="11557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基于机器学习提供智能改进建议。</a:t>
                </a:r>
              </a:p>
            </p:txBody>
          </p:sp>
        </p:grpSp>
        <p:grpSp>
          <p:nvGrpSpPr>
            <p:cNvPr descr="228b8343-09f3-4b9a-a549-a02b1e035fb8" id="40" name="组合 39">
              <a:extLst>
                <a:ext uri="{FF2B5EF4-FFF2-40B4-BE49-F238E27FC236}">
                  <a16:creationId id="{726E1632-DF6F-A962-B6F8-3036702B6628}"/>
                </a:ext>
              </a:extLst>
            </p:cNvPr>
            <p:cNvGrpSpPr/>
            <p:nvPr/>
          </p:nvGrpSpPr>
          <p:grpSpPr>
            <a:xfrm>
              <a:off x="8229600" y="4318000"/>
              <a:ext cx="3289300" cy="1816100"/>
              <a:chOff x="8229600" y="4318000"/>
              <a:chExt cx="3289300" cy="1816100"/>
            </a:xfrm>
          </p:grpSpPr>
          <p:sp>
            <p:nvSpPr>
              <p:cNvPr descr="5223c191-1b69-4b6e-bd70-e0c8b74e3e80" id="32" name="Bullet6">
                <a:extLst>
                  <a:ext uri="{FF2B5EF4-FFF2-40B4-BE49-F238E27FC236}">
                    <a16:creationId id="{8D6BDE62-AFE3-26CD-69B0-91C876EF0D11}"/>
                  </a:ext>
                </a:extLst>
              </p:cNvPr>
              <p:cNvSpPr/>
              <p:nvPr/>
            </p:nvSpPr>
            <p:spPr>
              <a:xfrm flipH="false" flipV="false">
                <a:off x="8909050" y="4318000"/>
                <a:ext cx="2609850" cy="571500"/>
              </a:xfrm>
              <a:prstGeom prst="snip2DiagRect">
                <a:avLst/>
              </a:prstGeom>
              <a:noFill/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l"/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支持大规模分析</a:t>
                </a:r>
              </a:p>
            </p:txBody>
          </p:sp>
          <p:sp>
            <p:nvSpPr>
              <p:cNvPr descr="c1be014d-a8c7-495c-a8aa-74502fc801c6" id="33" name="Number6">
                <a:extLst>
                  <a:ext uri="{FF2B5EF4-FFF2-40B4-BE49-F238E27FC236}">
                    <a16:creationId id="{AE1793A1-98C6-BC98-2C22-32CF1C90DD68}"/>
                  </a:ext>
                </a:extLst>
              </p:cNvPr>
              <p:cNvSpPr/>
              <p:nvPr/>
            </p:nvSpPr>
            <p:spPr>
              <a:xfrm flipH="false" flipV="false">
                <a:off x="8229600" y="4318000"/>
                <a:ext cx="571500" cy="571500"/>
              </a:xfrm>
              <a:prstGeom prst="snip2DiagRect">
                <a:avLst/>
              </a:prstGeom>
              <a:noFill/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rtlCol="0"/>
              <a:lstStyle/>
              <a:p>
                <a:pPr algn="ctr"/>
                <a:r>
                  <a:rPr b="true" i="false" lang="en-US" sz="3200" u="none">
                    <a:solidFill>
                      <a:srgbClr val="FFFFFF"/>
                    </a:solidFill>
                    <a:latin typeface="Arial"/>
                  </a:rPr>
                  <a:t>6</a:t>
                </a:r>
              </a:p>
            </p:txBody>
          </p:sp>
          <p:sp>
            <p:nvSpPr>
              <p:cNvPr descr="ec6d6052-ff38-4497-864f-3a4a3e87d8ea" id="31" name="Text6">
                <a:extLst>
                  <a:ext uri="{FF2B5EF4-FFF2-40B4-BE49-F238E27FC236}">
                    <a16:creationId id="{17ECC114-A45D-581C-3F66-0EB4716BDDA1}"/>
                  </a:ext>
                </a:extLst>
              </p:cNvPr>
              <p:cNvSpPr/>
              <p:nvPr/>
            </p:nvSpPr>
            <p:spPr>
              <a:xfrm flipH="false" flipV="false">
                <a:off x="8229600" y="4978400"/>
                <a:ext cx="3289300" cy="11557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t" anchorCtr="false" bIns="45720" lIns="91440" rIns="91440" rtlCol="0" tIns="45720" wrap="square">
                <a:normAutofit/>
              </a:bodyPr>
              <a:lstStyle>
                <a:defPPr>
                  <a:defRPr lang="zh-CN"/>
                </a:defPPr>
                <a:lvl1pPr algn="l" defTabSz="914400" eaLnBrk="1" hangingPunct="1" latinLnBrk="0" marL="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algn="l" defTabSz="914400" eaLnBrk="1" hangingPunct="1" latinLnBrk="0" marL="457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algn="l" defTabSz="914400" eaLnBrk="1" hangingPunct="1" latinLnBrk="0" marL="914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algn="l" defTabSz="914400" eaLnBrk="1" hangingPunct="1" latinLnBrk="0" marL="1371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algn="l" defTabSz="914400" eaLnBrk="1" hangingPunct="1" latinLnBrk="0" marL="18288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algn="l" defTabSz="914400" eaLnBrk="1" hangingPunct="1" latinLnBrk="0" marL="22860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algn="l" defTabSz="914400" eaLnBrk="1" hangingPunct="1" latinLnBrk="0" marL="27432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algn="l" defTabSz="914400" eaLnBrk="1" hangingPunct="1" latinLnBrk="0" marL="32004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algn="l" defTabSz="914400" eaLnBrk="1" hangingPunct="1" latinLnBrk="0" marL="3657600" rtl="0">
                  <a:defRPr kern="1200" sz="18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提高系统处理能力，支持大规模项目批量分析。</a:t>
                </a:r>
              </a:p>
            </p:txBody>
          </p:sp>
        </p:grpSp>
      </p:grpSp>
      <p:sp>
        <p:nvSpPr>
          <p:cNvPr descr="697f60e6-d590-4202-9a4a-bde26f963db9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FFFFFF"/>
                </a:solidFill>
                <a:ea typeface="微软雅黑"/>
              </a:rPr>
              <a:t>未来改进方向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9287d1e1-dca8-4e1f-bfc3-d2107bbdbd68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3600" u="none">
                <a:solidFill>
                  <a:srgbClr val="FFFFFF"/>
                </a:solidFill>
                <a:ea typeface="微软雅黑"/>
              </a:rPr>
              <a:t>总结</a:t>
            </a:r>
          </a:p>
        </p:txBody>
      </p:sp>
      <p:sp>
        <p:nvSpPr>
          <p:cNvPr descr="8fa4c7ce-a26a-4c3a-abd4-ab3a82024325" id="3" name=""/>
          <p:cNvSpPr>
            <a:spLocks noGrp="1"/>
          </p:cNvSpPr>
          <p:nvPr>
            <p:ph hasCustomPrompt="1" idx="1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1600" u="none">
                <a:solidFill>
                  <a:srgbClr val="FFFFFF"/>
                </a:solidFill>
                <a:ea typeface="微软雅黑"/>
              </a:rPr>
              <a:t>总结项目优势与应用价值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a14="http://schemas.microsoft.com/office/drawing/2010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c34e31ba-c381-4fdc-a687-3b7427f8c27e" id="67" name="2c92ba81-e476-4a7a-9730-62a5966d78b5.source.7.zh-Hans.pptx">
            <a:extLst>
              <a:ext uri="{FF2B5EF4-FFF2-40B4-BE49-F238E27FC236}">
                <a16:creationId id="{AA692161-384D-776E-672C-087AF3CA3CC4}"/>
              </a:ext>
            </a:extLst>
          </p:cNvPr>
          <p:cNvGrpSpPr/>
          <p:nvPr/>
        </p:nvGrpSpPr>
        <p:grpSpPr>
          <a:xfrm>
            <a:off x="660400" y="1152334"/>
            <a:ext cx="10858500" cy="4964414"/>
            <a:chOff x="660400" y="1152334"/>
            <a:chExt cx="10858500" cy="4964414"/>
          </a:xfrm>
        </p:grpSpPr>
        <p:grpSp>
          <p:nvGrpSpPr>
            <p:cNvPr descr="a234db74-d15a-490e-a3a6-f0e3302101a6" id="60" name="组合 59">
              <a:extLst>
                <a:ext uri="{FF2B5EF4-FFF2-40B4-BE49-F238E27FC236}">
                  <a16:creationId id="{0BD8773B-7D96-12A9-1D3A-823D83B16B25}"/>
                </a:ext>
              </a:extLst>
            </p:cNvPr>
            <p:cNvGrpSpPr/>
            <p:nvPr/>
          </p:nvGrpSpPr>
          <p:grpSpPr>
            <a:xfrm>
              <a:off x="878648" y="2055963"/>
              <a:ext cx="2442724" cy="1810961"/>
              <a:chOff x="878648" y="2055963"/>
              <a:chExt cx="2442724" cy="1810961"/>
            </a:xfrm>
          </p:grpSpPr>
          <p:sp>
            <p:nvSpPr>
              <p:cNvPr descr="cd8b1330-ecbf-4b5e-913f-65619810a44e" id="43" name="Text1">
                <a:extLst>
                  <a:ext uri="{FF2B5EF4-FFF2-40B4-BE49-F238E27FC236}">
                    <a16:creationId id="{39340196-E1AA-4B49-976A-BF366BB2B662}"/>
                  </a:ext>
                </a:extLst>
              </p:cNvPr>
              <p:cNvSpPr/>
              <p:nvPr/>
            </p:nvSpPr>
            <p:spPr bwMode="auto">
              <a:xfrm flipH="false" flipV="false">
                <a:off x="878648" y="2977262"/>
                <a:ext cx="2442724" cy="8896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t" anchorCtr="tru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结合多种预测方法，提高预测准确性。</a:t>
                </a:r>
              </a:p>
            </p:txBody>
          </p:sp>
          <p:sp>
            <p:nvSpPr>
              <p:cNvPr descr="c1f0acdc-f7ad-4270-b22a-4e6c0ffe8919" id="44" name="Bullet1">
                <a:extLst>
                  <a:ext uri="{FF2B5EF4-FFF2-40B4-BE49-F238E27FC236}">
                    <a16:creationId id="{4D5C24C6-4DD0-4193-AD42-019C1134797B}"/>
                  </a:ext>
                </a:extLst>
              </p:cNvPr>
              <p:cNvSpPr txBox="1"/>
              <p:nvPr/>
            </p:nvSpPr>
            <p:spPr bwMode="auto">
              <a:xfrm flipH="false" flipV="false">
                <a:off x="878648" y="2516530"/>
                <a:ext cx="2442724" cy="4607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b" anchorCtr="tru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多方法组合预测</a:t>
                </a:r>
              </a:p>
            </p:txBody>
          </p:sp>
          <p:sp>
            <p:nvSpPr>
              <p:cNvPr descr="7a3592ce-5ea7-4181-99f2-c01c37d3f4f3" id="45" name="Number1">
                <a:extLst>
                  <a:ext uri="{FF2B5EF4-FFF2-40B4-BE49-F238E27FC236}">
                    <a16:creationId id="{7016EF66-FF6C-9C5F-AF12-AFC59CB631F0}"/>
                  </a:ext>
                </a:extLst>
              </p:cNvPr>
              <p:cNvSpPr/>
              <p:nvPr/>
            </p:nvSpPr>
            <p:spPr>
              <a:xfrm flipH="false" flipV="false">
                <a:off x="878648" y="2055963"/>
                <a:ext cx="396090" cy="383448"/>
              </a:xfrm>
              <a:prstGeom prst="roundRect">
                <a:avLst>
                  <a:gd fmla="val 5587" name="adj"/>
                </a:avLst>
              </a:prstGeom>
              <a:solidFill>
                <a:schemeClr val="accent1"/>
              </a:solidFill>
              <a:ln cap="rnd" w="12700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square">
                <a:prstTxWarp prst="textNoShape">
                  <a:avLst/>
                </a:prstTxWarp>
                <a:normAutofit fontScale="47500" lnSpcReduction="20000"/>
              </a:bodyPr>
              <a:lstStyle/>
              <a:p>
                <a:pPr algn="ctr"/>
                <a:r>
                  <a:rPr b="true" i="false" lang="en-US" sz="2800" u="none">
                    <a:solidFill>
                      <a:srgbClr val="FFFFFF"/>
                    </a:solidFill>
                    <a:latin typeface="Arial"/>
                  </a:rPr>
                  <a:t>01</a:t>
                </a:r>
              </a:p>
            </p:txBody>
          </p:sp>
        </p:grpSp>
        <p:grpSp>
          <p:nvGrpSpPr>
            <p:cNvPr descr="f116687a-42e2-4fc0-b1e7-4e6623a5c03c" id="61" name="组合 60">
              <a:extLst>
                <a:ext uri="{FF2B5EF4-FFF2-40B4-BE49-F238E27FC236}">
                  <a16:creationId id="{236E3483-316B-6BAB-F62B-46E992AF84A9}"/>
                </a:ext>
              </a:extLst>
            </p:cNvPr>
            <p:cNvGrpSpPr/>
            <p:nvPr/>
          </p:nvGrpSpPr>
          <p:grpSpPr>
            <a:xfrm>
              <a:off x="3531101" y="2055963"/>
              <a:ext cx="2442724" cy="1816119"/>
              <a:chOff x="3531101" y="2055963"/>
              <a:chExt cx="2442724" cy="1816119"/>
            </a:xfrm>
          </p:grpSpPr>
          <p:sp>
            <p:nvSpPr>
              <p:cNvPr descr="5f6ced55-114d-4067-942d-b40b43e84407" id="38" name="Text2">
                <a:extLst>
                  <a:ext uri="{FF2B5EF4-FFF2-40B4-BE49-F238E27FC236}">
                    <a16:creationId id="{39340196-E1AA-4B49-976A-BF366BB2B662}"/>
                  </a:ext>
                </a:extLst>
              </p:cNvPr>
              <p:cNvSpPr/>
              <p:nvPr/>
            </p:nvSpPr>
            <p:spPr bwMode="auto">
              <a:xfrm flipH="false" flipV="false">
                <a:off x="3531101" y="2982420"/>
                <a:ext cx="2442724" cy="8896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t" anchorCtr="tru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提供更准确项目画像，反映模糊边界。</a:t>
                </a:r>
              </a:p>
            </p:txBody>
          </p:sp>
          <p:sp>
            <p:nvSpPr>
              <p:cNvPr descr="b3a1127a-f82e-4f48-bd1c-d93345552ba1" id="39" name="Bullet2">
                <a:extLst>
                  <a:ext uri="{FF2B5EF4-FFF2-40B4-BE49-F238E27FC236}">
                    <a16:creationId id="{4D5C24C6-4DD0-4193-AD42-019C1134797B}"/>
                  </a:ext>
                </a:extLst>
              </p:cNvPr>
              <p:cNvSpPr txBox="1"/>
              <p:nvPr/>
            </p:nvSpPr>
            <p:spPr bwMode="auto">
              <a:xfrm flipH="false" flipV="false">
                <a:off x="3531101" y="2521688"/>
                <a:ext cx="2442724" cy="4607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b" anchorCtr="tru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GMM概率化分层</a:t>
                </a:r>
              </a:p>
            </p:txBody>
          </p:sp>
          <p:sp>
            <p:nvSpPr>
              <p:cNvPr descr="2f391449-0d01-4bd3-af1f-83a9e0717a6d" id="46" name="Number2">
                <a:extLst>
                  <a:ext uri="{FF2B5EF4-FFF2-40B4-BE49-F238E27FC236}">
                    <a16:creationId id="{4F7346AD-17E7-E1DF-CD60-71021BBAA9A3}"/>
                  </a:ext>
                </a:extLst>
              </p:cNvPr>
              <p:cNvSpPr/>
              <p:nvPr/>
            </p:nvSpPr>
            <p:spPr>
              <a:xfrm flipH="false" flipV="false">
                <a:off x="3531101" y="2055963"/>
                <a:ext cx="396090" cy="383448"/>
              </a:xfrm>
              <a:prstGeom prst="roundRect">
                <a:avLst>
                  <a:gd fmla="val 5587" name="adj"/>
                </a:avLst>
              </a:prstGeom>
              <a:solidFill>
                <a:schemeClr val="tx2">
                  <a:alpha val="15000"/>
                </a:schemeClr>
              </a:solidFill>
              <a:ln cap="rnd" w="12700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square">
                <a:prstTxWarp prst="textNoShape">
                  <a:avLst/>
                </a:prstTxWarp>
                <a:normAutofit fontScale="47500" lnSpcReduction="20000"/>
              </a:bodyPr>
              <a:lstStyle/>
              <a:p>
                <a:pPr algn="ctr"/>
                <a:r>
                  <a:rPr b="true" i="false" lang="en-US" sz="2800" u="none">
                    <a:solidFill>
                      <a:srgbClr val="FFFFFF"/>
                    </a:solidFill>
                    <a:latin typeface="Arial"/>
                  </a:rPr>
                  <a:t>02</a:t>
                </a:r>
              </a:p>
            </p:txBody>
          </p:sp>
        </p:grpSp>
        <p:grpSp>
          <p:nvGrpSpPr>
            <p:cNvPr descr="271f647e-485f-409b-97b8-18d9da6e8f70" id="62" name="组合 61">
              <a:extLst>
                <a:ext uri="{FF2B5EF4-FFF2-40B4-BE49-F238E27FC236}">
                  <a16:creationId id="{D1554B70-EE9F-0D3D-F8E5-53C1DBE8BDD0}"/>
                </a:ext>
              </a:extLst>
            </p:cNvPr>
            <p:cNvGrpSpPr/>
            <p:nvPr/>
          </p:nvGrpSpPr>
          <p:grpSpPr>
            <a:xfrm>
              <a:off x="6183554" y="2055963"/>
              <a:ext cx="2467072" cy="1810961"/>
              <a:chOff x="6183554" y="2055963"/>
              <a:chExt cx="2467072" cy="1810961"/>
            </a:xfrm>
          </p:grpSpPr>
          <p:sp>
            <p:nvSpPr>
              <p:cNvPr descr="9b655ea3-7c91-4dbd-b1d7-0624055e9d71" id="33" name="Text3">
                <a:extLst>
                  <a:ext uri="{FF2B5EF4-FFF2-40B4-BE49-F238E27FC236}">
                    <a16:creationId id="{39340196-E1AA-4B49-976A-BF366BB2B662}"/>
                  </a:ext>
                </a:extLst>
              </p:cNvPr>
              <p:cNvSpPr/>
              <p:nvPr/>
            </p:nvSpPr>
            <p:spPr bwMode="auto">
              <a:xfrm flipH="false" flipV="false">
                <a:off x="6207902" y="2977262"/>
                <a:ext cx="2442724" cy="8896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t" anchorCtr="tru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根据项目层级动态调整权重，更贴合实际。</a:t>
                </a:r>
              </a:p>
            </p:txBody>
          </p:sp>
          <p:sp>
            <p:nvSpPr>
              <p:cNvPr descr="307180a9-429f-4b8d-a126-f088d32589c1" id="34" name="Bullet3">
                <a:extLst>
                  <a:ext uri="{FF2B5EF4-FFF2-40B4-BE49-F238E27FC236}">
                    <a16:creationId id="{4D5C24C6-4DD0-4193-AD42-019C1134797B}"/>
                  </a:ext>
                </a:extLst>
              </p:cNvPr>
              <p:cNvSpPr txBox="1"/>
              <p:nvPr/>
            </p:nvSpPr>
            <p:spPr bwMode="auto">
              <a:xfrm flipH="false" flipV="false">
                <a:off x="6207902" y="2516530"/>
                <a:ext cx="2442724" cy="4607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b" anchorCtr="tru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b="true" i="false" lang="en-US" sz="1800" u="none">
                    <a:solidFill>
                      <a:srgbClr val="FFFFFF"/>
                    </a:solidFill>
                    <a:latin typeface="Arial"/>
                  </a:rPr>
                  <a:t>AHP动态权重</a:t>
                </a:r>
              </a:p>
            </p:txBody>
          </p:sp>
          <p:sp>
            <p:nvSpPr>
              <p:cNvPr descr="40420432-a08e-4f2e-9c0a-26d16d462f48" id="47" name="Number3">
                <a:extLst>
                  <a:ext uri="{FF2B5EF4-FFF2-40B4-BE49-F238E27FC236}">
                    <a16:creationId id="{2F6F07C7-C9D3-984C-7E64-9E5EB26ACAC5}"/>
                  </a:ext>
                </a:extLst>
              </p:cNvPr>
              <p:cNvSpPr/>
              <p:nvPr/>
            </p:nvSpPr>
            <p:spPr>
              <a:xfrm flipH="false" flipV="false">
                <a:off x="6183554" y="2055963"/>
                <a:ext cx="396090" cy="383448"/>
              </a:xfrm>
              <a:prstGeom prst="roundRect">
                <a:avLst>
                  <a:gd fmla="val 5587" name="adj"/>
                </a:avLst>
              </a:prstGeom>
              <a:solidFill>
                <a:schemeClr val="accent1"/>
              </a:solidFill>
              <a:ln cap="rnd" w="12700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square">
                <a:prstTxWarp prst="textNoShape">
                  <a:avLst/>
                </a:prstTxWarp>
                <a:normAutofit fontScale="47500" lnSpcReduction="20000"/>
              </a:bodyPr>
              <a:lstStyle/>
              <a:p>
                <a:pPr algn="ctr"/>
                <a:r>
                  <a:rPr b="true" i="false" lang="en-US" sz="2800" u="none">
                    <a:solidFill>
                      <a:srgbClr val="FFFFFF"/>
                    </a:solidFill>
                    <a:latin typeface="Arial"/>
                  </a:rPr>
                  <a:t>03</a:t>
                </a:r>
              </a:p>
            </p:txBody>
          </p:sp>
        </p:grpSp>
        <p:grpSp>
          <p:nvGrpSpPr>
            <p:cNvPr descr="7cbf87fa-54f7-49ce-99b4-b1f800f46153" id="63" name="组合 62">
              <a:extLst>
                <a:ext uri="{FF2B5EF4-FFF2-40B4-BE49-F238E27FC236}">
                  <a16:creationId id="{9870A11D-6829-02FD-DAEE-DCEA582C5427}"/>
                </a:ext>
              </a:extLst>
            </p:cNvPr>
            <p:cNvGrpSpPr/>
            <p:nvPr/>
          </p:nvGrpSpPr>
          <p:grpSpPr>
            <a:xfrm>
              <a:off x="8836007" y="2055963"/>
              <a:ext cx="2492393" cy="1810961"/>
              <a:chOff x="8836007" y="2055963"/>
              <a:chExt cx="2492393" cy="1810961"/>
            </a:xfrm>
          </p:grpSpPr>
          <p:sp>
            <p:nvSpPr>
              <p:cNvPr descr="74f84984-34f1-409d-ad48-fa41a36a9f53" id="28" name="Text4">
                <a:extLst>
                  <a:ext uri="{FF2B5EF4-FFF2-40B4-BE49-F238E27FC236}">
                    <a16:creationId id="{39340196-E1AA-4B49-976A-BF366BB2B662}"/>
                  </a:ext>
                </a:extLst>
              </p:cNvPr>
              <p:cNvSpPr/>
              <p:nvPr/>
            </p:nvSpPr>
            <p:spPr bwMode="auto">
              <a:xfrm flipH="false" flipV="false">
                <a:off x="8885676" y="2977262"/>
                <a:ext cx="2442724" cy="8896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t" anchorCtr="tru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便于维护和扩展，支持插件式架构。</a:t>
                </a:r>
              </a:p>
            </p:txBody>
          </p:sp>
          <p:sp>
            <p:nvSpPr>
              <p:cNvPr descr="8d6b0669-517e-41cf-b25a-9508574d9ede" id="29" name="Bullet4">
                <a:extLst>
                  <a:ext uri="{FF2B5EF4-FFF2-40B4-BE49-F238E27FC236}">
                    <a16:creationId id="{4D5C24C6-4DD0-4193-AD42-019C1134797B}"/>
                  </a:ext>
                </a:extLst>
              </p:cNvPr>
              <p:cNvSpPr txBox="1"/>
              <p:nvPr/>
            </p:nvSpPr>
            <p:spPr bwMode="auto">
              <a:xfrm flipH="false" flipV="false">
                <a:off x="8885676" y="2516530"/>
                <a:ext cx="2442724" cy="4607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b" anchorCtr="tru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模块化设计</a:t>
                </a:r>
              </a:p>
            </p:txBody>
          </p:sp>
          <p:sp>
            <p:nvSpPr>
              <p:cNvPr descr="961697d9-78d1-497c-85f4-eff5fddf4ae1" id="48" name="Number4">
                <a:extLst>
                  <a:ext uri="{FF2B5EF4-FFF2-40B4-BE49-F238E27FC236}">
                    <a16:creationId id="{C78C179C-E3E5-E26D-2E8C-F321811F2D36}"/>
                  </a:ext>
                </a:extLst>
              </p:cNvPr>
              <p:cNvSpPr/>
              <p:nvPr/>
            </p:nvSpPr>
            <p:spPr>
              <a:xfrm flipH="false" flipV="false">
                <a:off x="8836007" y="2055963"/>
                <a:ext cx="396090" cy="383448"/>
              </a:xfrm>
              <a:prstGeom prst="roundRect">
                <a:avLst>
                  <a:gd fmla="val 5587" name="adj"/>
                </a:avLst>
              </a:prstGeom>
              <a:solidFill>
                <a:schemeClr val="tx2">
                  <a:alpha val="15000"/>
                </a:schemeClr>
              </a:solidFill>
              <a:ln cap="rnd" w="12700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square">
                <a:prstTxWarp prst="textNoShape">
                  <a:avLst/>
                </a:prstTxWarp>
                <a:normAutofit fontScale="47500" lnSpcReduction="20000"/>
              </a:bodyPr>
              <a:lstStyle/>
              <a:p>
                <a:pPr algn="ctr"/>
                <a:r>
                  <a:rPr b="true" i="false" lang="en-US" sz="2800" u="none">
                    <a:solidFill>
                      <a:srgbClr val="FFFFFF"/>
                    </a:solidFill>
                    <a:latin typeface="Arial"/>
                  </a:rPr>
                  <a:t>04</a:t>
                </a:r>
              </a:p>
            </p:txBody>
          </p:sp>
        </p:grpSp>
        <p:grpSp>
          <p:nvGrpSpPr>
            <p:cNvPr descr="a4c5e781-00c0-4398-a01d-46ce60c56afd" id="64" name="组合 63">
              <a:extLst>
                <a:ext uri="{FF2B5EF4-FFF2-40B4-BE49-F238E27FC236}">
                  <a16:creationId id="{08A7102B-A7C5-38D3-EA26-30E3C8CB5257}"/>
                </a:ext>
              </a:extLst>
            </p:cNvPr>
            <p:cNvGrpSpPr/>
            <p:nvPr/>
          </p:nvGrpSpPr>
          <p:grpSpPr>
            <a:xfrm>
              <a:off x="2352293" y="4300629"/>
              <a:ext cx="2442724" cy="1816119"/>
              <a:chOff x="2352293" y="4300629"/>
              <a:chExt cx="2442724" cy="1816119"/>
            </a:xfrm>
          </p:grpSpPr>
          <p:sp>
            <p:nvSpPr>
              <p:cNvPr descr="65e04a7e-e8f6-4fce-9db3-94b175b034bb" id="49" name="Text5">
                <a:extLst>
                  <a:ext uri="{FF2B5EF4-FFF2-40B4-BE49-F238E27FC236}">
                    <a16:creationId id="{33D618F7-E95F-F2F8-91D2-47685915C8FD}"/>
                  </a:ext>
                </a:extLst>
              </p:cNvPr>
              <p:cNvSpPr/>
              <p:nvPr/>
            </p:nvSpPr>
            <p:spPr bwMode="auto">
              <a:xfrm flipH="false" flipV="false">
                <a:off x="2352293" y="5227086"/>
                <a:ext cx="2442724" cy="8896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t" anchorCtr="tru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直观展示分析结果，满足不同需求。</a:t>
                </a:r>
              </a:p>
            </p:txBody>
          </p:sp>
          <p:sp>
            <p:nvSpPr>
              <p:cNvPr descr="663f2fa5-27c7-4658-9fdb-a1378e66b296" id="50" name="Bullet5">
                <a:extLst>
                  <a:ext uri="{FF2B5EF4-FFF2-40B4-BE49-F238E27FC236}">
                    <a16:creationId id="{0A534C3D-E209-2BFF-041A-0067FD70C515}"/>
                  </a:ext>
                </a:extLst>
              </p:cNvPr>
              <p:cNvSpPr txBox="1"/>
              <p:nvPr/>
            </p:nvSpPr>
            <p:spPr bwMode="auto">
              <a:xfrm flipH="false" flipV="false">
                <a:off x="2352293" y="4766354"/>
                <a:ext cx="2442724" cy="4607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b" anchorCtr="tru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丰富可视化输出</a:t>
                </a:r>
              </a:p>
            </p:txBody>
          </p:sp>
          <p:sp>
            <p:nvSpPr>
              <p:cNvPr descr="9864aec4-a594-4e6b-85cc-e1550fc7e4f2" id="55" name="Number5">
                <a:extLst>
                  <a:ext uri="{FF2B5EF4-FFF2-40B4-BE49-F238E27FC236}">
                    <a16:creationId id="{DA98C1A4-B932-F532-74ED-50C991E3CDDE}"/>
                  </a:ext>
                </a:extLst>
              </p:cNvPr>
              <p:cNvSpPr/>
              <p:nvPr/>
            </p:nvSpPr>
            <p:spPr>
              <a:xfrm flipH="false" flipV="false">
                <a:off x="2352293" y="4300629"/>
                <a:ext cx="396090" cy="383448"/>
              </a:xfrm>
              <a:prstGeom prst="roundRect">
                <a:avLst>
                  <a:gd fmla="val 5587" name="adj"/>
                </a:avLst>
              </a:prstGeom>
              <a:solidFill>
                <a:schemeClr val="accent1"/>
              </a:solidFill>
              <a:ln cap="rnd" w="12700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square">
                <a:prstTxWarp prst="textNoShape">
                  <a:avLst/>
                </a:prstTxWarp>
                <a:normAutofit fontScale="47500" lnSpcReduction="20000"/>
              </a:bodyPr>
              <a:lstStyle/>
              <a:p>
                <a:pPr algn="ctr"/>
                <a:r>
                  <a:rPr b="true" i="false" lang="en-US" sz="2800" u="none">
                    <a:solidFill>
                      <a:srgbClr val="FFFFFF"/>
                    </a:solidFill>
                    <a:latin typeface="Arial"/>
                  </a:rPr>
                  <a:t>05</a:t>
                </a:r>
              </a:p>
            </p:txBody>
          </p:sp>
        </p:grpSp>
        <p:grpSp>
          <p:nvGrpSpPr>
            <p:cNvPr descr="bdd39d7a-8810-4752-af15-1e8f0b3b290d" id="65" name="组合 64">
              <a:extLst>
                <a:ext uri="{FF2B5EF4-FFF2-40B4-BE49-F238E27FC236}">
                  <a16:creationId id="{9DC20EC9-66A5-F4EA-7FA4-440002DA486E}"/>
                </a:ext>
              </a:extLst>
            </p:cNvPr>
            <p:cNvGrpSpPr/>
            <p:nvPr/>
          </p:nvGrpSpPr>
          <p:grpSpPr>
            <a:xfrm>
              <a:off x="5004746" y="4300629"/>
              <a:ext cx="2467072" cy="1810961"/>
              <a:chOff x="5004746" y="4300629"/>
              <a:chExt cx="2467072" cy="1810961"/>
            </a:xfrm>
          </p:grpSpPr>
          <p:sp>
            <p:nvSpPr>
              <p:cNvPr descr="2813e663-7ef8-4296-a421-4afe12b6bf61" id="51" name="Text6">
                <a:extLst>
                  <a:ext uri="{FF2B5EF4-FFF2-40B4-BE49-F238E27FC236}">
                    <a16:creationId id="{8E7DFDEA-EFC5-84E2-D440-45A6E5BDD895}"/>
                  </a:ext>
                </a:extLst>
              </p:cNvPr>
              <p:cNvSpPr/>
              <p:nvPr/>
            </p:nvSpPr>
            <p:spPr bwMode="auto">
              <a:xfrm flipH="false" flipV="false">
                <a:off x="5029094" y="5221928"/>
                <a:ext cx="2442724" cy="8896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t" anchorCtr="tru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验证预测模型准确性，提高结果可靠性。</a:t>
                </a:r>
              </a:p>
            </p:txBody>
          </p:sp>
          <p:sp>
            <p:nvSpPr>
              <p:cNvPr descr="6e21d0f2-c16a-4576-bfe3-44ce428bf831" id="52" name="Bullet6">
                <a:extLst>
                  <a:ext uri="{FF2B5EF4-FFF2-40B4-BE49-F238E27FC236}">
                    <a16:creationId id="{AD8CE6D8-2214-F718-F91B-920EBA135407}"/>
                  </a:ext>
                </a:extLst>
              </p:cNvPr>
              <p:cNvSpPr txBox="1"/>
              <p:nvPr/>
            </p:nvSpPr>
            <p:spPr bwMode="auto">
              <a:xfrm flipH="false" flipV="false">
                <a:off x="5029094" y="4761196"/>
                <a:ext cx="2442724" cy="4607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b" anchorCtr="tru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回测验证机制</a:t>
                </a:r>
              </a:p>
            </p:txBody>
          </p:sp>
          <p:sp>
            <p:nvSpPr>
              <p:cNvPr descr="deeeba27-b882-4964-825b-def8ddd9e5e5" id="56" name="Number6">
                <a:extLst>
                  <a:ext uri="{FF2B5EF4-FFF2-40B4-BE49-F238E27FC236}">
                    <a16:creationId id="{35D83DCF-F1B3-1C78-4495-95EA61A17664}"/>
                  </a:ext>
                </a:extLst>
              </p:cNvPr>
              <p:cNvSpPr/>
              <p:nvPr/>
            </p:nvSpPr>
            <p:spPr>
              <a:xfrm flipH="false" flipV="false">
                <a:off x="5004746" y="4300629"/>
                <a:ext cx="396090" cy="383448"/>
              </a:xfrm>
              <a:prstGeom prst="roundRect">
                <a:avLst>
                  <a:gd fmla="val 5587" name="adj"/>
                </a:avLst>
              </a:prstGeom>
              <a:solidFill>
                <a:schemeClr val="tx2">
                  <a:alpha val="15000"/>
                </a:schemeClr>
              </a:solidFill>
              <a:ln cap="rnd" w="12700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square">
                <a:prstTxWarp prst="textNoShape">
                  <a:avLst/>
                </a:prstTxWarp>
                <a:normAutofit fontScale="47500" lnSpcReduction="20000"/>
              </a:bodyPr>
              <a:lstStyle/>
              <a:p>
                <a:pPr algn="ctr"/>
                <a:r>
                  <a:rPr b="true" i="false" lang="en-US" sz="2800" u="none">
                    <a:solidFill>
                      <a:srgbClr val="FFFFFF"/>
                    </a:solidFill>
                    <a:latin typeface="Arial"/>
                  </a:rPr>
                  <a:t>06</a:t>
                </a:r>
              </a:p>
            </p:txBody>
          </p:sp>
        </p:grpSp>
        <p:grpSp>
          <p:nvGrpSpPr>
            <p:cNvPr descr="30e10ffc-282c-47ab-a9ac-f5e6ec0c2e26" id="66" name="组合 65">
              <a:extLst>
                <a:ext uri="{FF2B5EF4-FFF2-40B4-BE49-F238E27FC236}">
                  <a16:creationId id="{ECA8FDB5-47C6-A42B-C434-F0B6E18310B6}"/>
                </a:ext>
              </a:extLst>
            </p:cNvPr>
            <p:cNvGrpSpPr/>
            <p:nvPr/>
          </p:nvGrpSpPr>
          <p:grpSpPr>
            <a:xfrm>
              <a:off x="7657199" y="4300629"/>
              <a:ext cx="2492393" cy="1810961"/>
              <a:chOff x="7657199" y="4300629"/>
              <a:chExt cx="2492393" cy="1810961"/>
            </a:xfrm>
          </p:grpSpPr>
          <p:sp>
            <p:nvSpPr>
              <p:cNvPr descr="75e6d8ee-c152-4a7a-889e-36127cd6886b" id="53" name="Text7">
                <a:extLst>
                  <a:ext uri="{FF2B5EF4-FFF2-40B4-BE49-F238E27FC236}">
                    <a16:creationId id="{25D01F4D-51F4-5007-04BC-AB3FD79D42AA}"/>
                  </a:ext>
                </a:extLst>
              </p:cNvPr>
              <p:cNvSpPr/>
              <p:nvPr/>
            </p:nvSpPr>
            <p:spPr bwMode="auto">
              <a:xfrm flipH="false" flipV="false">
                <a:off x="7706868" y="5221928"/>
                <a:ext cx="2442724" cy="8896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t" anchorCtr="tru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b="false" i="false" lang="en-US" sz="1200" u="none">
                    <a:solidFill>
                      <a:srgbClr val="FFFFFF"/>
                    </a:solidFill>
                    <a:ea typeface="微软雅黑"/>
                  </a:rPr>
                  <a:t>从多个角度评估项目状况和潜力。</a:t>
                </a:r>
              </a:p>
            </p:txBody>
          </p:sp>
          <p:sp>
            <p:nvSpPr>
              <p:cNvPr descr="012ba00e-c4d7-44a7-8092-b5c850da9778" id="54" name="Bullet7">
                <a:extLst>
                  <a:ext uri="{FF2B5EF4-FFF2-40B4-BE49-F238E27FC236}">
                    <a16:creationId id="{CDAD591D-511B-B25E-9A12-18FA35EDD291}"/>
                  </a:ext>
                </a:extLst>
              </p:cNvPr>
              <p:cNvSpPr txBox="1"/>
              <p:nvPr/>
            </p:nvSpPr>
            <p:spPr bwMode="auto">
              <a:xfrm flipH="false" flipV="false">
                <a:off x="7706868" y="4761196"/>
                <a:ext cx="2442724" cy="4607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b" anchorCtr="true" bIns="45720" lIns="91440" rIns="91440" tIns="45720" wrap="square">
                <a:normAutofit/>
              </a:bodyPr>
              <a:lstStyle>
                <a:defPPr>
                  <a:defRPr lang="zh-CN"/>
                </a:defPPr>
                <a:lvl1pPr algn="l" defTabSz="914377" eaLnBrk="1" hangingPunct="1" latinLnBrk="0" marL="0" rtl="0">
                  <a:defRPr kern="1200" sz="1800">
                    <a:solidFill>
                      <a:schemeClr val="tx1"/>
                    </a:solidFill>
                  </a:defRPr>
                </a:lvl1pPr>
                <a:lvl2pPr algn="l" defTabSz="914377" eaLnBrk="1" hangingPunct="1" latinLnBrk="0" marL="457189" rtl="0">
                  <a:defRPr kern="1200" sz="1800">
                    <a:solidFill>
                      <a:schemeClr val="tx1"/>
                    </a:solidFill>
                  </a:defRPr>
                </a:lvl2pPr>
                <a:lvl3pPr algn="l" defTabSz="914377" eaLnBrk="1" hangingPunct="1" latinLnBrk="0" marL="914377" rtl="0">
                  <a:defRPr kern="1200" sz="1800">
                    <a:solidFill>
                      <a:schemeClr val="tx1"/>
                    </a:solidFill>
                  </a:defRPr>
                </a:lvl3pPr>
                <a:lvl4pPr algn="l" defTabSz="914377" eaLnBrk="1" hangingPunct="1" latinLnBrk="0" marL="1371566" rtl="0">
                  <a:defRPr kern="1200" sz="1800">
                    <a:solidFill>
                      <a:schemeClr val="tx1"/>
                    </a:solidFill>
                  </a:defRPr>
                </a:lvl4pPr>
                <a:lvl5pPr algn="l" defTabSz="914377" eaLnBrk="1" hangingPunct="1" latinLnBrk="0" marL="1828754" rtl="0">
                  <a:defRPr kern="1200" sz="1800">
                    <a:solidFill>
                      <a:schemeClr val="tx1"/>
                    </a:solidFill>
                  </a:defRPr>
                </a:lvl5pPr>
                <a:lvl6pPr algn="l" defTabSz="914377" eaLnBrk="1" hangingPunct="1" latinLnBrk="0" marL="2285943" rtl="0">
                  <a:defRPr kern="1200" sz="1800">
                    <a:solidFill>
                      <a:schemeClr val="tx1"/>
                    </a:solidFill>
                  </a:defRPr>
                </a:lvl6pPr>
                <a:lvl7pPr algn="l" defTabSz="914377" eaLnBrk="1" hangingPunct="1" latinLnBrk="0" marL="2743131" rtl="0">
                  <a:defRPr kern="1200" sz="1800">
                    <a:solidFill>
                      <a:schemeClr val="tx1"/>
                    </a:solidFill>
                  </a:defRPr>
                </a:lvl7pPr>
                <a:lvl8pPr algn="l" defTabSz="914377" eaLnBrk="1" hangingPunct="1" latinLnBrk="0" marL="3200320" rtl="0">
                  <a:defRPr kern="1200" sz="1800">
                    <a:solidFill>
                      <a:schemeClr val="tx1"/>
                    </a:solidFill>
                  </a:defRPr>
                </a:lvl8pPr>
                <a:lvl9pPr algn="l" defTabSz="914377" eaLnBrk="1" hangingPunct="1" latinLnBrk="0" marL="3657509" rtl="0">
                  <a:defRPr kern="1200" sz="18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b="true" i="false" lang="en-US" sz="1800" u="none">
                    <a:solidFill>
                      <a:srgbClr val="FFFFFF"/>
                    </a:solidFill>
                    <a:ea typeface="微软雅黑"/>
                  </a:rPr>
                  <a:t>多维度评估</a:t>
                </a:r>
              </a:p>
            </p:txBody>
          </p:sp>
          <p:sp>
            <p:nvSpPr>
              <p:cNvPr descr="02bd027e-250a-4c3d-835d-05b4efaf1c7a" id="57" name="Number7">
                <a:extLst>
                  <a:ext uri="{FF2B5EF4-FFF2-40B4-BE49-F238E27FC236}">
                    <a16:creationId id="{66E038FA-A009-832C-97C1-F2FFDD6ADB22}"/>
                  </a:ext>
                </a:extLst>
              </p:cNvPr>
              <p:cNvSpPr/>
              <p:nvPr/>
            </p:nvSpPr>
            <p:spPr>
              <a:xfrm flipH="false" flipV="false">
                <a:off x="7657199" y="4300629"/>
                <a:ext cx="396090" cy="383448"/>
              </a:xfrm>
              <a:prstGeom prst="roundRect">
                <a:avLst>
                  <a:gd fmla="val 5587" name="adj"/>
                </a:avLst>
              </a:prstGeom>
              <a:solidFill>
                <a:schemeClr val="accent1"/>
              </a:solidFill>
              <a:ln cap="rnd" w="12700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compatLnSpc="1" forceAA="0" fromWordArt="0" lIns="91440" numCol="1" rIns="91440" rot="0" rtlCol="0" spcCol="0" spcFirstLastPara="0" tIns="45720" vert="horz" wrap="square">
                <a:prstTxWarp prst="textNoShape">
                  <a:avLst/>
                </a:prstTxWarp>
                <a:normAutofit fontScale="47500" lnSpcReduction="20000"/>
              </a:bodyPr>
              <a:lstStyle/>
              <a:p>
                <a:pPr algn="ctr"/>
                <a:r>
                  <a:rPr b="true" i="false" lang="en-US" sz="2800" u="none">
                    <a:solidFill>
                      <a:srgbClr val="FFFFFF"/>
                    </a:solidFill>
                    <a:latin typeface="Arial"/>
                  </a:rPr>
                  <a:t>07</a:t>
                </a:r>
              </a:p>
            </p:txBody>
          </p:sp>
        </p:grpSp>
        <p:sp>
          <p:nvSpPr>
            <p:cNvPr descr="42f18f67-e5cc-478b-b09b-22014cc03783" id="58" name="Title">
              <a:extLst>
                <a:ext uri="{FF2B5EF4-FFF2-40B4-BE49-F238E27FC236}">
                  <a16:creationId id="{297FF9FB-DE40-08BA-48F3-F71F0BF53948}"/>
                </a:ext>
              </a:extLst>
            </p:cNvPr>
            <p:cNvSpPr txBox="1"/>
            <p:nvPr/>
          </p:nvSpPr>
          <p:spPr>
            <a:xfrm flipH="false" flipV="false">
              <a:off x="660400" y="1152334"/>
              <a:ext cx="10858500" cy="665449"/>
            </a:xfrm>
            <a:prstGeom prst="rect">
              <a:avLst/>
            </a:prstGeom>
            <a:noFill/>
          </p:spPr>
          <p:txBody>
            <a:bodyPr anchor="t" anchorCtr="true" rtlCol="0" vert="horz" wrap="square">
              <a:normAutofit/>
            </a:bodyPr>
            <a:lstStyle/>
            <a:p>
              <a:pPr algn="ctr"/>
              <a:r>
                <a:rPr b="true" i="false" lang="en-US" sz="2400" u="none">
                  <a:solidFill>
                    <a:srgbClr val="FFFFFF"/>
                  </a:solidFill>
                  <a:ea typeface="微软雅黑"/>
                </a:rPr>
                <a:t>总结项目核心优势</a:t>
              </a:r>
            </a:p>
          </p:txBody>
        </p:sp>
      </p:grpSp>
      <p:sp>
        <p:nvSpPr>
          <p:cNvPr descr="697f60e6-d590-4202-9a4a-bde26f963db9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FFFFFF"/>
                </a:solidFill>
                <a:ea typeface="微软雅黑"/>
              </a:rPr>
              <a:t>主要优势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descr="71a15bc9-0291-453f-b2af-14549c7c8c19" id="75" name="38e549d9-2983-4e8a-ad8b-0b13569800d4.source.5.zh-Hans.pptx">
            <a:extLst>
              <a:ext uri="{FF2B5EF4-FFF2-40B4-BE49-F238E27FC236}">
                <a16:creationId id="{BEAAE8F1-0FB2-5BFD-DA11-9EFBC9275B6A}"/>
              </a:ext>
            </a:extLst>
          </p:cNvPr>
          <p:cNvGrpSpPr/>
          <p:nvPr/>
        </p:nvGrpSpPr>
        <p:grpSpPr>
          <a:xfrm>
            <a:off x="660400" y="1130297"/>
            <a:ext cx="10858500" cy="4601929"/>
            <a:chOff x="660400" y="1130297"/>
            <a:chExt cx="10858500" cy="4601929"/>
          </a:xfrm>
        </p:grpSpPr>
        <p:sp>
          <p:nvSpPr>
            <p:cNvPr descr="f40c4e9e-973a-4716-b46a-7aa209ce227d" id="6" name="Title">
              <a:extLst>
                <a:ext uri="{FF2B5EF4-FFF2-40B4-BE49-F238E27FC236}">
                  <a16:creationId id="{A23BF472-03F9-B39B-3E58-CF39F0445223}"/>
                </a:ext>
              </a:extLst>
            </p:cNvPr>
            <p:cNvSpPr>
              <a:spLocks noChangeAspect="1"/>
            </p:cNvSpPr>
            <p:nvPr/>
          </p:nvSpPr>
          <p:spPr>
            <a:xfrm flipH="false" flipV="false">
              <a:off x="660400" y="1130297"/>
              <a:ext cx="10858500" cy="100330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false" bIns="45720" lIns="91440" rIns="91440" rtlCol="0" tIns="45720" wrap="square">
              <a:normAutofit/>
            </a:bodyPr>
            <a:lstStyle/>
            <a:p>
              <a:pPr algn="ctr"/>
              <a:r>
                <a:rPr b="true" i="false" lang="en-US" sz="2400" u="none">
                  <a:solidFill>
                    <a:srgbClr val="FFFFFF"/>
                  </a:solidFill>
                  <a:ea typeface="微软雅黑"/>
                </a:rPr>
                <a:t>强调项目应用意义</a:t>
              </a:r>
            </a:p>
          </p:txBody>
        </p:sp>
        <p:grpSp>
          <p:nvGrpSpPr>
            <p:cNvPr descr="75310bc9-4f1d-4868-8628-d93873cf4738" id="29" name="组合 28">
              <a:extLst>
                <a:ext uri="{FF2B5EF4-FFF2-40B4-BE49-F238E27FC236}">
                  <a16:creationId id="{57BF0CDC-C49B-BD4F-DDE2-FE27154DC282}"/>
                </a:ext>
              </a:extLst>
            </p:cNvPr>
            <p:cNvGrpSpPr/>
            <p:nvPr/>
          </p:nvGrpSpPr>
          <p:grpSpPr>
            <a:xfrm>
              <a:off x="660400" y="2643774"/>
              <a:ext cx="2007837" cy="3088452"/>
              <a:chOff x="660400" y="2643774"/>
              <a:chExt cx="1922920" cy="3088452"/>
            </a:xfrm>
          </p:grpSpPr>
          <p:grpSp>
            <p:nvGrpSpPr>
              <p:cNvPr descr="b9712782-137b-4d02-8fc4-05018bc86769" id="2" name="组合 1">
                <a:extLst>
                  <a:ext uri="{FF2B5EF4-FFF2-40B4-BE49-F238E27FC236}">
                    <a16:creationId id="{C4722979-FB18-6137-0EF4-3C454631B918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60400" y="3713559"/>
                <a:ext cx="1922920" cy="2018667"/>
                <a:chOff x="4618250" y="1596366"/>
                <a:chExt cx="2942800" cy="3619500"/>
              </a:xfrm>
            </p:grpSpPr>
            <p:sp>
              <p:nvSpPr>
                <p:cNvPr descr="c2e60b3b-d427-46d7-ba74-679b02ea90a4" id="3" name="ComponentBackground1">
                  <a:extLst>
                    <a:ext uri="{FF2B5EF4-FFF2-40B4-BE49-F238E27FC236}">
                      <a16:creationId id="{50553452-F946-8459-E0C0-4F2CCA363A01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4618250" y="1596366"/>
                  <a:ext cx="2942800" cy="3619500"/>
                </a:xfrm>
                <a:prstGeom prst="roundRect">
                  <a:avLst>
                    <a:gd fmla="val 9478" name="adj"/>
                  </a:avLst>
                </a:prstGeom>
                <a:gradFill>
                  <a:gsLst>
                    <a:gs pos="0">
                      <a:schemeClr val="accent1">
                        <a:lumMod val="45000"/>
                        <a:lumOff val="55000"/>
                        <a:alpha val="50000"/>
                      </a:schemeClr>
                    </a:gs>
                    <a:gs pos="50000">
                      <a:schemeClr val="accent1">
                        <a:lumMod val="30000"/>
                        <a:lumOff val="70000"/>
                        <a:alpha val="0"/>
                      </a:schemeClr>
                    </a:gs>
                  </a:gsLst>
                  <a:lin ang="5400000" scaled="0"/>
                </a:gradFill>
                <a:ln cap="rnd" w="12700">
                  <a:gradFill>
                    <a:gsLst>
                      <a:gs pos="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  <a:alpha val="0"/>
                        </a:schemeClr>
                      </a:gs>
                    </a:gsLst>
                    <a:lin ang="5400000" scaled="0"/>
                  </a:gradFill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0" compatLnSpc="1" forceAA="0" fromWordArt="0" lIns="0" numCol="1" rIns="0" rot="0" rtlCol="0" spcCol="0" spcFirstLastPara="0" tIns="0" vert="horz" wrap="square">
                  <a:normAutofit/>
                </a:bodyPr>
                <a:lstStyle/>
                <a:p>
                  <a:pPr algn="r"/>
                </a:p>
              </p:txBody>
            </p:sp>
            <p:sp>
              <p:nvSpPr>
                <p:cNvPr descr="0a01f2f6-59f9-4afe-96e6-53f1dba01555" id="4" name="Text1">
                  <a:extLst>
                    <a:ext uri="{FF2B5EF4-FFF2-40B4-BE49-F238E27FC236}">
                      <a16:creationId id="{943C6D5D-4AF8-84AB-2F54-69268C7297DC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4806210" y="1991756"/>
                  <a:ext cx="2566880" cy="173263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t" anchorCtr="false" bIns="45720" lIns="91440" rIns="91440" rtlCol="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FFFFFF"/>
                      </a:solidFill>
                      <a:ea typeface="微软雅黑"/>
                    </a:rPr>
                    <a:t>快速了解项目整体状况，辅助决策。</a:t>
                  </a:r>
                </a:p>
              </p:txBody>
            </p:sp>
            <p:sp>
              <p:nvSpPr>
                <p:cNvPr descr="3d62243d-ded0-4eb1-a555-4623a0d1d94a" id="5" name="Bullet1">
                  <a:extLst>
                    <a:ext uri="{FF2B5EF4-FFF2-40B4-BE49-F238E27FC236}">
                      <a16:creationId id="{871D7C1A-4A44-DFB5-8AB7-A470C8743F9C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4806210" y="3919039"/>
                  <a:ext cx="2566880" cy="1296827"/>
                </a:xfrm>
                <a:prstGeom prst="roundRect">
                  <a:avLst>
                    <a:gd fmla="val 21084" name="adj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50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algn="ctr" blurRad="50800" dir="5400000" dist="50800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lIns="91440" rIns="91440" rtlCol="0" tIns="45720" wrap="square">
                  <a:normAutofit lnSpcReduction="10000"/>
                </a:bodyPr>
                <a:lstStyle/>
                <a:p>
                  <a:pPr algn="l"/>
                  <a:r>
                    <a:rPr b="true" i="false" lang="en-US" sz="1800" u="none">
                      <a:solidFill>
                        <a:srgbClr val="FFFFFF"/>
                      </a:solidFill>
                      <a:ea typeface="微软雅黑"/>
                    </a:rPr>
                    <a:t>帮助用户了解状况</a:t>
                  </a:r>
                </a:p>
              </p:txBody>
            </p:sp>
          </p:grpSp>
          <p:grpSp>
            <p:nvGrpSpPr>
              <p:cNvPr descr="dfb26c98-5567-41d8-b14c-9648d206e4c6" id="12" name="组合 11">
                <a:extLst>
                  <a:ext uri="{FF2B5EF4-FFF2-40B4-BE49-F238E27FC236}">
                    <a16:creationId id="{9C9AED53-581E-CBC2-2A10-DCA526EA8E01}"/>
                  </a:ext>
                </a:extLst>
              </p:cNvPr>
              <p:cNvGrpSpPr/>
              <p:nvPr/>
            </p:nvGrpSpPr>
            <p:grpSpPr>
              <a:xfrm>
                <a:off x="671748" y="3195346"/>
                <a:ext cx="1807803" cy="233654"/>
                <a:chOff x="671748" y="2653365"/>
                <a:chExt cx="2400532" cy="233654"/>
              </a:xfrm>
            </p:grpSpPr>
            <p:cxnSp>
              <p:nvCxnSpPr>
                <p:cNvPr descr="6d902326-300b-4888-9364-8c917abe3d25" id="8" name="直接连接符 7">
                  <a:extLst>
                    <a:ext uri="{FF2B5EF4-FFF2-40B4-BE49-F238E27FC236}">
                      <a16:creationId id="{93DD793A-7E60-33C9-01A6-AF3C9762B9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false" flipV="false">
                  <a:off x="671748" y="2887019"/>
                  <a:ext cx="2362200" cy="0"/>
                </a:xfrm>
                <a:prstGeom prst="line">
                  <a:avLst/>
                </a:prstGeom>
                <a:ln cap="rnd" w="38100">
                  <a:gradFill flip="none" rotWithShape="1">
                    <a:gsLst>
                      <a:gs pos="34000">
                        <a:schemeClr val="accent1"/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10800000" scaled="1"/>
                    <a:tileRect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descr="b1600eab-a601-47b7-962b-dc78c2f736f6" id="10" name="直接连接符 9">
                  <a:extLst>
                    <a:ext uri="{FF2B5EF4-FFF2-40B4-BE49-F238E27FC236}">
                      <a16:creationId id="{FB59604A-59DE-F410-5B2F-BD1A9D4A70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false" flipV="false" rot="900000">
                  <a:off x="2428930" y="2653365"/>
                  <a:ext cx="643350" cy="172385"/>
                </a:xfrm>
                <a:prstGeom prst="line">
                  <a:avLst/>
                </a:prstGeom>
                <a:ln cap="rnd" w="38100">
                  <a:gradFill flip="none" rotWithShape="1">
                    <a:gsLst>
                      <a:gs pos="34000">
                        <a:schemeClr val="accent1"/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10800000" scaled="1"/>
                    <a:tileRect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descr="e74edf39-2a5d-4a7e-baf1-09a2468da70a" id="18" name="Number1">
                <a:extLst>
                  <a:ext uri="{FF2B5EF4-FFF2-40B4-BE49-F238E27FC236}">
                    <a16:creationId id="{EA1214F9-25B3-CBD6-6BE4-84DDFECD6AFD}"/>
                  </a:ext>
                </a:extLst>
              </p:cNvPr>
              <p:cNvSpPr txBox="1"/>
              <p:nvPr/>
            </p:nvSpPr>
            <p:spPr>
              <a:xfrm flipH="false" flipV="false">
                <a:off x="660400" y="2643774"/>
                <a:ext cx="689429" cy="676669"/>
              </a:xfrm>
              <a:prstGeom prst="roundRect">
                <a:avLst>
                  <a:gd fmla="val 16217" name="adj"/>
                </a:avLst>
              </a:prstGeom>
              <a:solidFill>
                <a:schemeClr val="accent1">
                  <a:alpha val="15000"/>
                </a:schemeClr>
              </a:solidFill>
              <a:ln w="38100">
                <a:noFill/>
              </a:ln>
              <a:effectLst>
                <a:outerShdw algn="tl" blurRad="127000" dir="2700000" dist="63500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none"/>
              <a:lstStyle>
                <a:defPPr>
                  <a:defRPr lang="en-US"/>
                </a:defPPr>
                <a:lvl1pPr algn="ctr">
                  <a:defRPr b="1" sz="2000">
                    <a:solidFill>
                      <a:srgbClr val="FFFFFF"/>
                    </a:solidFill>
                    <a:cs typeface="+mn-ea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b="true" i="false" lang="en-US" sz="2000" u="none">
                    <a:solidFill>
                      <a:srgbClr val="1E4DCD"/>
                    </a:solidFill>
                    <a:latin typeface="Arial"/>
                  </a:rPr>
                  <a:t>01</a:t>
                </a:r>
              </a:p>
            </p:txBody>
          </p:sp>
        </p:grpSp>
        <p:grpSp>
          <p:nvGrpSpPr>
            <p:cNvPr descr="9077cc9e-bead-45b6-af21-b08cfaec8db2" id="30" name="组合 29">
              <a:extLst>
                <a:ext uri="{FF2B5EF4-FFF2-40B4-BE49-F238E27FC236}">
                  <a16:creationId id="{D9507C7E-AACC-47DC-20C8-D525E11489D6}"/>
                </a:ext>
              </a:extLst>
            </p:cNvPr>
            <p:cNvGrpSpPr/>
            <p:nvPr/>
          </p:nvGrpSpPr>
          <p:grpSpPr>
            <a:xfrm>
              <a:off x="2873066" y="2643774"/>
              <a:ext cx="2007837" cy="3088452"/>
              <a:chOff x="660400" y="2643774"/>
              <a:chExt cx="1922920" cy="3088452"/>
            </a:xfrm>
          </p:grpSpPr>
          <p:grpSp>
            <p:nvGrpSpPr>
              <p:cNvPr descr="05ea434e-b4df-4c04-8cf3-2e2faf453ec7" id="31" name="组合 30">
                <a:extLst>
                  <a:ext uri="{FF2B5EF4-FFF2-40B4-BE49-F238E27FC236}">
                    <a16:creationId id="{3D4710B4-9D7A-F037-AFBD-6941E2E3BB0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60400" y="3713559"/>
                <a:ext cx="1922920" cy="2018667"/>
                <a:chOff x="4618250" y="1596366"/>
                <a:chExt cx="2942800" cy="3619500"/>
              </a:xfrm>
            </p:grpSpPr>
            <p:sp>
              <p:nvSpPr>
                <p:cNvPr descr="a4f93520-2d78-4a7a-86e6-371fcc8153c1" id="36" name="ComponentBackground2">
                  <a:extLst>
                    <a:ext uri="{FF2B5EF4-FFF2-40B4-BE49-F238E27FC236}">
                      <a16:creationId id="{29066D55-3DF4-64BF-5093-946F2C40AE6E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4618250" y="1596366"/>
                  <a:ext cx="2942800" cy="3619500"/>
                </a:xfrm>
                <a:prstGeom prst="roundRect">
                  <a:avLst>
                    <a:gd fmla="val 9478" name="adj"/>
                  </a:avLst>
                </a:prstGeom>
                <a:gradFill>
                  <a:gsLst>
                    <a:gs pos="0">
                      <a:schemeClr val="accent1">
                        <a:lumMod val="45000"/>
                        <a:lumOff val="55000"/>
                        <a:alpha val="50000"/>
                      </a:schemeClr>
                    </a:gs>
                    <a:gs pos="50000">
                      <a:schemeClr val="accent1">
                        <a:lumMod val="30000"/>
                        <a:lumOff val="70000"/>
                        <a:alpha val="0"/>
                      </a:schemeClr>
                    </a:gs>
                  </a:gsLst>
                  <a:lin ang="5400000" scaled="0"/>
                </a:gradFill>
                <a:ln cap="rnd" w="12700">
                  <a:gradFill>
                    <a:gsLst>
                      <a:gs pos="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  <a:alpha val="0"/>
                        </a:schemeClr>
                      </a:gs>
                    </a:gsLst>
                    <a:lin ang="5400000" scaled="0"/>
                  </a:gradFill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0" compatLnSpc="1" forceAA="0" fromWordArt="0" lIns="0" numCol="1" rIns="0" rot="0" rtlCol="0" spcCol="0" spcFirstLastPara="0" tIns="0" vert="horz" wrap="square">
                  <a:normAutofit/>
                </a:bodyPr>
                <a:lstStyle/>
                <a:p>
                  <a:pPr algn="r"/>
                </a:p>
              </p:txBody>
            </p:sp>
            <p:sp>
              <p:nvSpPr>
                <p:cNvPr descr="37bf1f50-1157-48f9-ad76-165435d4eefd" id="37" name="Text2">
                  <a:extLst>
                    <a:ext uri="{FF2B5EF4-FFF2-40B4-BE49-F238E27FC236}">
                      <a16:creationId id="{CB45C40E-4C5D-6DFF-B40A-6877012D6C69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4806210" y="1991756"/>
                  <a:ext cx="2566880" cy="173263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t" anchorCtr="false" bIns="45720" lIns="91440" rIns="91440" rtlCol="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FFFFFF"/>
                      </a:solidFill>
                      <a:ea typeface="微软雅黑"/>
                    </a:rPr>
                    <a:t>基于数据和算法分析，做出准确决策。</a:t>
                  </a:r>
                </a:p>
              </p:txBody>
            </p:sp>
            <p:sp>
              <p:nvSpPr>
                <p:cNvPr descr="63906b9d-21b7-433b-abc8-2fa5a6632636" id="38" name="Bullet2">
                  <a:extLst>
                    <a:ext uri="{FF2B5EF4-FFF2-40B4-BE49-F238E27FC236}">
                      <a16:creationId id="{9FEC9A5D-46A3-5916-9E72-1D1C0474F3A5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4806210" y="3919039"/>
                  <a:ext cx="2566880" cy="1296827"/>
                </a:xfrm>
                <a:prstGeom prst="roundRect">
                  <a:avLst>
                    <a:gd fmla="val 21084" name="adj"/>
                  </a:avLst>
                </a:pr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75000">
                      <a:schemeClr val="accent2"/>
                    </a:gs>
                  </a:gsLst>
                  <a:lin ang="2700000" scaled="1"/>
                  <a:tileRect/>
                </a:gradFill>
                <a:ln w="38100">
                  <a:noFill/>
                </a:ln>
                <a:effectLst>
                  <a:outerShdw algn="tl" blurRad="127000" dir="2700000" dist="63500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lIns="91440" rIns="91440" rtlCol="0" tIns="45720" wrap="square">
                  <a:normAutofit lnSpcReduction="10000"/>
                </a:bodyPr>
                <a:lstStyle/>
                <a:p>
                  <a:pPr algn="l"/>
                  <a:r>
                    <a:rPr b="true" i="false" lang="en-US" sz="1800" u="none">
                      <a:solidFill>
                        <a:srgbClr val="FFFFFF"/>
                      </a:solidFill>
                      <a:ea typeface="微软雅黑"/>
                    </a:rPr>
                    <a:t>支持数据驱动决策</a:t>
                  </a:r>
                </a:p>
              </p:txBody>
            </p:sp>
          </p:grpSp>
          <p:grpSp>
            <p:nvGrpSpPr>
              <p:cNvPr descr="c82f4edd-f2ec-41c2-9ea1-8854d0aff00d" id="32" name="组合 31">
                <a:extLst>
                  <a:ext uri="{FF2B5EF4-FFF2-40B4-BE49-F238E27FC236}">
                    <a16:creationId id="{AECE37B7-5577-E2AC-4849-60DEA8034C59}"/>
                  </a:ext>
                </a:extLst>
              </p:cNvPr>
              <p:cNvGrpSpPr/>
              <p:nvPr/>
            </p:nvGrpSpPr>
            <p:grpSpPr>
              <a:xfrm>
                <a:off x="671748" y="3195346"/>
                <a:ext cx="1807803" cy="233654"/>
                <a:chOff x="671748" y="2653365"/>
                <a:chExt cx="2400532" cy="233654"/>
              </a:xfrm>
            </p:grpSpPr>
            <p:cxnSp>
              <p:nvCxnSpPr>
                <p:cNvPr descr="e0e99253-385f-4485-899a-ce5e73a12b38" id="34" name="直接连接符 33">
                  <a:extLst>
                    <a:ext uri="{FF2B5EF4-FFF2-40B4-BE49-F238E27FC236}">
                      <a16:creationId id="{E1770991-AE97-C146-68BB-2C194B971D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false" flipV="false">
                  <a:off x="671748" y="2887019"/>
                  <a:ext cx="2362200" cy="0"/>
                </a:xfrm>
                <a:prstGeom prst="line">
                  <a:avLst/>
                </a:prstGeom>
                <a:ln cap="rnd" w="38100">
                  <a:gradFill flip="none" rotWithShape="1">
                    <a:gsLst>
                      <a:gs pos="34000">
                        <a:schemeClr val="accent1"/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10800000" scaled="1"/>
                    <a:tileRect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descr="54c74443-b2d3-4c94-85bd-e99c71e3ef1b" id="35" name="直接连接符 34">
                  <a:extLst>
                    <a:ext uri="{FF2B5EF4-FFF2-40B4-BE49-F238E27FC236}">
                      <a16:creationId id="{CB0E7662-0910-2D95-D2D0-D4C20A4445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false" flipV="false" rot="900000">
                  <a:off x="2428930" y="2653365"/>
                  <a:ext cx="643350" cy="172385"/>
                </a:xfrm>
                <a:prstGeom prst="line">
                  <a:avLst/>
                </a:prstGeom>
                <a:ln cap="rnd" w="38100">
                  <a:gradFill flip="none" rotWithShape="1">
                    <a:gsLst>
                      <a:gs pos="34000">
                        <a:schemeClr val="accent1"/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10800000" scaled="1"/>
                    <a:tileRect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descr="4e308411-4689-418e-9d03-16ac98fb0246" id="33" name="Number2">
                <a:extLst>
                  <a:ext uri="{FF2B5EF4-FFF2-40B4-BE49-F238E27FC236}">
                    <a16:creationId id="{2D81645B-5136-76DC-1034-7AAB3B1152F3}"/>
                  </a:ext>
                </a:extLst>
              </p:cNvPr>
              <p:cNvSpPr txBox="1"/>
              <p:nvPr/>
            </p:nvSpPr>
            <p:spPr>
              <a:xfrm flipH="false" flipV="false">
                <a:off x="660400" y="2643774"/>
                <a:ext cx="689429" cy="676669"/>
              </a:xfrm>
              <a:prstGeom prst="roundRect">
                <a:avLst>
                  <a:gd fmla="val 16217" name="adj"/>
                </a:avLst>
              </a:prstGeom>
              <a:solidFill>
                <a:schemeClr val="accent1">
                  <a:alpha val="15000"/>
                </a:schemeClr>
              </a:solidFill>
              <a:ln w="38100">
                <a:noFill/>
              </a:ln>
              <a:effectLst>
                <a:outerShdw algn="tl" blurRad="127000" dir="2700000" dist="63500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none"/>
              <a:lstStyle>
                <a:defPPr>
                  <a:defRPr lang="en-US"/>
                </a:defPPr>
                <a:lvl1pPr algn="ctr">
                  <a:defRPr b="1" sz="2000">
                    <a:solidFill>
                      <a:srgbClr val="FFFFFF"/>
                    </a:solidFill>
                    <a:cs typeface="+mn-ea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b="true" i="false" lang="en-US" sz="2000" u="none">
                    <a:solidFill>
                      <a:srgbClr val="1E4DCD"/>
                    </a:solidFill>
                    <a:latin typeface="Arial"/>
                  </a:rPr>
                  <a:t>02</a:t>
                </a:r>
              </a:p>
            </p:txBody>
          </p:sp>
        </p:grpSp>
        <p:grpSp>
          <p:nvGrpSpPr>
            <p:cNvPr descr="b30b199d-5ae4-4c40-a342-aec3142b3f95" id="39" name="组合 38">
              <a:extLst>
                <a:ext uri="{FF2B5EF4-FFF2-40B4-BE49-F238E27FC236}">
                  <a16:creationId id="{7DFF4CF1-89DF-B353-EFCF-E5AE0087823A}"/>
                </a:ext>
              </a:extLst>
            </p:cNvPr>
            <p:cNvGrpSpPr/>
            <p:nvPr/>
          </p:nvGrpSpPr>
          <p:grpSpPr>
            <a:xfrm>
              <a:off x="5085731" y="2643774"/>
              <a:ext cx="2007837" cy="3088452"/>
              <a:chOff x="660400" y="2643774"/>
              <a:chExt cx="1922920" cy="3088452"/>
            </a:xfrm>
          </p:grpSpPr>
          <p:grpSp>
            <p:nvGrpSpPr>
              <p:cNvPr descr="92c62569-eb0f-4fdc-a1f7-9bd1cc43255a" id="40" name="组合 39">
                <a:extLst>
                  <a:ext uri="{FF2B5EF4-FFF2-40B4-BE49-F238E27FC236}">
                    <a16:creationId id="{81DDADEB-2851-CF19-79D4-A12C69A6DD2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60400" y="3713559"/>
                <a:ext cx="1922920" cy="2018667"/>
                <a:chOff x="4618250" y="1596366"/>
                <a:chExt cx="2942800" cy="3619500"/>
              </a:xfrm>
            </p:grpSpPr>
            <p:sp>
              <p:nvSpPr>
                <p:cNvPr descr="338d3282-d4f0-4667-b125-805e61352a9f" id="45" name="ComponentBackground3">
                  <a:extLst>
                    <a:ext uri="{FF2B5EF4-FFF2-40B4-BE49-F238E27FC236}">
                      <a16:creationId id="{2CD29ED7-BC64-C55A-1A29-037B6D512350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4618250" y="1596366"/>
                  <a:ext cx="2942800" cy="3619500"/>
                </a:xfrm>
                <a:prstGeom prst="roundRect">
                  <a:avLst>
                    <a:gd fmla="val 9478" name="adj"/>
                  </a:avLst>
                </a:prstGeom>
                <a:gradFill>
                  <a:gsLst>
                    <a:gs pos="0">
                      <a:schemeClr val="accent1">
                        <a:lumMod val="45000"/>
                        <a:lumOff val="55000"/>
                        <a:alpha val="50000"/>
                      </a:schemeClr>
                    </a:gs>
                    <a:gs pos="50000">
                      <a:schemeClr val="accent1">
                        <a:lumMod val="30000"/>
                        <a:lumOff val="70000"/>
                        <a:alpha val="0"/>
                      </a:schemeClr>
                    </a:gs>
                  </a:gsLst>
                  <a:lin ang="5400000" scaled="0"/>
                </a:gradFill>
                <a:ln cap="rnd" w="12700">
                  <a:gradFill>
                    <a:gsLst>
                      <a:gs pos="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  <a:alpha val="0"/>
                        </a:schemeClr>
                      </a:gs>
                    </a:gsLst>
                    <a:lin ang="5400000" scaled="0"/>
                  </a:gradFill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0" compatLnSpc="1" forceAA="0" fromWordArt="0" lIns="0" numCol="1" rIns="0" rot="0" rtlCol="0" spcCol="0" spcFirstLastPara="0" tIns="0" vert="horz" wrap="square">
                  <a:normAutofit/>
                </a:bodyPr>
                <a:lstStyle/>
                <a:p>
                  <a:pPr algn="r"/>
                </a:p>
              </p:txBody>
            </p:sp>
            <p:sp>
              <p:nvSpPr>
                <p:cNvPr descr="ff0cbec2-6f4a-4c48-9cb8-06af188d2fc1" id="46" name="Text3">
                  <a:extLst>
                    <a:ext uri="{FF2B5EF4-FFF2-40B4-BE49-F238E27FC236}">
                      <a16:creationId id="{91A5EE2F-1332-F170-AA1D-63DDF45C0305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4806210" y="1991756"/>
                  <a:ext cx="2566880" cy="173263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t" anchorCtr="false" bIns="45720" lIns="91440" rIns="91440" rtlCol="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FFFFFF"/>
                      </a:solidFill>
                      <a:ea typeface="微软雅黑"/>
                    </a:rPr>
                    <a:t>发现项目潜在问题和风险，及时应对。</a:t>
                  </a:r>
                </a:p>
              </p:txBody>
            </p:sp>
            <p:sp>
              <p:nvSpPr>
                <p:cNvPr descr="03d7323a-1081-4529-a1a9-634849cb663e" id="47" name="Bullet3">
                  <a:extLst>
                    <a:ext uri="{FF2B5EF4-FFF2-40B4-BE49-F238E27FC236}">
                      <a16:creationId id="{61B4404E-0AC5-BFCD-A2F3-641BF87218C9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4806210" y="3919039"/>
                  <a:ext cx="2566880" cy="1296827"/>
                </a:xfrm>
                <a:prstGeom prst="roundRect">
                  <a:avLst>
                    <a:gd fmla="val 21084" name="adj"/>
                  </a:avLst>
                </a:prstGeom>
                <a:gradFill flip="none" rotWithShape="1"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75000">
                      <a:schemeClr val="accent3"/>
                    </a:gs>
                  </a:gsLst>
                  <a:lin ang="2700000" scaled="1"/>
                  <a:tileRect/>
                </a:gradFill>
                <a:ln w="38100">
                  <a:noFill/>
                </a:ln>
                <a:effectLst>
                  <a:outerShdw algn="tl" blurRad="127000" dir="2700000" dist="63500" rotWithShape="0">
                    <a:schemeClr val="accent3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lIns="91440" rIns="91440" rtlCol="0" tIns="45720" wrap="square">
                  <a:normAutofit lnSpcReduction="10000"/>
                </a:bodyPr>
                <a:lstStyle/>
                <a:p>
                  <a:pPr algn="l"/>
                  <a:r>
                    <a:rPr b="true" i="false" lang="en-US" sz="1800" u="none">
                      <a:solidFill>
                        <a:srgbClr val="FFFFFF"/>
                      </a:solidFill>
                      <a:ea typeface="微软雅黑"/>
                    </a:rPr>
                    <a:t>发现项目问题风险</a:t>
                  </a:r>
                </a:p>
              </p:txBody>
            </p:sp>
          </p:grpSp>
          <p:grpSp>
            <p:nvGrpSpPr>
              <p:cNvPr descr="d0e9da7e-b816-4395-bd5a-40197cef0e0e" id="41" name="组合 40">
                <a:extLst>
                  <a:ext uri="{FF2B5EF4-FFF2-40B4-BE49-F238E27FC236}">
                    <a16:creationId id="{8A72D669-FECF-622D-D6DF-9BFAF35A1D25}"/>
                  </a:ext>
                </a:extLst>
              </p:cNvPr>
              <p:cNvGrpSpPr/>
              <p:nvPr/>
            </p:nvGrpSpPr>
            <p:grpSpPr>
              <a:xfrm>
                <a:off x="671748" y="3195346"/>
                <a:ext cx="1807803" cy="233654"/>
                <a:chOff x="671748" y="2653365"/>
                <a:chExt cx="2400532" cy="233654"/>
              </a:xfrm>
            </p:grpSpPr>
            <p:cxnSp>
              <p:nvCxnSpPr>
                <p:cNvPr descr="16318b91-ed21-438e-93a0-337429ab0a9f" id="43" name="直接连接符 42">
                  <a:extLst>
                    <a:ext uri="{FF2B5EF4-FFF2-40B4-BE49-F238E27FC236}">
                      <a16:creationId id="{BF33D1D7-DBD2-2A41-929D-0D258EAFB6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false" flipV="false">
                  <a:off x="671748" y="2887019"/>
                  <a:ext cx="2362200" cy="0"/>
                </a:xfrm>
                <a:prstGeom prst="line">
                  <a:avLst/>
                </a:prstGeom>
                <a:ln cap="rnd" w="38100">
                  <a:gradFill flip="none" rotWithShape="1">
                    <a:gsLst>
                      <a:gs pos="34000">
                        <a:schemeClr val="accent1"/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10800000" scaled="1"/>
                    <a:tileRect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descr="9bfe6c31-7158-4bb7-826c-67987d34cc6a" id="44" name="直接连接符 43">
                  <a:extLst>
                    <a:ext uri="{FF2B5EF4-FFF2-40B4-BE49-F238E27FC236}">
                      <a16:creationId id="{BA0D3999-86C6-C506-4C36-27228F232E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false" flipV="false" rot="900000">
                  <a:off x="2428930" y="2653365"/>
                  <a:ext cx="643350" cy="172385"/>
                </a:xfrm>
                <a:prstGeom prst="line">
                  <a:avLst/>
                </a:prstGeom>
                <a:ln cap="rnd" w="38100">
                  <a:gradFill flip="none" rotWithShape="1">
                    <a:gsLst>
                      <a:gs pos="34000">
                        <a:schemeClr val="accent1"/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10800000" scaled="1"/>
                    <a:tileRect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descr="f33db373-3b1c-4844-8b52-35696c46e174" id="42" name="Number3">
                <a:extLst>
                  <a:ext uri="{FF2B5EF4-FFF2-40B4-BE49-F238E27FC236}">
                    <a16:creationId id="{01B80A15-25C1-E226-FEE6-072E92345BFE}"/>
                  </a:ext>
                </a:extLst>
              </p:cNvPr>
              <p:cNvSpPr txBox="1"/>
              <p:nvPr/>
            </p:nvSpPr>
            <p:spPr>
              <a:xfrm flipH="false" flipV="false">
                <a:off x="660400" y="2643774"/>
                <a:ext cx="689429" cy="676669"/>
              </a:xfrm>
              <a:prstGeom prst="roundRect">
                <a:avLst>
                  <a:gd fmla="val 16217" name="adj"/>
                </a:avLst>
              </a:prstGeom>
              <a:solidFill>
                <a:schemeClr val="accent1">
                  <a:alpha val="15000"/>
                </a:schemeClr>
              </a:solidFill>
              <a:ln w="38100">
                <a:noFill/>
              </a:ln>
              <a:effectLst>
                <a:outerShdw algn="tl" blurRad="127000" dir="2700000" dist="63500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none"/>
              <a:lstStyle>
                <a:defPPr>
                  <a:defRPr lang="en-US"/>
                </a:defPPr>
                <a:lvl1pPr algn="ctr">
                  <a:defRPr b="1" sz="2000">
                    <a:solidFill>
                      <a:srgbClr val="FFFFFF"/>
                    </a:solidFill>
                    <a:cs typeface="+mn-ea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b="true" i="false" lang="en-US" sz="2000" u="none">
                    <a:solidFill>
                      <a:srgbClr val="1E4DCD"/>
                    </a:solidFill>
                    <a:latin typeface="Arial"/>
                  </a:rPr>
                  <a:t>03</a:t>
                </a:r>
              </a:p>
            </p:txBody>
          </p:sp>
        </p:grpSp>
        <p:grpSp>
          <p:nvGrpSpPr>
            <p:cNvPr descr="90d786df-4ccc-4725-acc0-1f5404405f83" id="48" name="组合 47">
              <a:extLst>
                <a:ext uri="{FF2B5EF4-FFF2-40B4-BE49-F238E27FC236}">
                  <a16:creationId id="{A0F81D1C-B912-7AFC-7764-84314F2DB740}"/>
                </a:ext>
              </a:extLst>
            </p:cNvPr>
            <p:cNvGrpSpPr/>
            <p:nvPr/>
          </p:nvGrpSpPr>
          <p:grpSpPr>
            <a:xfrm>
              <a:off x="7298397" y="2643774"/>
              <a:ext cx="2007837" cy="3088452"/>
              <a:chOff x="660400" y="2643774"/>
              <a:chExt cx="1922920" cy="3088452"/>
            </a:xfrm>
          </p:grpSpPr>
          <p:grpSp>
            <p:nvGrpSpPr>
              <p:cNvPr descr="14db428d-a7a3-4da3-9677-e9f85c28384b" id="49" name="组合 48">
                <a:extLst>
                  <a:ext uri="{FF2B5EF4-FFF2-40B4-BE49-F238E27FC236}">
                    <a16:creationId id="{06A1F8ED-760B-8444-60D1-9CFEF4EB9DA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60400" y="3713559"/>
                <a:ext cx="1922920" cy="2018667"/>
                <a:chOff x="4618250" y="1596366"/>
                <a:chExt cx="2942800" cy="3619500"/>
              </a:xfrm>
            </p:grpSpPr>
            <p:sp>
              <p:nvSpPr>
                <p:cNvPr descr="f9cb8465-b59e-41c8-97eb-97e9d778d309" id="54" name="ComponentBackground4">
                  <a:extLst>
                    <a:ext uri="{FF2B5EF4-FFF2-40B4-BE49-F238E27FC236}">
                      <a16:creationId id="{9738D50A-2397-D215-9F31-D54CC3B14EAE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4618250" y="1596366"/>
                  <a:ext cx="2942800" cy="3619500"/>
                </a:xfrm>
                <a:prstGeom prst="roundRect">
                  <a:avLst>
                    <a:gd fmla="val 9478" name="adj"/>
                  </a:avLst>
                </a:prstGeom>
                <a:gradFill>
                  <a:gsLst>
                    <a:gs pos="0">
                      <a:schemeClr val="accent1">
                        <a:lumMod val="45000"/>
                        <a:lumOff val="55000"/>
                        <a:alpha val="50000"/>
                      </a:schemeClr>
                    </a:gs>
                    <a:gs pos="50000">
                      <a:schemeClr val="accent1">
                        <a:lumMod val="30000"/>
                        <a:lumOff val="70000"/>
                        <a:alpha val="0"/>
                      </a:schemeClr>
                    </a:gs>
                  </a:gsLst>
                  <a:lin ang="5400000" scaled="0"/>
                </a:gradFill>
                <a:ln cap="rnd" w="12700">
                  <a:gradFill>
                    <a:gsLst>
                      <a:gs pos="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  <a:alpha val="0"/>
                        </a:schemeClr>
                      </a:gs>
                    </a:gsLst>
                    <a:lin ang="5400000" scaled="0"/>
                  </a:gradFill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0" compatLnSpc="1" forceAA="0" fromWordArt="0" lIns="0" numCol="1" rIns="0" rot="0" rtlCol="0" spcCol="0" spcFirstLastPara="0" tIns="0" vert="horz" wrap="square">
                  <a:normAutofit/>
                </a:bodyPr>
                <a:lstStyle/>
                <a:p>
                  <a:pPr algn="r"/>
                </a:p>
              </p:txBody>
            </p:sp>
            <p:sp>
              <p:nvSpPr>
                <p:cNvPr descr="e43a3f92-d447-45bb-afbc-bfb0d9d59476" id="55" name="Text4">
                  <a:extLst>
                    <a:ext uri="{FF2B5EF4-FFF2-40B4-BE49-F238E27FC236}">
                      <a16:creationId id="{1DA4A353-7045-D178-E208-5154D25780C8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4806210" y="1991756"/>
                  <a:ext cx="2566880" cy="173263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t" anchorCtr="false" bIns="45720" lIns="91440" rIns="91440" rtlCol="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FFFFFF"/>
                      </a:solidFill>
                      <a:ea typeface="微软雅黑"/>
                    </a:rPr>
                    <a:t>预测项目未来走向，提前规划布局。</a:t>
                  </a:r>
                </a:p>
              </p:txBody>
            </p:sp>
            <p:sp>
              <p:nvSpPr>
                <p:cNvPr descr="790f8ef2-df23-4db6-9b67-8b0e3d3850ff" id="56" name="Bullet4">
                  <a:extLst>
                    <a:ext uri="{FF2B5EF4-FFF2-40B4-BE49-F238E27FC236}">
                      <a16:creationId id="{6B2AE417-D3B6-5D3D-1B68-BC92BC07CEFB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4806210" y="3919039"/>
                  <a:ext cx="2566880" cy="1296827"/>
                </a:xfrm>
                <a:prstGeom prst="roundRect">
                  <a:avLst>
                    <a:gd fmla="val 21084" name="adj"/>
                  </a:avLst>
                </a:prstGeom>
                <a:gradFill flip="none" rotWithShape="1">
                  <a:gsLst>
                    <a:gs pos="0">
                      <a:schemeClr val="accent4">
                        <a:lumMod val="60000"/>
                        <a:lumOff val="40000"/>
                      </a:schemeClr>
                    </a:gs>
                    <a:gs pos="75000">
                      <a:schemeClr val="accent4"/>
                    </a:gs>
                  </a:gsLst>
                  <a:lin ang="2700000" scaled="1"/>
                  <a:tileRect/>
                </a:gradFill>
                <a:ln w="38100">
                  <a:noFill/>
                </a:ln>
                <a:effectLst>
                  <a:outerShdw algn="tl" blurRad="127000" dir="2700000" dist="63500" rotWithShape="0">
                    <a:schemeClr val="accent4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lIns="91440" rIns="91440" rtlCol="0" tIns="45720" wrap="square">
                  <a:normAutofit lnSpcReduction="10000"/>
                </a:bodyPr>
                <a:lstStyle/>
                <a:p>
                  <a:pPr algn="l"/>
                  <a:r>
                    <a:rPr b="true" i="false" lang="en-US" sz="1800" u="none">
                      <a:solidFill>
                        <a:srgbClr val="FFFFFF"/>
                      </a:solidFill>
                      <a:ea typeface="微软雅黑"/>
                    </a:rPr>
                    <a:t>预测项目发展趋势</a:t>
                  </a:r>
                </a:p>
              </p:txBody>
            </p:sp>
          </p:grpSp>
          <p:grpSp>
            <p:nvGrpSpPr>
              <p:cNvPr descr="07bc1331-b47e-4bf1-9f35-ab770385a457" id="50" name="组合 49">
                <a:extLst>
                  <a:ext uri="{FF2B5EF4-FFF2-40B4-BE49-F238E27FC236}">
                    <a16:creationId id="{EAAF3DAB-6E84-1FF3-B562-8AAB8F0D06C8}"/>
                  </a:ext>
                </a:extLst>
              </p:cNvPr>
              <p:cNvGrpSpPr/>
              <p:nvPr/>
            </p:nvGrpSpPr>
            <p:grpSpPr>
              <a:xfrm>
                <a:off x="671748" y="3195346"/>
                <a:ext cx="1807803" cy="233654"/>
                <a:chOff x="671748" y="2653365"/>
                <a:chExt cx="2400532" cy="233654"/>
              </a:xfrm>
            </p:grpSpPr>
            <p:cxnSp>
              <p:nvCxnSpPr>
                <p:cNvPr descr="8194fc3e-999f-481b-9492-ff04faa63cfb" id="52" name="直接连接符 51">
                  <a:extLst>
                    <a:ext uri="{FF2B5EF4-FFF2-40B4-BE49-F238E27FC236}">
                      <a16:creationId id="{F57CB54F-8595-3707-7A1A-C71EA4A066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false" flipV="false">
                  <a:off x="671748" y="2887019"/>
                  <a:ext cx="2362200" cy="0"/>
                </a:xfrm>
                <a:prstGeom prst="line">
                  <a:avLst/>
                </a:prstGeom>
                <a:ln cap="rnd" w="38100">
                  <a:gradFill flip="none" rotWithShape="1">
                    <a:gsLst>
                      <a:gs pos="34000">
                        <a:schemeClr val="accent1"/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10800000" scaled="1"/>
                    <a:tileRect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descr="b234269f-87bb-46da-ac0d-de7e4443511b" id="53" name="直接连接符 52">
                  <a:extLst>
                    <a:ext uri="{FF2B5EF4-FFF2-40B4-BE49-F238E27FC236}">
                      <a16:creationId id="{CB154E68-FB1A-6C6E-ED99-531A53024A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false" flipV="false" rot="900000">
                  <a:off x="2428930" y="2653365"/>
                  <a:ext cx="643350" cy="172385"/>
                </a:xfrm>
                <a:prstGeom prst="line">
                  <a:avLst/>
                </a:prstGeom>
                <a:ln cap="rnd" w="38100">
                  <a:gradFill flip="none" rotWithShape="1">
                    <a:gsLst>
                      <a:gs pos="34000">
                        <a:schemeClr val="accent1"/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10800000" scaled="1"/>
                    <a:tileRect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descr="d748735d-29be-471e-b35b-aaaae93ea3e1" id="51" name="Number4">
                <a:extLst>
                  <a:ext uri="{FF2B5EF4-FFF2-40B4-BE49-F238E27FC236}">
                    <a16:creationId id="{07E86E34-4150-661D-4969-675013A84AE4}"/>
                  </a:ext>
                </a:extLst>
              </p:cNvPr>
              <p:cNvSpPr txBox="1"/>
              <p:nvPr/>
            </p:nvSpPr>
            <p:spPr>
              <a:xfrm flipH="false" flipV="false">
                <a:off x="660400" y="2643774"/>
                <a:ext cx="689429" cy="676669"/>
              </a:xfrm>
              <a:prstGeom prst="roundRect">
                <a:avLst>
                  <a:gd fmla="val 16217" name="adj"/>
                </a:avLst>
              </a:prstGeom>
              <a:solidFill>
                <a:schemeClr val="accent1">
                  <a:alpha val="15000"/>
                </a:schemeClr>
              </a:solidFill>
              <a:ln w="38100">
                <a:noFill/>
              </a:ln>
              <a:effectLst>
                <a:outerShdw algn="tl" blurRad="127000" dir="2700000" dist="63500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none"/>
              <a:lstStyle>
                <a:defPPr>
                  <a:defRPr lang="en-US"/>
                </a:defPPr>
                <a:lvl1pPr algn="ctr">
                  <a:defRPr b="1" sz="2000">
                    <a:solidFill>
                      <a:srgbClr val="FFFFFF"/>
                    </a:solidFill>
                    <a:cs typeface="+mn-ea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b="true" i="false" lang="en-US" sz="2000" u="none">
                    <a:solidFill>
                      <a:srgbClr val="1E4DCD"/>
                    </a:solidFill>
                    <a:latin typeface="Arial"/>
                  </a:rPr>
                  <a:t>04</a:t>
                </a:r>
              </a:p>
            </p:txBody>
          </p:sp>
        </p:grpSp>
        <p:grpSp>
          <p:nvGrpSpPr>
            <p:cNvPr descr="8765c2d6-8ffd-4c46-a08f-08e137bb47d3" id="57" name="组合 56">
              <a:extLst>
                <a:ext uri="{FF2B5EF4-FFF2-40B4-BE49-F238E27FC236}">
                  <a16:creationId id="{DCB37E1B-A798-0A99-3E6C-E72518F927FF}"/>
                </a:ext>
              </a:extLst>
            </p:cNvPr>
            <p:cNvGrpSpPr/>
            <p:nvPr/>
          </p:nvGrpSpPr>
          <p:grpSpPr>
            <a:xfrm>
              <a:off x="9511063" y="2643774"/>
              <a:ext cx="2007837" cy="3088452"/>
              <a:chOff x="660400" y="2643774"/>
              <a:chExt cx="1922920" cy="3088452"/>
            </a:xfrm>
          </p:grpSpPr>
          <p:grpSp>
            <p:nvGrpSpPr>
              <p:cNvPr descr="20d1027d-a730-44e6-8628-09b388a26c4c" id="58" name="组合 57">
                <a:extLst>
                  <a:ext uri="{FF2B5EF4-FFF2-40B4-BE49-F238E27FC236}">
                    <a16:creationId id="{08527E8C-A5DB-80F2-AA3F-DDCD904E032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60400" y="3713559"/>
                <a:ext cx="1922920" cy="2018667"/>
                <a:chOff x="4618250" y="1596366"/>
                <a:chExt cx="2942800" cy="3619500"/>
              </a:xfrm>
            </p:grpSpPr>
            <p:sp>
              <p:nvSpPr>
                <p:cNvPr descr="b950540e-4ccd-4512-8258-e7b7d3045e7a" id="63" name="ComponentBackground5">
                  <a:extLst>
                    <a:ext uri="{FF2B5EF4-FFF2-40B4-BE49-F238E27FC236}">
                      <a16:creationId id="{5DA4D9E5-3D75-0F45-8934-51F9490A7C32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4618250" y="1596366"/>
                  <a:ext cx="2942800" cy="3619500"/>
                </a:xfrm>
                <a:prstGeom prst="roundRect">
                  <a:avLst>
                    <a:gd fmla="val 9478" name="adj"/>
                  </a:avLst>
                </a:prstGeom>
                <a:gradFill>
                  <a:gsLst>
                    <a:gs pos="0">
                      <a:schemeClr val="accent1">
                        <a:lumMod val="45000"/>
                        <a:lumOff val="55000"/>
                        <a:alpha val="50000"/>
                      </a:schemeClr>
                    </a:gs>
                    <a:gs pos="50000">
                      <a:schemeClr val="accent1">
                        <a:lumMod val="30000"/>
                        <a:lumOff val="70000"/>
                        <a:alpha val="0"/>
                      </a:schemeClr>
                    </a:gs>
                  </a:gsLst>
                  <a:lin ang="5400000" scaled="0"/>
                </a:gradFill>
                <a:ln cap="rnd" w="12700">
                  <a:gradFill>
                    <a:gsLst>
                      <a:gs pos="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  <a:alpha val="0"/>
                        </a:schemeClr>
                      </a:gs>
                    </a:gsLst>
                    <a:lin ang="5400000" scaled="0"/>
                  </a:gradFill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0" compatLnSpc="1" forceAA="0" fromWordArt="0" lIns="0" numCol="1" rIns="0" rot="0" rtlCol="0" spcCol="0" spcFirstLastPara="0" tIns="0" vert="horz" wrap="square">
                  <a:normAutofit/>
                </a:bodyPr>
                <a:lstStyle/>
                <a:p>
                  <a:pPr algn="r"/>
                </a:p>
              </p:txBody>
            </p:sp>
            <p:sp>
              <p:nvSpPr>
                <p:cNvPr descr="f18af32c-28d3-4a0c-9f07-028ff54ba400" id="64" name="Text5">
                  <a:extLst>
                    <a:ext uri="{FF2B5EF4-FFF2-40B4-BE49-F238E27FC236}">
                      <a16:creationId id="{8A44DDA0-4149-9019-CA2E-A6BE285A1A28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4806210" y="1991756"/>
                  <a:ext cx="2566880" cy="173263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t" anchorCtr="false" bIns="45720" lIns="91440" rIns="91440" rtlCol="0" tIns="45720" wrap="square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b="false" i="false" lang="en-US" sz="1200" u="none">
                      <a:solidFill>
                        <a:srgbClr val="FFFFFF"/>
                      </a:solidFill>
                      <a:ea typeface="微软雅黑"/>
                    </a:rPr>
                    <a:t>对开源项目评估，促进生态健康发展。</a:t>
                  </a:r>
                </a:p>
              </p:txBody>
            </p:sp>
            <p:sp>
              <p:nvSpPr>
                <p:cNvPr descr="fd0bd2ac-dfe4-4a08-9df8-7ac17d599564" id="65" name="Bullet5">
                  <a:extLst>
                    <a:ext uri="{FF2B5EF4-FFF2-40B4-BE49-F238E27FC236}">
                      <a16:creationId id="{6035EE78-728E-A6FA-D2C2-84C60E15AA68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false" flipV="false">
                  <a:off x="4806210" y="3919039"/>
                  <a:ext cx="2566880" cy="1296827"/>
                </a:xfrm>
                <a:prstGeom prst="roundRect">
                  <a:avLst>
                    <a:gd fmla="val 21084" name="adj"/>
                  </a:avLst>
                </a:prstGeom>
                <a:gradFill flip="none" rotWithShape="1"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75000">
                      <a:schemeClr val="accent5"/>
                    </a:gs>
                  </a:gsLst>
                  <a:lin ang="2700000" scaled="1"/>
                  <a:tileRect/>
                </a:gradFill>
                <a:ln w="38100">
                  <a:noFill/>
                </a:ln>
                <a:effectLst>
                  <a:outerShdw algn="tl" blurRad="127000" dir="2700000" dist="63500" rotWithShape="0">
                    <a:schemeClr val="accent5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 anchorCtr="false" bIns="45720" lIns="91440" rIns="91440" rtlCol="0" tIns="45720" wrap="square">
                  <a:normAutofit lnSpcReduction="10000"/>
                </a:bodyPr>
                <a:lstStyle/>
                <a:p>
                  <a:pPr algn="l"/>
                  <a:r>
                    <a:rPr b="true" i="false" lang="en-US" sz="1800" u="none">
                      <a:solidFill>
                        <a:srgbClr val="FFFFFF"/>
                      </a:solidFill>
                      <a:ea typeface="微软雅黑"/>
                    </a:rPr>
                    <a:t>促进开源生态发展</a:t>
                  </a:r>
                </a:p>
              </p:txBody>
            </p:sp>
          </p:grpSp>
          <p:grpSp>
            <p:nvGrpSpPr>
              <p:cNvPr descr="9a60db6a-6d32-43dc-bc0c-20aeb3428cb1" id="59" name="组合 58">
                <a:extLst>
                  <a:ext uri="{FF2B5EF4-FFF2-40B4-BE49-F238E27FC236}">
                    <a16:creationId id="{A0455CFC-2DBE-A10F-3E67-EE80A68EBCE7}"/>
                  </a:ext>
                </a:extLst>
              </p:cNvPr>
              <p:cNvGrpSpPr/>
              <p:nvPr/>
            </p:nvGrpSpPr>
            <p:grpSpPr>
              <a:xfrm>
                <a:off x="671748" y="3195346"/>
                <a:ext cx="1807803" cy="233654"/>
                <a:chOff x="671748" y="2653365"/>
                <a:chExt cx="2400532" cy="233654"/>
              </a:xfrm>
            </p:grpSpPr>
            <p:cxnSp>
              <p:nvCxnSpPr>
                <p:cNvPr descr="ad658885-d2f4-4d29-8fb9-04f8ddf16eaa" id="61" name="直接连接符 60">
                  <a:extLst>
                    <a:ext uri="{FF2B5EF4-FFF2-40B4-BE49-F238E27FC236}">
                      <a16:creationId id="{8C270464-97AB-E202-8EB2-5653F09636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false" flipV="false">
                  <a:off x="671748" y="2887019"/>
                  <a:ext cx="2362200" cy="0"/>
                </a:xfrm>
                <a:prstGeom prst="line">
                  <a:avLst/>
                </a:prstGeom>
                <a:ln cap="rnd" w="38100">
                  <a:gradFill flip="none" rotWithShape="1">
                    <a:gsLst>
                      <a:gs pos="34000">
                        <a:schemeClr val="accent1"/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10800000" scaled="1"/>
                    <a:tileRect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descr="cb13b3ba-7770-4bf3-b65e-c0466e150fab" id="62" name="直接连接符 61">
                  <a:extLst>
                    <a:ext uri="{FF2B5EF4-FFF2-40B4-BE49-F238E27FC236}">
                      <a16:creationId id="{E4BAD094-3FEA-E637-B29D-E7D4C5C6D3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false" flipV="false" rot="900000">
                  <a:off x="2428930" y="2653365"/>
                  <a:ext cx="643350" cy="172385"/>
                </a:xfrm>
                <a:prstGeom prst="line">
                  <a:avLst/>
                </a:prstGeom>
                <a:ln cap="rnd" w="38100">
                  <a:gradFill flip="none" rotWithShape="1">
                    <a:gsLst>
                      <a:gs pos="34000">
                        <a:schemeClr val="accent1"/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10800000" scaled="1"/>
                    <a:tileRect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descr="ec5d6980-b2d8-4d66-8d65-6c0cc59ae4a1" id="60" name="Number5">
                <a:extLst>
                  <a:ext uri="{FF2B5EF4-FFF2-40B4-BE49-F238E27FC236}">
                    <a16:creationId id="{D1EED69F-D88A-073F-F132-E665FB26E17D}"/>
                  </a:ext>
                </a:extLst>
              </p:cNvPr>
              <p:cNvSpPr txBox="1"/>
              <p:nvPr/>
            </p:nvSpPr>
            <p:spPr>
              <a:xfrm flipH="false" flipV="false">
                <a:off x="660400" y="2643774"/>
                <a:ext cx="689429" cy="676669"/>
              </a:xfrm>
              <a:prstGeom prst="roundRect">
                <a:avLst>
                  <a:gd fmla="val 16217" name="adj"/>
                </a:avLst>
              </a:prstGeom>
              <a:solidFill>
                <a:schemeClr val="accent1">
                  <a:alpha val="15000"/>
                </a:schemeClr>
              </a:solidFill>
              <a:ln w="38100">
                <a:noFill/>
              </a:ln>
              <a:effectLst>
                <a:outerShdw algn="tl" blurRad="127000" dir="2700000" dist="63500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false" bIns="45720" lIns="91440" rIns="91440" rtlCol="0" tIns="45720" wrap="none"/>
              <a:lstStyle>
                <a:defPPr>
                  <a:defRPr lang="en-US"/>
                </a:defPPr>
                <a:lvl1pPr algn="ctr">
                  <a:defRPr b="1" sz="2000">
                    <a:solidFill>
                      <a:srgbClr val="FFFFFF"/>
                    </a:solidFill>
                    <a:cs typeface="+mn-ea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b="true" i="false" lang="en-US" sz="2000" u="none">
                    <a:solidFill>
                      <a:srgbClr val="1E4DCD"/>
                    </a:solidFill>
                    <a:latin typeface="Arial"/>
                  </a:rPr>
                  <a:t>05</a:t>
                </a:r>
              </a:p>
            </p:txBody>
          </p:sp>
        </p:grpSp>
      </p:grpSp>
      <p:sp>
        <p:nvSpPr>
          <p:cNvPr descr="697f60e6-d590-4202-9a4a-bde26f963db9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2800" u="none">
                <a:solidFill>
                  <a:srgbClr val="FFFFFF"/>
                </a:solidFill>
                <a:ea typeface="微软雅黑"/>
              </a:rPr>
              <a:t>应用价值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descr="2db684a0-3761-46ca-886e-682017f6c84b" id="2" name=""/>
          <p:cNvSpPr>
            <a:spLocks noGrp="1"/>
          </p:cNvSpPr>
          <p:nvPr>
            <p:ph hasCustomPrompt="1" type="title"/>
          </p:nvPr>
        </p:nvSpPr>
        <p:spPr/>
        <p:txBody>
          <a:bodyPr anchorCtr="false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b="true" i="false" lang="en-US" sz="4800" u="none">
                <a:solidFill>
                  <a:srgbClr val="FFFFFF"/>
                </a:solidFill>
                <a:ea typeface="微软雅黑"/>
              </a:rPr>
              <a:t>谢谢观看</a:t>
            </a:r>
          </a:p>
        </p:txBody>
      </p:sp>
      <p:sp>
        <p:nvSpPr>
          <p:cNvPr descr="4c650cd3-ec1c-4684-b664-3a69ed3794c0" id="4" name=""/>
          <p:cNvSpPr>
            <a:spLocks noGrp="1"/>
          </p:cNvSpPr>
          <p:nvPr>
            <p:ph hasCustomPrompt="1" idx="13" sz="quarter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b="false" i="false" lang="en-US" sz="1110" u="none">
                <a:solidFill>
                  <a:srgbClr val="FFFFFF"/>
                </a:solidFill>
                <a:ea typeface="微软雅黑"/>
              </a:rPr>
              <a:t>报告人名称</a:t>
            </a:r>
          </a:p>
        </p:txBody>
      </p:sp>
      <p:sp>
        <p:nvSpPr>
          <p:cNvPr descr="81bd86e2-8e27-465c-aa8a-dcdae838aa17" id="5" name=""/>
          <p:cNvSpPr>
            <a:spLocks noGrp="1"/>
          </p:cNvSpPr>
          <p:nvPr>
            <p:ph hasCustomPrompt="1" idx="14" sz="quarter" type="body"/>
          </p:nvPr>
        </p:nvSpPr>
        <p:spPr/>
        <p:txBody>
          <a:bodyPr anchorCtr="false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>
                <a:latin typeface="微软雅黑"/>
              </a:rPr>
              <a:t>20xx.xx.xx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0756900" y="6413500"/>
            <a:ext cx="1371600" cy="381000"/>
          </a:xfrm>
          <a:prstGeom prst="roundRect">
            <a:avLst/>
          </a:prstGeom>
          <a:solidFill>
            <a:srgbClr val="FFFFFF"/>
          </a:solidFill>
        </p:spPr>
        <p:txBody>
          <a:bodyPr anchor="ctr" rtlCol="false" wrap="none"/>
          <a:lstStyle/>
          <a:p>
            <a:pPr algn="ctr">
              <a:defRPr/>
            </a:pPr>
            <a:r>
              <a:rPr lang="en-US" sz="1200">
                <a:solidFill>
                  <a:srgbClr val="000000"/>
                </a:solidFill>
              </a:rPr>
              <a:t>内容由千问AI生成</a:t>
            </a:r>
            <a:endParaRPr 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AS_NET" val="8.0.0"/>
  <p:tag name="AS_OS" val="Microsoft Windows NT 10.0.22631.0"/>
  <p:tag name="AS_RELEASE_DATE" val="2023.10.14"/>
  <p:tag name="AS_TITLE" val="Aspose.Slides for .NET6"/>
  <p:tag name="AS_VERSION" val="23.10"/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69320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813216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https://www.islide.cc;"/>
  <p:tag name="ISLIDE.VECTOR" val="#895075;#895042;"/>
  <p:tag name="ISLIDE.ICON" val="#74044;#74044;#42043;#74044;#43578;#401738;#74044;#103227;#42554;#87924;#41274;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1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high-tech"/>
</p:tagLst>
</file>

<file path=ppt/tags/tag2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3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high-tech"/>
</p:tagLst>
</file>

<file path=ppt/tags/tag3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6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11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12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17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23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28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high-tech"/>
</p:tagLst>
</file>

<file path=ppt/tags/tag37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124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heme/theme1.xml><?xml version="1.0" encoding="utf-8"?>
<a:theme xmlns:r="http://schemas.openxmlformats.org/officeDocument/2006/relationships" xmlns:a="http://schemas.openxmlformats.org/drawingml/2006/main" name="Designed by iSlide">
  <a:themeElements>
    <a:clrScheme name="iSlid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1E4DCD"/>
      </a:accent1>
      <a:accent2>
        <a:srgbClr val="FFFF00"/>
      </a:accent2>
      <a:accent3>
        <a:srgbClr val="01CDFE"/>
      </a:accent3>
      <a:accent4>
        <a:srgbClr val="014163"/>
      </a:accent4>
      <a:accent5>
        <a:srgbClr val="52D8B9"/>
      </a:accent5>
      <a:accent6>
        <a:srgbClr val="4276AA"/>
      </a:accent6>
      <a:hlink>
        <a:srgbClr val="4472C4"/>
      </a:hlink>
      <a:folHlink>
        <a:srgbClr val="BFBFBF"/>
      </a:folHlink>
    </a:clrScheme>
    <a:fontScheme name="iSlide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iSlid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等线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等线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Template>iSlide Presentation Template</Template>
  <Manager>iSlide</Manager>
  <Company>iSlide</Company>
  <PresentationFormat>宽屏</PresentationFormat>
  <Paragraphs>105</Paragraphs>
  <Slides>12</Slides>
  <Notes>7</Notes>
  <TotalTime>126</TotalTime>
  <HiddenSlides>7</HiddenSlides>
  <MMClips>0</MMClips>
  <ScaleCrop>0</ScaleCrop>
  <HeadingPairs>
    <vt:vector baseType="variant" size="6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baseType="lpstr" size="17">
      <vt:lpstr>Arial</vt:lpstr>
      <vt:lpstr>微软雅黑</vt:lpstr>
      <vt:lpstr>等线 Light</vt:lpstr>
      <vt:lpstr>等线</vt:lpstr>
      <vt:lpstr>Designed by iSlide</vt:lpstr>
      <vt:lpstr>Presentation Title Goes Here</vt:lpstr>
      <vt:lpstr>Agenda</vt:lpstr>
      <vt:lpstr>Click to add title</vt:lpstr>
      <vt:lpstr>Click to add title</vt:lpstr>
      <vt:lpstr>Thank you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2023-12-14T16:00:00Z</dcterms:created>
  <dc:creator>iSlide</dc:creator>
  <cp:lastModifiedBy>iSlide</cp:lastModifiedBy>
  <cp:lastPrinted>2023-12-14T16:00:00Z</cp:lastPrinted>
  <dcterms:modified xsi:type="dcterms:W3CDTF">2024-01-12T10:08:54Z</dcterms:modified>
  <cp:revision>1</cp:revision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iSlide.THEME">
    <vt:lpwstr>413ac4ef-d900-4634-ae08-2021f19e5755</vt:lpwstr>
  </property>
</Properties>
</file>